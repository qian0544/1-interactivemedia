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8"/>
  </p:notesMasterIdLst>
  <p:sldIdLst>
    <p:sldId id="256" r:id="rId2"/>
    <p:sldId id="258" r:id="rId3"/>
    <p:sldId id="312" r:id="rId4"/>
    <p:sldId id="313" r:id="rId5"/>
    <p:sldId id="314" r:id="rId6"/>
    <p:sldId id="315" r:id="rId7"/>
  </p:sldIdLst>
  <p:sldSz cx="9144000" cy="5143500" type="screen16x9"/>
  <p:notesSz cx="6858000" cy="9144000"/>
  <p:embeddedFontLst>
    <p:embeddedFont>
      <p:font typeface="Cantarell" panose="02000603000000000000" pitchFamily="2" charset="0"/>
      <p:regular r:id="rId9"/>
      <p:bold r:id="rId10"/>
      <p:italic r:id="rId11"/>
      <p:boldItalic r:id="rId12"/>
    </p:embeddedFont>
    <p:embeddedFont>
      <p:font typeface="Fredoka One" panose="02000000000000000000" pitchFamily="2" charset="77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31F402-FA52-4F0D-9509-D0FDE82A750D}">
  <a:tblStyle styleId="{1131F402-FA52-4F0D-9509-D0FDE82A75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49"/>
    <p:restoredTop sz="94680"/>
  </p:normalViewPr>
  <p:slideViewPr>
    <p:cSldViewPr snapToGrid="0">
      <p:cViewPr varScale="1">
        <p:scale>
          <a:sx n="194" d="100"/>
          <a:sy n="194" d="100"/>
        </p:scale>
        <p:origin x="19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a5f071f5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0a5f071f5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>
          <a:extLst>
            <a:ext uri="{FF2B5EF4-FFF2-40B4-BE49-F238E27FC236}">
              <a16:creationId xmlns:a16="http://schemas.microsoft.com/office/drawing/2014/main" id="{5DAE7E55-218F-1960-1EAC-396212171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10a67fa812f_0_11:notes">
            <a:extLst>
              <a:ext uri="{FF2B5EF4-FFF2-40B4-BE49-F238E27FC236}">
                <a16:creationId xmlns:a16="http://schemas.microsoft.com/office/drawing/2014/main" id="{9F9D821F-642C-3F22-16DD-73324665F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10a67fa812f_0_11:notes">
            <a:extLst>
              <a:ext uri="{FF2B5EF4-FFF2-40B4-BE49-F238E27FC236}">
                <a16:creationId xmlns:a16="http://schemas.microsoft.com/office/drawing/2014/main" id="{B67F1B92-39AD-74A8-ABC5-70D588F24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247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4">
          <a:extLst>
            <a:ext uri="{FF2B5EF4-FFF2-40B4-BE49-F238E27FC236}">
              <a16:creationId xmlns:a16="http://schemas.microsoft.com/office/drawing/2014/main" id="{5A858C31-0148-FF2A-2D81-A5DBD93A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10a67fa812f_0_107:notes">
            <a:extLst>
              <a:ext uri="{FF2B5EF4-FFF2-40B4-BE49-F238E27FC236}">
                <a16:creationId xmlns:a16="http://schemas.microsoft.com/office/drawing/2014/main" id="{96F5C2C9-A5A5-2D76-E6A5-11E048C65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10a67fa812f_0_107:notes">
            <a:extLst>
              <a:ext uri="{FF2B5EF4-FFF2-40B4-BE49-F238E27FC236}">
                <a16:creationId xmlns:a16="http://schemas.microsoft.com/office/drawing/2014/main" id="{CC411EFD-F6A8-6899-8425-A25D50058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0219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>
          <a:extLst>
            <a:ext uri="{FF2B5EF4-FFF2-40B4-BE49-F238E27FC236}">
              <a16:creationId xmlns:a16="http://schemas.microsoft.com/office/drawing/2014/main" id="{A8225484-8934-1EB7-0D97-ABA50F22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10a67fa812f_0_283:notes">
            <a:extLst>
              <a:ext uri="{FF2B5EF4-FFF2-40B4-BE49-F238E27FC236}">
                <a16:creationId xmlns:a16="http://schemas.microsoft.com/office/drawing/2014/main" id="{0D750469-E6B2-3302-61FA-AAF99BF33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10a67fa812f_0_283:notes">
            <a:extLst>
              <a:ext uri="{FF2B5EF4-FFF2-40B4-BE49-F238E27FC236}">
                <a16:creationId xmlns:a16="http://schemas.microsoft.com/office/drawing/2014/main" id="{0423E4D3-BB68-BA5D-7DB2-4DE353FF9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679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>
          <a:extLst>
            <a:ext uri="{FF2B5EF4-FFF2-40B4-BE49-F238E27FC236}">
              <a16:creationId xmlns:a16="http://schemas.microsoft.com/office/drawing/2014/main" id="{656449F9-BB3B-0539-4D38-0C939ACB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10a67fa812f_0_0:notes">
            <a:extLst>
              <a:ext uri="{FF2B5EF4-FFF2-40B4-BE49-F238E27FC236}">
                <a16:creationId xmlns:a16="http://schemas.microsoft.com/office/drawing/2014/main" id="{B26D0E45-6B39-2AA6-2913-B4115197E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10a67fa812f_0_0:notes">
            <a:extLst>
              <a:ext uri="{FF2B5EF4-FFF2-40B4-BE49-F238E27FC236}">
                <a16:creationId xmlns:a16="http://schemas.microsoft.com/office/drawing/2014/main" id="{8C9B6CDB-0921-A094-23B9-B7D64EED7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55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15100" y="834600"/>
            <a:ext cx="7713900" cy="3474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11225" y="1210563"/>
            <a:ext cx="58806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11225" y="3447238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3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290100" y="266250"/>
            <a:ext cx="8563800" cy="461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567250" y="266250"/>
            <a:ext cx="8009400" cy="461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3046102" y="1061950"/>
            <a:ext cx="412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1972663" y="1284300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045938" y="1511350"/>
            <a:ext cx="4125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/>
          </p:nvPr>
        </p:nvSpPr>
        <p:spPr>
          <a:xfrm>
            <a:off x="3045863" y="2805783"/>
            <a:ext cx="4125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 hasCustomPrompt="1"/>
          </p:nvPr>
        </p:nvSpPr>
        <p:spPr>
          <a:xfrm>
            <a:off x="1972613" y="2166275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3045863" y="3259963"/>
            <a:ext cx="4125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/>
          </p:nvPr>
        </p:nvSpPr>
        <p:spPr>
          <a:xfrm>
            <a:off x="3046026" y="1933867"/>
            <a:ext cx="4125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1972663" y="3048275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3045863" y="2389727"/>
            <a:ext cx="4125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/>
          </p:nvPr>
        </p:nvSpPr>
        <p:spPr>
          <a:xfrm>
            <a:off x="3045863" y="3677700"/>
            <a:ext cx="4125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3" hasCustomPrompt="1"/>
          </p:nvPr>
        </p:nvSpPr>
        <p:spPr>
          <a:xfrm>
            <a:off x="1972588" y="3930250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3045575" y="4135009"/>
            <a:ext cx="4125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290100" y="266250"/>
            <a:ext cx="8563800" cy="461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dk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>
            <a:off x="490100" y="885225"/>
            <a:ext cx="8163900" cy="3373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1"/>
          <p:cNvSpPr txBox="1">
            <a:spLocks noGrp="1"/>
          </p:cNvSpPr>
          <p:nvPr>
            <p:ph type="title"/>
          </p:nvPr>
        </p:nvSpPr>
        <p:spPr>
          <a:xfrm>
            <a:off x="720000" y="2331750"/>
            <a:ext cx="2463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subTitle" idx="1"/>
          </p:nvPr>
        </p:nvSpPr>
        <p:spPr>
          <a:xfrm>
            <a:off x="720000" y="2859476"/>
            <a:ext cx="24633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1"/>
          <p:cNvSpPr txBox="1">
            <a:spLocks noGrp="1"/>
          </p:cNvSpPr>
          <p:nvPr>
            <p:ph type="title" idx="2"/>
          </p:nvPr>
        </p:nvSpPr>
        <p:spPr>
          <a:xfrm>
            <a:off x="3344175" y="2331750"/>
            <a:ext cx="2463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" name="Google Shape;140;p31"/>
          <p:cNvSpPr txBox="1">
            <a:spLocks noGrp="1"/>
          </p:cNvSpPr>
          <p:nvPr>
            <p:ph type="subTitle" idx="3"/>
          </p:nvPr>
        </p:nvSpPr>
        <p:spPr>
          <a:xfrm>
            <a:off x="3340375" y="2859476"/>
            <a:ext cx="24633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1"/>
          <p:cNvSpPr txBox="1">
            <a:spLocks noGrp="1"/>
          </p:cNvSpPr>
          <p:nvPr>
            <p:ph type="title" idx="4"/>
          </p:nvPr>
        </p:nvSpPr>
        <p:spPr>
          <a:xfrm>
            <a:off x="5968350" y="2331750"/>
            <a:ext cx="2463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" name="Google Shape;142;p31"/>
          <p:cNvSpPr txBox="1">
            <a:spLocks noGrp="1"/>
          </p:cNvSpPr>
          <p:nvPr>
            <p:ph type="subTitle" idx="5"/>
          </p:nvPr>
        </p:nvSpPr>
        <p:spPr>
          <a:xfrm>
            <a:off x="5968350" y="2859476"/>
            <a:ext cx="24633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1"/>
          <p:cNvSpPr txBox="1">
            <a:spLocks noGrp="1"/>
          </p:cNvSpPr>
          <p:nvPr>
            <p:ph type="title" idx="6"/>
          </p:nvPr>
        </p:nvSpPr>
        <p:spPr>
          <a:xfrm>
            <a:off x="720000" y="12539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accent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/>
          <p:nvPr/>
        </p:nvSpPr>
        <p:spPr>
          <a:xfrm>
            <a:off x="1007325" y="266250"/>
            <a:ext cx="7129200" cy="461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title"/>
          </p:nvPr>
        </p:nvSpPr>
        <p:spPr>
          <a:xfrm>
            <a:off x="2225738" y="1530225"/>
            <a:ext cx="223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6" name="Google Shape;156;p33"/>
          <p:cNvSpPr txBox="1">
            <a:spLocks noGrp="1"/>
          </p:cNvSpPr>
          <p:nvPr>
            <p:ph type="subTitle" idx="1"/>
          </p:nvPr>
        </p:nvSpPr>
        <p:spPr>
          <a:xfrm>
            <a:off x="2225748" y="2057925"/>
            <a:ext cx="2235300" cy="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3"/>
          <p:cNvSpPr txBox="1">
            <a:spLocks noGrp="1"/>
          </p:cNvSpPr>
          <p:nvPr>
            <p:ph type="title" idx="2"/>
          </p:nvPr>
        </p:nvSpPr>
        <p:spPr>
          <a:xfrm>
            <a:off x="5509450" y="1530225"/>
            <a:ext cx="223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subTitle" idx="3"/>
          </p:nvPr>
        </p:nvSpPr>
        <p:spPr>
          <a:xfrm>
            <a:off x="5509457" y="2057925"/>
            <a:ext cx="2235300" cy="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3"/>
          <p:cNvSpPr txBox="1">
            <a:spLocks noGrp="1"/>
          </p:cNvSpPr>
          <p:nvPr>
            <p:ph type="title" idx="4"/>
          </p:nvPr>
        </p:nvSpPr>
        <p:spPr>
          <a:xfrm>
            <a:off x="2225738" y="2963626"/>
            <a:ext cx="223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0" name="Google Shape;160;p33"/>
          <p:cNvSpPr txBox="1">
            <a:spLocks noGrp="1"/>
          </p:cNvSpPr>
          <p:nvPr>
            <p:ph type="subTitle" idx="5"/>
          </p:nvPr>
        </p:nvSpPr>
        <p:spPr>
          <a:xfrm>
            <a:off x="2225748" y="3491325"/>
            <a:ext cx="2235300" cy="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3"/>
          <p:cNvSpPr txBox="1">
            <a:spLocks noGrp="1"/>
          </p:cNvSpPr>
          <p:nvPr>
            <p:ph type="title" idx="6"/>
          </p:nvPr>
        </p:nvSpPr>
        <p:spPr>
          <a:xfrm>
            <a:off x="5509450" y="2963626"/>
            <a:ext cx="223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2" name="Google Shape;162;p33"/>
          <p:cNvSpPr txBox="1">
            <a:spLocks noGrp="1"/>
          </p:cNvSpPr>
          <p:nvPr>
            <p:ph type="subTitle" idx="7"/>
          </p:nvPr>
        </p:nvSpPr>
        <p:spPr>
          <a:xfrm>
            <a:off x="5509457" y="3491325"/>
            <a:ext cx="2235300" cy="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/>
          <p:nvPr/>
        </p:nvSpPr>
        <p:spPr>
          <a:xfrm>
            <a:off x="290100" y="266250"/>
            <a:ext cx="8563800" cy="461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/>
          <p:nvPr/>
        </p:nvSpPr>
        <p:spPr>
          <a:xfrm>
            <a:off x="3083350" y="535000"/>
            <a:ext cx="5562300" cy="407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8"/>
          <p:cNvSpPr/>
          <p:nvPr/>
        </p:nvSpPr>
        <p:spPr>
          <a:xfrm rot="-2301926">
            <a:off x="8256708" y="4274389"/>
            <a:ext cx="601824" cy="668227"/>
          </a:xfrm>
          <a:custGeom>
            <a:avLst/>
            <a:gdLst/>
            <a:ahLst/>
            <a:cxnLst/>
            <a:rect l="l" t="t" r="r" b="b"/>
            <a:pathLst>
              <a:path w="24072" h="26728" extrusionOk="0">
                <a:moveTo>
                  <a:pt x="12817" y="1"/>
                </a:moveTo>
                <a:cubicBezTo>
                  <a:pt x="12618" y="1"/>
                  <a:pt x="12416" y="18"/>
                  <a:pt x="12212" y="54"/>
                </a:cubicBezTo>
                <a:cubicBezTo>
                  <a:pt x="10566" y="345"/>
                  <a:pt x="9433" y="1746"/>
                  <a:pt x="9686" y="3185"/>
                </a:cubicBezTo>
                <a:cubicBezTo>
                  <a:pt x="9824" y="3897"/>
                  <a:pt x="10260" y="4517"/>
                  <a:pt x="10888" y="4877"/>
                </a:cubicBezTo>
                <a:lnTo>
                  <a:pt x="1" y="4877"/>
                </a:lnTo>
                <a:lnTo>
                  <a:pt x="1" y="26728"/>
                </a:lnTo>
                <a:lnTo>
                  <a:pt x="24072" y="26728"/>
                </a:lnTo>
                <a:lnTo>
                  <a:pt x="24072" y="4877"/>
                </a:lnTo>
                <a:lnTo>
                  <a:pt x="14234" y="4877"/>
                </a:lnTo>
                <a:cubicBezTo>
                  <a:pt x="15252" y="4295"/>
                  <a:pt x="15857" y="3223"/>
                  <a:pt x="15665" y="2136"/>
                </a:cubicBezTo>
                <a:cubicBezTo>
                  <a:pt x="15444" y="874"/>
                  <a:pt x="14228" y="1"/>
                  <a:pt x="128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38"/>
          <p:cNvGrpSpPr/>
          <p:nvPr/>
        </p:nvGrpSpPr>
        <p:grpSpPr>
          <a:xfrm>
            <a:off x="215987" y="208511"/>
            <a:ext cx="772918" cy="809228"/>
            <a:chOff x="4458798" y="3801637"/>
            <a:chExt cx="942698" cy="986984"/>
          </a:xfrm>
        </p:grpSpPr>
        <p:sp>
          <p:nvSpPr>
            <p:cNvPr id="198" name="Google Shape;198;p38"/>
            <p:cNvSpPr/>
            <p:nvPr/>
          </p:nvSpPr>
          <p:spPr>
            <a:xfrm>
              <a:off x="4459027" y="3801637"/>
              <a:ext cx="942470" cy="921763"/>
            </a:xfrm>
            <a:custGeom>
              <a:avLst/>
              <a:gdLst/>
              <a:ahLst/>
              <a:cxnLst/>
              <a:rect l="l" t="t" r="r" b="b"/>
              <a:pathLst>
                <a:path w="28857" h="28223" extrusionOk="0">
                  <a:moveTo>
                    <a:pt x="6939" y="1"/>
                  </a:moveTo>
                  <a:lnTo>
                    <a:pt x="6910" y="8"/>
                  </a:lnTo>
                  <a:cubicBezTo>
                    <a:pt x="6800" y="8"/>
                    <a:pt x="6684" y="16"/>
                    <a:pt x="6567" y="37"/>
                  </a:cubicBezTo>
                  <a:cubicBezTo>
                    <a:pt x="6450" y="59"/>
                    <a:pt x="6326" y="103"/>
                    <a:pt x="6209" y="147"/>
                  </a:cubicBezTo>
                  <a:cubicBezTo>
                    <a:pt x="6100" y="191"/>
                    <a:pt x="5990" y="249"/>
                    <a:pt x="5881" y="315"/>
                  </a:cubicBezTo>
                  <a:cubicBezTo>
                    <a:pt x="5662" y="439"/>
                    <a:pt x="5458" y="592"/>
                    <a:pt x="5268" y="767"/>
                  </a:cubicBezTo>
                  <a:cubicBezTo>
                    <a:pt x="5078" y="949"/>
                    <a:pt x="4903" y="1146"/>
                    <a:pt x="4750" y="1365"/>
                  </a:cubicBezTo>
                  <a:cubicBezTo>
                    <a:pt x="4597" y="1577"/>
                    <a:pt x="4458" y="1796"/>
                    <a:pt x="4334" y="2029"/>
                  </a:cubicBezTo>
                  <a:cubicBezTo>
                    <a:pt x="4072" y="2540"/>
                    <a:pt x="3853" y="3080"/>
                    <a:pt x="3692" y="3634"/>
                  </a:cubicBezTo>
                  <a:cubicBezTo>
                    <a:pt x="3532" y="4218"/>
                    <a:pt x="3400" y="4809"/>
                    <a:pt x="3305" y="5407"/>
                  </a:cubicBezTo>
                  <a:cubicBezTo>
                    <a:pt x="3225" y="5940"/>
                    <a:pt x="3160" y="6502"/>
                    <a:pt x="3116" y="7122"/>
                  </a:cubicBezTo>
                  <a:cubicBezTo>
                    <a:pt x="3087" y="7611"/>
                    <a:pt x="3072" y="8121"/>
                    <a:pt x="3072" y="8625"/>
                  </a:cubicBezTo>
                  <a:cubicBezTo>
                    <a:pt x="3072" y="9106"/>
                    <a:pt x="3109" y="9617"/>
                    <a:pt x="3167" y="10237"/>
                  </a:cubicBezTo>
                  <a:lnTo>
                    <a:pt x="3189" y="10500"/>
                  </a:lnTo>
                  <a:cubicBezTo>
                    <a:pt x="3203" y="10675"/>
                    <a:pt x="3225" y="10850"/>
                    <a:pt x="3240" y="11025"/>
                  </a:cubicBezTo>
                  <a:lnTo>
                    <a:pt x="3240" y="10989"/>
                  </a:lnTo>
                  <a:lnTo>
                    <a:pt x="3240" y="10989"/>
                  </a:lnTo>
                  <a:cubicBezTo>
                    <a:pt x="3276" y="11361"/>
                    <a:pt x="3276" y="11733"/>
                    <a:pt x="3233" y="12098"/>
                  </a:cubicBezTo>
                  <a:cubicBezTo>
                    <a:pt x="3203" y="12222"/>
                    <a:pt x="3167" y="12346"/>
                    <a:pt x="3116" y="12463"/>
                  </a:cubicBezTo>
                  <a:cubicBezTo>
                    <a:pt x="3079" y="12550"/>
                    <a:pt x="3028" y="12630"/>
                    <a:pt x="2970" y="12703"/>
                  </a:cubicBezTo>
                  <a:cubicBezTo>
                    <a:pt x="2890" y="12791"/>
                    <a:pt x="2809" y="12864"/>
                    <a:pt x="2715" y="12937"/>
                  </a:cubicBezTo>
                  <a:cubicBezTo>
                    <a:pt x="2547" y="13039"/>
                    <a:pt x="2364" y="13127"/>
                    <a:pt x="2182" y="13192"/>
                  </a:cubicBezTo>
                  <a:cubicBezTo>
                    <a:pt x="1890" y="13294"/>
                    <a:pt x="1584" y="13360"/>
                    <a:pt x="1277" y="13411"/>
                  </a:cubicBezTo>
                  <a:lnTo>
                    <a:pt x="1095" y="13433"/>
                  </a:lnTo>
                  <a:cubicBezTo>
                    <a:pt x="912" y="13455"/>
                    <a:pt x="730" y="13491"/>
                    <a:pt x="548" y="13550"/>
                  </a:cubicBezTo>
                  <a:cubicBezTo>
                    <a:pt x="489" y="13564"/>
                    <a:pt x="438" y="13586"/>
                    <a:pt x="380" y="13615"/>
                  </a:cubicBezTo>
                  <a:cubicBezTo>
                    <a:pt x="336" y="13637"/>
                    <a:pt x="285" y="13666"/>
                    <a:pt x="241" y="13703"/>
                  </a:cubicBezTo>
                  <a:cubicBezTo>
                    <a:pt x="146" y="13783"/>
                    <a:pt x="81" y="13878"/>
                    <a:pt x="37" y="13995"/>
                  </a:cubicBezTo>
                  <a:cubicBezTo>
                    <a:pt x="22" y="14046"/>
                    <a:pt x="8" y="14097"/>
                    <a:pt x="8" y="14148"/>
                  </a:cubicBezTo>
                  <a:lnTo>
                    <a:pt x="8" y="14170"/>
                  </a:lnTo>
                  <a:cubicBezTo>
                    <a:pt x="0" y="14221"/>
                    <a:pt x="0" y="14272"/>
                    <a:pt x="8" y="14330"/>
                  </a:cubicBezTo>
                  <a:cubicBezTo>
                    <a:pt x="15" y="14498"/>
                    <a:pt x="51" y="14666"/>
                    <a:pt x="95" y="14827"/>
                  </a:cubicBezTo>
                  <a:cubicBezTo>
                    <a:pt x="190" y="15118"/>
                    <a:pt x="351" y="15396"/>
                    <a:pt x="562" y="15622"/>
                  </a:cubicBezTo>
                  <a:cubicBezTo>
                    <a:pt x="788" y="15877"/>
                    <a:pt x="1051" y="16103"/>
                    <a:pt x="1328" y="16300"/>
                  </a:cubicBezTo>
                  <a:cubicBezTo>
                    <a:pt x="1854" y="16672"/>
                    <a:pt x="2408" y="16986"/>
                    <a:pt x="2999" y="17242"/>
                  </a:cubicBezTo>
                  <a:cubicBezTo>
                    <a:pt x="3181" y="17322"/>
                    <a:pt x="3364" y="17387"/>
                    <a:pt x="3539" y="17446"/>
                  </a:cubicBezTo>
                  <a:cubicBezTo>
                    <a:pt x="3714" y="17504"/>
                    <a:pt x="3875" y="17563"/>
                    <a:pt x="4050" y="17621"/>
                  </a:cubicBezTo>
                  <a:lnTo>
                    <a:pt x="4276" y="17694"/>
                  </a:lnTo>
                  <a:cubicBezTo>
                    <a:pt x="4772" y="17862"/>
                    <a:pt x="5341" y="18051"/>
                    <a:pt x="5866" y="18292"/>
                  </a:cubicBezTo>
                  <a:cubicBezTo>
                    <a:pt x="6063" y="18372"/>
                    <a:pt x="6246" y="18482"/>
                    <a:pt x="6421" y="18613"/>
                  </a:cubicBezTo>
                  <a:cubicBezTo>
                    <a:pt x="6443" y="18628"/>
                    <a:pt x="6450" y="18635"/>
                    <a:pt x="6457" y="18650"/>
                  </a:cubicBezTo>
                  <a:cubicBezTo>
                    <a:pt x="6392" y="18679"/>
                    <a:pt x="6326" y="18708"/>
                    <a:pt x="6253" y="18737"/>
                  </a:cubicBezTo>
                  <a:cubicBezTo>
                    <a:pt x="6005" y="18817"/>
                    <a:pt x="5750" y="18876"/>
                    <a:pt x="5494" y="18920"/>
                  </a:cubicBezTo>
                  <a:cubicBezTo>
                    <a:pt x="5297" y="18956"/>
                    <a:pt x="5078" y="18978"/>
                    <a:pt x="4808" y="19007"/>
                  </a:cubicBezTo>
                  <a:lnTo>
                    <a:pt x="4575" y="19022"/>
                  </a:lnTo>
                  <a:cubicBezTo>
                    <a:pt x="4181" y="19044"/>
                    <a:pt x="3780" y="19095"/>
                    <a:pt x="3393" y="19160"/>
                  </a:cubicBezTo>
                  <a:cubicBezTo>
                    <a:pt x="3181" y="19197"/>
                    <a:pt x="2977" y="19263"/>
                    <a:pt x="2787" y="19357"/>
                  </a:cubicBezTo>
                  <a:cubicBezTo>
                    <a:pt x="2612" y="19430"/>
                    <a:pt x="2459" y="19562"/>
                    <a:pt x="2364" y="19729"/>
                  </a:cubicBezTo>
                  <a:cubicBezTo>
                    <a:pt x="2262" y="19912"/>
                    <a:pt x="2233" y="20123"/>
                    <a:pt x="2291" y="20328"/>
                  </a:cubicBezTo>
                  <a:cubicBezTo>
                    <a:pt x="2364" y="20590"/>
                    <a:pt x="2503" y="20838"/>
                    <a:pt x="2678" y="21043"/>
                  </a:cubicBezTo>
                  <a:cubicBezTo>
                    <a:pt x="2751" y="21145"/>
                    <a:pt x="2831" y="21240"/>
                    <a:pt x="2926" y="21327"/>
                  </a:cubicBezTo>
                  <a:cubicBezTo>
                    <a:pt x="2977" y="21386"/>
                    <a:pt x="3043" y="21437"/>
                    <a:pt x="3109" y="21488"/>
                  </a:cubicBezTo>
                  <a:cubicBezTo>
                    <a:pt x="3233" y="21575"/>
                    <a:pt x="3364" y="21663"/>
                    <a:pt x="3502" y="21743"/>
                  </a:cubicBezTo>
                  <a:cubicBezTo>
                    <a:pt x="3882" y="21962"/>
                    <a:pt x="4276" y="22159"/>
                    <a:pt x="4684" y="22356"/>
                  </a:cubicBezTo>
                  <a:cubicBezTo>
                    <a:pt x="5159" y="22582"/>
                    <a:pt x="5648" y="22816"/>
                    <a:pt x="6122" y="23027"/>
                  </a:cubicBezTo>
                  <a:cubicBezTo>
                    <a:pt x="6596" y="23239"/>
                    <a:pt x="7041" y="23450"/>
                    <a:pt x="7486" y="23662"/>
                  </a:cubicBezTo>
                  <a:lnTo>
                    <a:pt x="7508" y="23677"/>
                  </a:lnTo>
                  <a:cubicBezTo>
                    <a:pt x="7836" y="23823"/>
                    <a:pt x="8150" y="23998"/>
                    <a:pt x="8457" y="24180"/>
                  </a:cubicBezTo>
                  <a:cubicBezTo>
                    <a:pt x="8500" y="24209"/>
                    <a:pt x="8544" y="24238"/>
                    <a:pt x="8581" y="24275"/>
                  </a:cubicBezTo>
                  <a:lnTo>
                    <a:pt x="8610" y="24304"/>
                  </a:lnTo>
                  <a:cubicBezTo>
                    <a:pt x="8610" y="24319"/>
                    <a:pt x="8602" y="24326"/>
                    <a:pt x="8602" y="24333"/>
                  </a:cubicBezTo>
                  <a:cubicBezTo>
                    <a:pt x="8595" y="24341"/>
                    <a:pt x="8595" y="24348"/>
                    <a:pt x="8588" y="24355"/>
                  </a:cubicBezTo>
                  <a:cubicBezTo>
                    <a:pt x="8581" y="24370"/>
                    <a:pt x="8559" y="24384"/>
                    <a:pt x="8544" y="24392"/>
                  </a:cubicBezTo>
                  <a:cubicBezTo>
                    <a:pt x="8493" y="24428"/>
                    <a:pt x="8442" y="24450"/>
                    <a:pt x="8384" y="24472"/>
                  </a:cubicBezTo>
                  <a:cubicBezTo>
                    <a:pt x="8245" y="24516"/>
                    <a:pt x="8099" y="24552"/>
                    <a:pt x="7960" y="24581"/>
                  </a:cubicBezTo>
                  <a:cubicBezTo>
                    <a:pt x="7887" y="24596"/>
                    <a:pt x="7814" y="24611"/>
                    <a:pt x="7734" y="24632"/>
                  </a:cubicBezTo>
                  <a:cubicBezTo>
                    <a:pt x="7508" y="24691"/>
                    <a:pt x="7282" y="24764"/>
                    <a:pt x="7114" y="24924"/>
                  </a:cubicBezTo>
                  <a:cubicBezTo>
                    <a:pt x="7034" y="25012"/>
                    <a:pt x="6968" y="25121"/>
                    <a:pt x="6932" y="25231"/>
                  </a:cubicBezTo>
                  <a:cubicBezTo>
                    <a:pt x="6888" y="25347"/>
                    <a:pt x="6873" y="25464"/>
                    <a:pt x="6873" y="25581"/>
                  </a:cubicBezTo>
                  <a:cubicBezTo>
                    <a:pt x="6888" y="25814"/>
                    <a:pt x="6983" y="26026"/>
                    <a:pt x="7136" y="26194"/>
                  </a:cubicBezTo>
                  <a:cubicBezTo>
                    <a:pt x="7216" y="26281"/>
                    <a:pt x="7296" y="26362"/>
                    <a:pt x="7391" y="26435"/>
                  </a:cubicBezTo>
                  <a:cubicBezTo>
                    <a:pt x="7493" y="26515"/>
                    <a:pt x="7596" y="26588"/>
                    <a:pt x="7712" y="26653"/>
                  </a:cubicBezTo>
                  <a:cubicBezTo>
                    <a:pt x="7946" y="26785"/>
                    <a:pt x="8187" y="26901"/>
                    <a:pt x="8435" y="27004"/>
                  </a:cubicBezTo>
                  <a:cubicBezTo>
                    <a:pt x="8894" y="27179"/>
                    <a:pt x="9369" y="27332"/>
                    <a:pt x="9850" y="27456"/>
                  </a:cubicBezTo>
                  <a:cubicBezTo>
                    <a:pt x="11287" y="27835"/>
                    <a:pt x="12768" y="28069"/>
                    <a:pt x="14257" y="28164"/>
                  </a:cubicBezTo>
                  <a:cubicBezTo>
                    <a:pt x="14841" y="28200"/>
                    <a:pt x="15424" y="28222"/>
                    <a:pt x="15979" y="28222"/>
                  </a:cubicBezTo>
                  <a:cubicBezTo>
                    <a:pt x="16949" y="28222"/>
                    <a:pt x="17912" y="28164"/>
                    <a:pt x="18868" y="28032"/>
                  </a:cubicBezTo>
                  <a:cubicBezTo>
                    <a:pt x="19422" y="27952"/>
                    <a:pt x="19962" y="27843"/>
                    <a:pt x="20502" y="27704"/>
                  </a:cubicBezTo>
                  <a:cubicBezTo>
                    <a:pt x="20860" y="27697"/>
                    <a:pt x="21225" y="27646"/>
                    <a:pt x="21575" y="27551"/>
                  </a:cubicBezTo>
                  <a:cubicBezTo>
                    <a:pt x="21874" y="27471"/>
                    <a:pt x="22173" y="27368"/>
                    <a:pt x="22458" y="27252"/>
                  </a:cubicBezTo>
                  <a:cubicBezTo>
                    <a:pt x="22757" y="27135"/>
                    <a:pt x="23049" y="26996"/>
                    <a:pt x="23326" y="26843"/>
                  </a:cubicBezTo>
                  <a:cubicBezTo>
                    <a:pt x="23931" y="26529"/>
                    <a:pt x="24508" y="26157"/>
                    <a:pt x="25048" y="25749"/>
                  </a:cubicBezTo>
                  <a:cubicBezTo>
                    <a:pt x="25573" y="25369"/>
                    <a:pt x="26069" y="24946"/>
                    <a:pt x="26536" y="24494"/>
                  </a:cubicBezTo>
                  <a:cubicBezTo>
                    <a:pt x="26952" y="24100"/>
                    <a:pt x="27331" y="23677"/>
                    <a:pt x="27674" y="23217"/>
                  </a:cubicBezTo>
                  <a:cubicBezTo>
                    <a:pt x="27806" y="23042"/>
                    <a:pt x="27922" y="22859"/>
                    <a:pt x="28032" y="22662"/>
                  </a:cubicBezTo>
                  <a:cubicBezTo>
                    <a:pt x="28141" y="22444"/>
                    <a:pt x="28243" y="22210"/>
                    <a:pt x="28331" y="21977"/>
                  </a:cubicBezTo>
                  <a:cubicBezTo>
                    <a:pt x="28703" y="20875"/>
                    <a:pt x="28856" y="19715"/>
                    <a:pt x="28776" y="18562"/>
                  </a:cubicBezTo>
                  <a:cubicBezTo>
                    <a:pt x="28754" y="18263"/>
                    <a:pt x="28710" y="17971"/>
                    <a:pt x="28652" y="17679"/>
                  </a:cubicBezTo>
                  <a:cubicBezTo>
                    <a:pt x="28586" y="17402"/>
                    <a:pt x="28499" y="17132"/>
                    <a:pt x="28389" y="16869"/>
                  </a:cubicBezTo>
                  <a:cubicBezTo>
                    <a:pt x="28287" y="16621"/>
                    <a:pt x="28149" y="16388"/>
                    <a:pt x="27988" y="16176"/>
                  </a:cubicBezTo>
                  <a:cubicBezTo>
                    <a:pt x="27828" y="15965"/>
                    <a:pt x="27645" y="15782"/>
                    <a:pt x="27434" y="15636"/>
                  </a:cubicBezTo>
                  <a:cubicBezTo>
                    <a:pt x="27317" y="15556"/>
                    <a:pt x="27193" y="15483"/>
                    <a:pt x="27061" y="15425"/>
                  </a:cubicBezTo>
                  <a:cubicBezTo>
                    <a:pt x="26945" y="15381"/>
                    <a:pt x="26821" y="15345"/>
                    <a:pt x="26697" y="15323"/>
                  </a:cubicBezTo>
                  <a:cubicBezTo>
                    <a:pt x="26587" y="15301"/>
                    <a:pt x="26478" y="15286"/>
                    <a:pt x="26376" y="15286"/>
                  </a:cubicBezTo>
                  <a:lnTo>
                    <a:pt x="26325" y="15286"/>
                  </a:lnTo>
                  <a:cubicBezTo>
                    <a:pt x="26186" y="15293"/>
                    <a:pt x="26055" y="15308"/>
                    <a:pt x="25923" y="15337"/>
                  </a:cubicBezTo>
                  <a:cubicBezTo>
                    <a:pt x="25683" y="15396"/>
                    <a:pt x="25449" y="15476"/>
                    <a:pt x="25230" y="15585"/>
                  </a:cubicBezTo>
                  <a:cubicBezTo>
                    <a:pt x="25062" y="15666"/>
                    <a:pt x="24902" y="15753"/>
                    <a:pt x="24741" y="15833"/>
                  </a:cubicBezTo>
                  <a:lnTo>
                    <a:pt x="24617" y="15899"/>
                  </a:lnTo>
                  <a:cubicBezTo>
                    <a:pt x="24457" y="15987"/>
                    <a:pt x="24296" y="16060"/>
                    <a:pt x="24128" y="16125"/>
                  </a:cubicBezTo>
                  <a:cubicBezTo>
                    <a:pt x="24041" y="16162"/>
                    <a:pt x="23953" y="16176"/>
                    <a:pt x="23858" y="16191"/>
                  </a:cubicBezTo>
                  <a:lnTo>
                    <a:pt x="23829" y="16191"/>
                  </a:lnTo>
                  <a:cubicBezTo>
                    <a:pt x="23800" y="16191"/>
                    <a:pt x="23764" y="16191"/>
                    <a:pt x="23734" y="16184"/>
                  </a:cubicBezTo>
                  <a:cubicBezTo>
                    <a:pt x="23698" y="16176"/>
                    <a:pt x="23669" y="16169"/>
                    <a:pt x="23640" y="16154"/>
                  </a:cubicBezTo>
                  <a:cubicBezTo>
                    <a:pt x="23610" y="16140"/>
                    <a:pt x="23581" y="16118"/>
                    <a:pt x="23552" y="16096"/>
                  </a:cubicBezTo>
                  <a:cubicBezTo>
                    <a:pt x="23501" y="16052"/>
                    <a:pt x="23457" y="16001"/>
                    <a:pt x="23413" y="15943"/>
                  </a:cubicBezTo>
                  <a:cubicBezTo>
                    <a:pt x="23348" y="15848"/>
                    <a:pt x="23297" y="15753"/>
                    <a:pt x="23253" y="15644"/>
                  </a:cubicBezTo>
                  <a:cubicBezTo>
                    <a:pt x="23216" y="15505"/>
                    <a:pt x="23187" y="15359"/>
                    <a:pt x="23180" y="15213"/>
                  </a:cubicBezTo>
                  <a:cubicBezTo>
                    <a:pt x="23151" y="14863"/>
                    <a:pt x="23143" y="14513"/>
                    <a:pt x="23143" y="14126"/>
                  </a:cubicBezTo>
                  <a:lnTo>
                    <a:pt x="23143" y="13652"/>
                  </a:lnTo>
                  <a:lnTo>
                    <a:pt x="23143" y="12776"/>
                  </a:lnTo>
                  <a:cubicBezTo>
                    <a:pt x="23143" y="12251"/>
                    <a:pt x="23114" y="11777"/>
                    <a:pt x="23078" y="11332"/>
                  </a:cubicBezTo>
                  <a:cubicBezTo>
                    <a:pt x="23049" y="10901"/>
                    <a:pt x="22976" y="10471"/>
                    <a:pt x="22866" y="10055"/>
                  </a:cubicBezTo>
                  <a:cubicBezTo>
                    <a:pt x="22808" y="9858"/>
                    <a:pt x="22735" y="9661"/>
                    <a:pt x="22655" y="9471"/>
                  </a:cubicBezTo>
                  <a:cubicBezTo>
                    <a:pt x="22574" y="9303"/>
                    <a:pt x="22472" y="9143"/>
                    <a:pt x="22356" y="8997"/>
                  </a:cubicBezTo>
                  <a:cubicBezTo>
                    <a:pt x="22137" y="8712"/>
                    <a:pt x="21830" y="8523"/>
                    <a:pt x="21480" y="8450"/>
                  </a:cubicBezTo>
                  <a:cubicBezTo>
                    <a:pt x="21385" y="8428"/>
                    <a:pt x="21283" y="8413"/>
                    <a:pt x="21188" y="8413"/>
                  </a:cubicBezTo>
                  <a:lnTo>
                    <a:pt x="21144" y="8413"/>
                  </a:lnTo>
                  <a:cubicBezTo>
                    <a:pt x="21042" y="8413"/>
                    <a:pt x="20947" y="8421"/>
                    <a:pt x="20845" y="8435"/>
                  </a:cubicBezTo>
                  <a:cubicBezTo>
                    <a:pt x="20743" y="8450"/>
                    <a:pt x="20641" y="8479"/>
                    <a:pt x="20546" y="8515"/>
                  </a:cubicBezTo>
                  <a:cubicBezTo>
                    <a:pt x="20444" y="8559"/>
                    <a:pt x="20342" y="8610"/>
                    <a:pt x="20254" y="8676"/>
                  </a:cubicBezTo>
                  <a:cubicBezTo>
                    <a:pt x="20086" y="8815"/>
                    <a:pt x="19933" y="8968"/>
                    <a:pt x="19809" y="9143"/>
                  </a:cubicBezTo>
                  <a:cubicBezTo>
                    <a:pt x="19671" y="9333"/>
                    <a:pt x="19547" y="9522"/>
                    <a:pt x="19437" y="9727"/>
                  </a:cubicBezTo>
                  <a:cubicBezTo>
                    <a:pt x="19328" y="9916"/>
                    <a:pt x="19225" y="10106"/>
                    <a:pt x="19123" y="10303"/>
                  </a:cubicBezTo>
                  <a:cubicBezTo>
                    <a:pt x="19065" y="10420"/>
                    <a:pt x="18999" y="10544"/>
                    <a:pt x="18934" y="10660"/>
                  </a:cubicBezTo>
                  <a:cubicBezTo>
                    <a:pt x="18802" y="10923"/>
                    <a:pt x="18642" y="11179"/>
                    <a:pt x="18459" y="11419"/>
                  </a:cubicBezTo>
                  <a:cubicBezTo>
                    <a:pt x="18394" y="11500"/>
                    <a:pt x="18313" y="11580"/>
                    <a:pt x="18226" y="11645"/>
                  </a:cubicBezTo>
                  <a:cubicBezTo>
                    <a:pt x="18182" y="11667"/>
                    <a:pt x="18138" y="11689"/>
                    <a:pt x="18095" y="11711"/>
                  </a:cubicBezTo>
                  <a:cubicBezTo>
                    <a:pt x="18065" y="11718"/>
                    <a:pt x="18036" y="11726"/>
                    <a:pt x="18007" y="11733"/>
                  </a:cubicBezTo>
                  <a:cubicBezTo>
                    <a:pt x="17978" y="11733"/>
                    <a:pt x="17941" y="11733"/>
                    <a:pt x="17912" y="11726"/>
                  </a:cubicBezTo>
                  <a:cubicBezTo>
                    <a:pt x="17876" y="11718"/>
                    <a:pt x="17839" y="11711"/>
                    <a:pt x="17803" y="11697"/>
                  </a:cubicBezTo>
                  <a:cubicBezTo>
                    <a:pt x="17774" y="11675"/>
                    <a:pt x="17737" y="11660"/>
                    <a:pt x="17715" y="11638"/>
                  </a:cubicBezTo>
                  <a:cubicBezTo>
                    <a:pt x="17679" y="11602"/>
                    <a:pt x="17642" y="11565"/>
                    <a:pt x="17613" y="11529"/>
                  </a:cubicBezTo>
                  <a:cubicBezTo>
                    <a:pt x="17562" y="11441"/>
                    <a:pt x="17511" y="11346"/>
                    <a:pt x="17482" y="11251"/>
                  </a:cubicBezTo>
                  <a:cubicBezTo>
                    <a:pt x="17394" y="10989"/>
                    <a:pt x="17343" y="10712"/>
                    <a:pt x="17329" y="10442"/>
                  </a:cubicBezTo>
                  <a:lnTo>
                    <a:pt x="17329" y="10420"/>
                  </a:lnTo>
                  <a:cubicBezTo>
                    <a:pt x="17270" y="9690"/>
                    <a:pt x="17314" y="8939"/>
                    <a:pt x="17358" y="8224"/>
                  </a:cubicBezTo>
                  <a:cubicBezTo>
                    <a:pt x="17372" y="7946"/>
                    <a:pt x="17387" y="7662"/>
                    <a:pt x="17401" y="7385"/>
                  </a:cubicBezTo>
                  <a:cubicBezTo>
                    <a:pt x="17409" y="7217"/>
                    <a:pt x="17409" y="7012"/>
                    <a:pt x="17401" y="6808"/>
                  </a:cubicBezTo>
                  <a:cubicBezTo>
                    <a:pt x="17394" y="6721"/>
                    <a:pt x="17387" y="6626"/>
                    <a:pt x="17380" y="6531"/>
                  </a:cubicBezTo>
                  <a:cubicBezTo>
                    <a:pt x="17358" y="6429"/>
                    <a:pt x="17336" y="6327"/>
                    <a:pt x="17307" y="6217"/>
                  </a:cubicBezTo>
                  <a:cubicBezTo>
                    <a:pt x="17212" y="5867"/>
                    <a:pt x="17059" y="5531"/>
                    <a:pt x="16862" y="5218"/>
                  </a:cubicBezTo>
                  <a:cubicBezTo>
                    <a:pt x="16694" y="4948"/>
                    <a:pt x="16468" y="4714"/>
                    <a:pt x="16198" y="4546"/>
                  </a:cubicBezTo>
                  <a:cubicBezTo>
                    <a:pt x="16015" y="4444"/>
                    <a:pt x="15811" y="4379"/>
                    <a:pt x="15599" y="4364"/>
                  </a:cubicBezTo>
                  <a:lnTo>
                    <a:pt x="15534" y="4364"/>
                  </a:lnTo>
                  <a:cubicBezTo>
                    <a:pt x="15329" y="4371"/>
                    <a:pt x="15125" y="4422"/>
                    <a:pt x="14943" y="4517"/>
                  </a:cubicBezTo>
                  <a:cubicBezTo>
                    <a:pt x="14833" y="4576"/>
                    <a:pt x="14724" y="4641"/>
                    <a:pt x="14629" y="4722"/>
                  </a:cubicBezTo>
                  <a:cubicBezTo>
                    <a:pt x="14512" y="4809"/>
                    <a:pt x="14410" y="4911"/>
                    <a:pt x="14315" y="5021"/>
                  </a:cubicBezTo>
                  <a:cubicBezTo>
                    <a:pt x="14213" y="5145"/>
                    <a:pt x="14111" y="5276"/>
                    <a:pt x="14023" y="5400"/>
                  </a:cubicBezTo>
                  <a:cubicBezTo>
                    <a:pt x="13929" y="5524"/>
                    <a:pt x="13848" y="5634"/>
                    <a:pt x="13746" y="5758"/>
                  </a:cubicBezTo>
                  <a:cubicBezTo>
                    <a:pt x="13578" y="5962"/>
                    <a:pt x="13389" y="6152"/>
                    <a:pt x="13177" y="6305"/>
                  </a:cubicBezTo>
                  <a:cubicBezTo>
                    <a:pt x="13090" y="6363"/>
                    <a:pt x="13002" y="6414"/>
                    <a:pt x="12907" y="6451"/>
                  </a:cubicBezTo>
                  <a:cubicBezTo>
                    <a:pt x="12841" y="6473"/>
                    <a:pt x="12783" y="6487"/>
                    <a:pt x="12717" y="6494"/>
                  </a:cubicBezTo>
                  <a:lnTo>
                    <a:pt x="12681" y="6494"/>
                  </a:lnTo>
                  <a:cubicBezTo>
                    <a:pt x="12637" y="6494"/>
                    <a:pt x="12601" y="6494"/>
                    <a:pt x="12564" y="6487"/>
                  </a:cubicBezTo>
                  <a:cubicBezTo>
                    <a:pt x="12499" y="6473"/>
                    <a:pt x="12433" y="6451"/>
                    <a:pt x="12367" y="6429"/>
                  </a:cubicBezTo>
                  <a:cubicBezTo>
                    <a:pt x="12258" y="6370"/>
                    <a:pt x="12156" y="6305"/>
                    <a:pt x="12061" y="6232"/>
                  </a:cubicBezTo>
                  <a:cubicBezTo>
                    <a:pt x="11813" y="5998"/>
                    <a:pt x="11587" y="5736"/>
                    <a:pt x="11390" y="5451"/>
                  </a:cubicBezTo>
                  <a:cubicBezTo>
                    <a:pt x="11200" y="5174"/>
                    <a:pt x="11047" y="4926"/>
                    <a:pt x="10915" y="4700"/>
                  </a:cubicBezTo>
                  <a:cubicBezTo>
                    <a:pt x="10813" y="4517"/>
                    <a:pt x="10726" y="4335"/>
                    <a:pt x="10631" y="4152"/>
                  </a:cubicBezTo>
                  <a:lnTo>
                    <a:pt x="10623" y="4131"/>
                  </a:lnTo>
                  <a:lnTo>
                    <a:pt x="10507" y="3904"/>
                  </a:lnTo>
                  <a:cubicBezTo>
                    <a:pt x="10317" y="3518"/>
                    <a:pt x="10113" y="3124"/>
                    <a:pt x="9908" y="2744"/>
                  </a:cubicBezTo>
                  <a:cubicBezTo>
                    <a:pt x="9646" y="2248"/>
                    <a:pt x="9339" y="1774"/>
                    <a:pt x="9011" y="1322"/>
                  </a:cubicBezTo>
                  <a:cubicBezTo>
                    <a:pt x="8858" y="1117"/>
                    <a:pt x="8690" y="928"/>
                    <a:pt x="8515" y="752"/>
                  </a:cubicBezTo>
                  <a:cubicBezTo>
                    <a:pt x="8340" y="577"/>
                    <a:pt x="8143" y="424"/>
                    <a:pt x="7931" y="293"/>
                  </a:cubicBezTo>
                  <a:cubicBezTo>
                    <a:pt x="7742" y="176"/>
                    <a:pt x="7530" y="89"/>
                    <a:pt x="7311" y="45"/>
                  </a:cubicBezTo>
                  <a:cubicBezTo>
                    <a:pt x="7187" y="16"/>
                    <a:pt x="7063" y="1"/>
                    <a:pt x="6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8"/>
            <p:cNvSpPr/>
            <p:nvPr/>
          </p:nvSpPr>
          <p:spPr>
            <a:xfrm>
              <a:off x="4458798" y="3807124"/>
              <a:ext cx="732988" cy="916276"/>
            </a:xfrm>
            <a:custGeom>
              <a:avLst/>
              <a:gdLst/>
              <a:ahLst/>
              <a:cxnLst/>
              <a:rect l="l" t="t" r="r" b="b"/>
              <a:pathLst>
                <a:path w="22443" h="28055" extrusionOk="0">
                  <a:moveTo>
                    <a:pt x="6158" y="1"/>
                  </a:moveTo>
                  <a:lnTo>
                    <a:pt x="6158" y="1"/>
                  </a:lnTo>
                  <a:cubicBezTo>
                    <a:pt x="6063" y="37"/>
                    <a:pt x="5976" y="88"/>
                    <a:pt x="5888" y="139"/>
                  </a:cubicBezTo>
                  <a:cubicBezTo>
                    <a:pt x="5662" y="263"/>
                    <a:pt x="5458" y="417"/>
                    <a:pt x="5275" y="592"/>
                  </a:cubicBezTo>
                  <a:cubicBezTo>
                    <a:pt x="5078" y="774"/>
                    <a:pt x="4903" y="978"/>
                    <a:pt x="4750" y="1190"/>
                  </a:cubicBezTo>
                  <a:cubicBezTo>
                    <a:pt x="4597" y="1402"/>
                    <a:pt x="4458" y="1628"/>
                    <a:pt x="4334" y="1854"/>
                  </a:cubicBezTo>
                  <a:cubicBezTo>
                    <a:pt x="4071" y="2372"/>
                    <a:pt x="3852" y="2912"/>
                    <a:pt x="3699" y="3466"/>
                  </a:cubicBezTo>
                  <a:cubicBezTo>
                    <a:pt x="3531" y="4050"/>
                    <a:pt x="3400" y="4641"/>
                    <a:pt x="3312" y="5239"/>
                  </a:cubicBezTo>
                  <a:cubicBezTo>
                    <a:pt x="3225" y="5779"/>
                    <a:pt x="3159" y="6341"/>
                    <a:pt x="3123" y="6947"/>
                  </a:cubicBezTo>
                  <a:cubicBezTo>
                    <a:pt x="3086" y="7443"/>
                    <a:pt x="3072" y="7953"/>
                    <a:pt x="3072" y="8450"/>
                  </a:cubicBezTo>
                  <a:cubicBezTo>
                    <a:pt x="3072" y="8924"/>
                    <a:pt x="3108" y="9442"/>
                    <a:pt x="3167" y="10069"/>
                  </a:cubicBezTo>
                  <a:lnTo>
                    <a:pt x="3188" y="10325"/>
                  </a:lnTo>
                  <a:cubicBezTo>
                    <a:pt x="3210" y="10500"/>
                    <a:pt x="3225" y="10675"/>
                    <a:pt x="3240" y="10850"/>
                  </a:cubicBezTo>
                  <a:lnTo>
                    <a:pt x="3247" y="10821"/>
                  </a:lnTo>
                  <a:lnTo>
                    <a:pt x="3247" y="10821"/>
                  </a:lnTo>
                  <a:cubicBezTo>
                    <a:pt x="3276" y="11193"/>
                    <a:pt x="3276" y="11558"/>
                    <a:pt x="3232" y="11930"/>
                  </a:cubicBezTo>
                  <a:cubicBezTo>
                    <a:pt x="3210" y="12054"/>
                    <a:pt x="3174" y="12178"/>
                    <a:pt x="3123" y="12295"/>
                  </a:cubicBezTo>
                  <a:cubicBezTo>
                    <a:pt x="3079" y="12375"/>
                    <a:pt x="3028" y="12455"/>
                    <a:pt x="2970" y="12535"/>
                  </a:cubicBezTo>
                  <a:cubicBezTo>
                    <a:pt x="2897" y="12616"/>
                    <a:pt x="2809" y="12696"/>
                    <a:pt x="2714" y="12762"/>
                  </a:cubicBezTo>
                  <a:cubicBezTo>
                    <a:pt x="2554" y="12871"/>
                    <a:pt x="2371" y="12959"/>
                    <a:pt x="2189" y="13024"/>
                  </a:cubicBezTo>
                  <a:cubicBezTo>
                    <a:pt x="1890" y="13119"/>
                    <a:pt x="1591" y="13192"/>
                    <a:pt x="1284" y="13236"/>
                  </a:cubicBezTo>
                  <a:cubicBezTo>
                    <a:pt x="1233" y="13243"/>
                    <a:pt x="1189" y="13250"/>
                    <a:pt x="1138" y="13258"/>
                  </a:cubicBezTo>
                  <a:lnTo>
                    <a:pt x="1094" y="13265"/>
                  </a:lnTo>
                  <a:cubicBezTo>
                    <a:pt x="912" y="13287"/>
                    <a:pt x="730" y="13323"/>
                    <a:pt x="547" y="13374"/>
                  </a:cubicBezTo>
                  <a:cubicBezTo>
                    <a:pt x="489" y="13396"/>
                    <a:pt x="438" y="13418"/>
                    <a:pt x="379" y="13440"/>
                  </a:cubicBezTo>
                  <a:cubicBezTo>
                    <a:pt x="336" y="13469"/>
                    <a:pt x="292" y="13498"/>
                    <a:pt x="248" y="13528"/>
                  </a:cubicBezTo>
                  <a:cubicBezTo>
                    <a:pt x="153" y="13601"/>
                    <a:pt x="80" y="13710"/>
                    <a:pt x="37" y="13827"/>
                  </a:cubicBezTo>
                  <a:cubicBezTo>
                    <a:pt x="22" y="13871"/>
                    <a:pt x="15" y="13922"/>
                    <a:pt x="7" y="13973"/>
                  </a:cubicBezTo>
                  <a:lnTo>
                    <a:pt x="7" y="14002"/>
                  </a:lnTo>
                  <a:cubicBezTo>
                    <a:pt x="0" y="14053"/>
                    <a:pt x="0" y="14104"/>
                    <a:pt x="7" y="14155"/>
                  </a:cubicBezTo>
                  <a:cubicBezTo>
                    <a:pt x="37" y="14644"/>
                    <a:pt x="234" y="15096"/>
                    <a:pt x="569" y="15454"/>
                  </a:cubicBezTo>
                  <a:cubicBezTo>
                    <a:pt x="795" y="15709"/>
                    <a:pt x="1051" y="15935"/>
                    <a:pt x="1335" y="16132"/>
                  </a:cubicBezTo>
                  <a:cubicBezTo>
                    <a:pt x="1853" y="16504"/>
                    <a:pt x="2415" y="16818"/>
                    <a:pt x="3006" y="17074"/>
                  </a:cubicBezTo>
                  <a:cubicBezTo>
                    <a:pt x="3188" y="17154"/>
                    <a:pt x="3378" y="17219"/>
                    <a:pt x="3546" y="17278"/>
                  </a:cubicBezTo>
                  <a:cubicBezTo>
                    <a:pt x="3714" y="17336"/>
                    <a:pt x="3882" y="17395"/>
                    <a:pt x="4049" y="17453"/>
                  </a:cubicBezTo>
                  <a:lnTo>
                    <a:pt x="4283" y="17526"/>
                  </a:lnTo>
                  <a:cubicBezTo>
                    <a:pt x="4779" y="17694"/>
                    <a:pt x="5348" y="17883"/>
                    <a:pt x="5873" y="18124"/>
                  </a:cubicBezTo>
                  <a:cubicBezTo>
                    <a:pt x="6070" y="18204"/>
                    <a:pt x="6253" y="18314"/>
                    <a:pt x="6428" y="18445"/>
                  </a:cubicBezTo>
                  <a:lnTo>
                    <a:pt x="6443" y="18460"/>
                  </a:lnTo>
                  <a:cubicBezTo>
                    <a:pt x="6450" y="18467"/>
                    <a:pt x="6457" y="18474"/>
                    <a:pt x="6464" y="18482"/>
                  </a:cubicBezTo>
                  <a:cubicBezTo>
                    <a:pt x="6406" y="18504"/>
                    <a:pt x="6340" y="18533"/>
                    <a:pt x="6260" y="18569"/>
                  </a:cubicBezTo>
                  <a:cubicBezTo>
                    <a:pt x="6012" y="18649"/>
                    <a:pt x="5757" y="18708"/>
                    <a:pt x="5501" y="18744"/>
                  </a:cubicBezTo>
                  <a:cubicBezTo>
                    <a:pt x="5297" y="18781"/>
                    <a:pt x="5078" y="18810"/>
                    <a:pt x="4815" y="18832"/>
                  </a:cubicBezTo>
                  <a:lnTo>
                    <a:pt x="4582" y="18846"/>
                  </a:lnTo>
                  <a:cubicBezTo>
                    <a:pt x="4188" y="18876"/>
                    <a:pt x="3787" y="18919"/>
                    <a:pt x="3400" y="18992"/>
                  </a:cubicBezTo>
                  <a:cubicBezTo>
                    <a:pt x="3188" y="19029"/>
                    <a:pt x="2984" y="19095"/>
                    <a:pt x="2787" y="19182"/>
                  </a:cubicBezTo>
                  <a:cubicBezTo>
                    <a:pt x="2612" y="19262"/>
                    <a:pt x="2466" y="19394"/>
                    <a:pt x="2364" y="19554"/>
                  </a:cubicBezTo>
                  <a:cubicBezTo>
                    <a:pt x="2284" y="19707"/>
                    <a:pt x="2247" y="19875"/>
                    <a:pt x="2276" y="20043"/>
                  </a:cubicBezTo>
                  <a:lnTo>
                    <a:pt x="2276" y="20087"/>
                  </a:lnTo>
                  <a:cubicBezTo>
                    <a:pt x="2276" y="20225"/>
                    <a:pt x="2313" y="20357"/>
                    <a:pt x="2379" y="20481"/>
                  </a:cubicBezTo>
                  <a:cubicBezTo>
                    <a:pt x="2452" y="20619"/>
                    <a:pt x="2539" y="20751"/>
                    <a:pt x="2641" y="20867"/>
                  </a:cubicBezTo>
                  <a:cubicBezTo>
                    <a:pt x="2860" y="21123"/>
                    <a:pt x="3108" y="21356"/>
                    <a:pt x="3371" y="21561"/>
                  </a:cubicBezTo>
                  <a:cubicBezTo>
                    <a:pt x="3458" y="21634"/>
                    <a:pt x="3568" y="21714"/>
                    <a:pt x="3699" y="21809"/>
                  </a:cubicBezTo>
                  <a:cubicBezTo>
                    <a:pt x="3801" y="21882"/>
                    <a:pt x="3903" y="21947"/>
                    <a:pt x="4013" y="22013"/>
                  </a:cubicBezTo>
                  <a:cubicBezTo>
                    <a:pt x="4494" y="22312"/>
                    <a:pt x="4969" y="22604"/>
                    <a:pt x="5436" y="22874"/>
                  </a:cubicBezTo>
                  <a:cubicBezTo>
                    <a:pt x="6019" y="23209"/>
                    <a:pt x="6501" y="23472"/>
                    <a:pt x="6939" y="23691"/>
                  </a:cubicBezTo>
                  <a:cubicBezTo>
                    <a:pt x="7187" y="23822"/>
                    <a:pt x="7435" y="23946"/>
                    <a:pt x="7690" y="24063"/>
                  </a:cubicBezTo>
                  <a:cubicBezTo>
                    <a:pt x="7887" y="24158"/>
                    <a:pt x="8084" y="24246"/>
                    <a:pt x="8281" y="24340"/>
                  </a:cubicBezTo>
                  <a:cubicBezTo>
                    <a:pt x="8201" y="24355"/>
                    <a:pt x="8128" y="24370"/>
                    <a:pt x="8048" y="24384"/>
                  </a:cubicBezTo>
                  <a:lnTo>
                    <a:pt x="7975" y="24406"/>
                  </a:lnTo>
                  <a:cubicBezTo>
                    <a:pt x="7894" y="24421"/>
                    <a:pt x="7821" y="24435"/>
                    <a:pt x="7749" y="24457"/>
                  </a:cubicBezTo>
                  <a:cubicBezTo>
                    <a:pt x="7522" y="24515"/>
                    <a:pt x="7289" y="24588"/>
                    <a:pt x="7121" y="24749"/>
                  </a:cubicBezTo>
                  <a:cubicBezTo>
                    <a:pt x="7041" y="24844"/>
                    <a:pt x="6975" y="24946"/>
                    <a:pt x="6939" y="25063"/>
                  </a:cubicBezTo>
                  <a:cubicBezTo>
                    <a:pt x="6895" y="25172"/>
                    <a:pt x="6873" y="25289"/>
                    <a:pt x="6880" y="25413"/>
                  </a:cubicBezTo>
                  <a:cubicBezTo>
                    <a:pt x="6895" y="25639"/>
                    <a:pt x="6990" y="25858"/>
                    <a:pt x="7143" y="26026"/>
                  </a:cubicBezTo>
                  <a:cubicBezTo>
                    <a:pt x="7223" y="26113"/>
                    <a:pt x="7303" y="26194"/>
                    <a:pt x="7398" y="26267"/>
                  </a:cubicBezTo>
                  <a:cubicBezTo>
                    <a:pt x="7500" y="26347"/>
                    <a:pt x="7610" y="26420"/>
                    <a:pt x="7719" y="26485"/>
                  </a:cubicBezTo>
                  <a:cubicBezTo>
                    <a:pt x="7953" y="26617"/>
                    <a:pt x="8194" y="26733"/>
                    <a:pt x="8442" y="26836"/>
                  </a:cubicBezTo>
                  <a:cubicBezTo>
                    <a:pt x="8909" y="27011"/>
                    <a:pt x="9376" y="27164"/>
                    <a:pt x="9857" y="27288"/>
                  </a:cubicBezTo>
                  <a:cubicBezTo>
                    <a:pt x="11302" y="27667"/>
                    <a:pt x="12775" y="27901"/>
                    <a:pt x="14264" y="27996"/>
                  </a:cubicBezTo>
                  <a:cubicBezTo>
                    <a:pt x="14862" y="28032"/>
                    <a:pt x="15439" y="28054"/>
                    <a:pt x="15993" y="28054"/>
                  </a:cubicBezTo>
                  <a:cubicBezTo>
                    <a:pt x="16041" y="28054"/>
                    <a:pt x="16090" y="28055"/>
                    <a:pt x="16138" y="28055"/>
                  </a:cubicBezTo>
                  <a:cubicBezTo>
                    <a:pt x="17053" y="28055"/>
                    <a:pt x="17974" y="27989"/>
                    <a:pt x="18882" y="27864"/>
                  </a:cubicBezTo>
                  <a:cubicBezTo>
                    <a:pt x="19429" y="27784"/>
                    <a:pt x="19977" y="27675"/>
                    <a:pt x="20509" y="27536"/>
                  </a:cubicBezTo>
                  <a:cubicBezTo>
                    <a:pt x="20874" y="27529"/>
                    <a:pt x="21232" y="27478"/>
                    <a:pt x="21582" y="27383"/>
                  </a:cubicBezTo>
                  <a:cubicBezTo>
                    <a:pt x="21874" y="27310"/>
                    <a:pt x="22158" y="27215"/>
                    <a:pt x="22443" y="27098"/>
                  </a:cubicBezTo>
                  <a:cubicBezTo>
                    <a:pt x="21881" y="26726"/>
                    <a:pt x="21341" y="26347"/>
                    <a:pt x="20808" y="25960"/>
                  </a:cubicBezTo>
                  <a:cubicBezTo>
                    <a:pt x="19437" y="24961"/>
                    <a:pt x="18138" y="23866"/>
                    <a:pt x="16934" y="22677"/>
                  </a:cubicBezTo>
                  <a:cubicBezTo>
                    <a:pt x="16635" y="22370"/>
                    <a:pt x="16336" y="22064"/>
                    <a:pt x="16051" y="21743"/>
                  </a:cubicBezTo>
                  <a:cubicBezTo>
                    <a:pt x="15760" y="21429"/>
                    <a:pt x="15460" y="21101"/>
                    <a:pt x="15176" y="20773"/>
                  </a:cubicBezTo>
                  <a:cubicBezTo>
                    <a:pt x="14600" y="20116"/>
                    <a:pt x="14038" y="19445"/>
                    <a:pt x="13498" y="18766"/>
                  </a:cubicBezTo>
                  <a:cubicBezTo>
                    <a:pt x="12418" y="17402"/>
                    <a:pt x="11418" y="15965"/>
                    <a:pt x="10514" y="14476"/>
                  </a:cubicBezTo>
                  <a:cubicBezTo>
                    <a:pt x="9631" y="13032"/>
                    <a:pt x="8850" y="11521"/>
                    <a:pt x="8186" y="9960"/>
                  </a:cubicBezTo>
                  <a:cubicBezTo>
                    <a:pt x="7858" y="9172"/>
                    <a:pt x="7559" y="8377"/>
                    <a:pt x="7296" y="7559"/>
                  </a:cubicBezTo>
                  <a:cubicBezTo>
                    <a:pt x="7041" y="6750"/>
                    <a:pt x="6822" y="5932"/>
                    <a:pt x="6647" y="5101"/>
                  </a:cubicBezTo>
                  <a:cubicBezTo>
                    <a:pt x="6457" y="4225"/>
                    <a:pt x="6318" y="3342"/>
                    <a:pt x="6231" y="2452"/>
                  </a:cubicBezTo>
                  <a:cubicBezTo>
                    <a:pt x="6187" y="2015"/>
                    <a:pt x="6158" y="1569"/>
                    <a:pt x="6151" y="1132"/>
                  </a:cubicBezTo>
                  <a:cubicBezTo>
                    <a:pt x="6136" y="752"/>
                    <a:pt x="6143" y="373"/>
                    <a:pt x="6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8"/>
            <p:cNvSpPr/>
            <p:nvPr/>
          </p:nvSpPr>
          <p:spPr>
            <a:xfrm>
              <a:off x="4531465" y="3870515"/>
              <a:ext cx="804971" cy="918105"/>
            </a:xfrm>
            <a:custGeom>
              <a:avLst/>
              <a:gdLst/>
              <a:ahLst/>
              <a:cxnLst/>
              <a:rect l="l" t="t" r="r" b="b"/>
              <a:pathLst>
                <a:path w="24647" h="28111" extrusionOk="0">
                  <a:moveTo>
                    <a:pt x="3948" y="1"/>
                  </a:moveTo>
                  <a:cubicBezTo>
                    <a:pt x="3918" y="1"/>
                    <a:pt x="3896" y="22"/>
                    <a:pt x="3896" y="52"/>
                  </a:cubicBezTo>
                  <a:cubicBezTo>
                    <a:pt x="3940" y="708"/>
                    <a:pt x="4006" y="1358"/>
                    <a:pt x="4108" y="2007"/>
                  </a:cubicBezTo>
                  <a:cubicBezTo>
                    <a:pt x="4203" y="2656"/>
                    <a:pt x="4334" y="3320"/>
                    <a:pt x="4495" y="3970"/>
                  </a:cubicBezTo>
                  <a:cubicBezTo>
                    <a:pt x="4663" y="4648"/>
                    <a:pt x="4860" y="5319"/>
                    <a:pt x="5078" y="5983"/>
                  </a:cubicBezTo>
                  <a:lnTo>
                    <a:pt x="5078" y="5991"/>
                  </a:lnTo>
                  <a:cubicBezTo>
                    <a:pt x="4984" y="5991"/>
                    <a:pt x="4881" y="5983"/>
                    <a:pt x="4787" y="5976"/>
                  </a:cubicBezTo>
                  <a:cubicBezTo>
                    <a:pt x="4356" y="5918"/>
                    <a:pt x="3933" y="5808"/>
                    <a:pt x="3532" y="5648"/>
                  </a:cubicBezTo>
                  <a:cubicBezTo>
                    <a:pt x="3028" y="5451"/>
                    <a:pt x="2554" y="5195"/>
                    <a:pt x="2116" y="4874"/>
                  </a:cubicBezTo>
                  <a:lnTo>
                    <a:pt x="2116" y="4874"/>
                  </a:lnTo>
                  <a:lnTo>
                    <a:pt x="2131" y="4882"/>
                  </a:lnTo>
                  <a:cubicBezTo>
                    <a:pt x="2000" y="4794"/>
                    <a:pt x="1883" y="4692"/>
                    <a:pt x="1766" y="4582"/>
                  </a:cubicBezTo>
                  <a:cubicBezTo>
                    <a:pt x="1751" y="4575"/>
                    <a:pt x="1744" y="4568"/>
                    <a:pt x="1730" y="4568"/>
                  </a:cubicBezTo>
                  <a:cubicBezTo>
                    <a:pt x="1715" y="4568"/>
                    <a:pt x="1700" y="4575"/>
                    <a:pt x="1693" y="4582"/>
                  </a:cubicBezTo>
                  <a:cubicBezTo>
                    <a:pt x="1678" y="4604"/>
                    <a:pt x="1678" y="4634"/>
                    <a:pt x="1693" y="4655"/>
                  </a:cubicBezTo>
                  <a:cubicBezTo>
                    <a:pt x="1927" y="4860"/>
                    <a:pt x="2175" y="5057"/>
                    <a:pt x="2430" y="5225"/>
                  </a:cubicBezTo>
                  <a:cubicBezTo>
                    <a:pt x="2715" y="5414"/>
                    <a:pt x="3014" y="5582"/>
                    <a:pt x="3327" y="5728"/>
                  </a:cubicBezTo>
                  <a:cubicBezTo>
                    <a:pt x="3634" y="5874"/>
                    <a:pt x="3955" y="5991"/>
                    <a:pt x="4276" y="6085"/>
                  </a:cubicBezTo>
                  <a:cubicBezTo>
                    <a:pt x="4429" y="6129"/>
                    <a:pt x="4582" y="6158"/>
                    <a:pt x="4736" y="6188"/>
                  </a:cubicBezTo>
                  <a:cubicBezTo>
                    <a:pt x="4881" y="6209"/>
                    <a:pt x="5020" y="6224"/>
                    <a:pt x="5166" y="6231"/>
                  </a:cubicBezTo>
                  <a:cubicBezTo>
                    <a:pt x="5356" y="6786"/>
                    <a:pt x="5560" y="7340"/>
                    <a:pt x="5779" y="7880"/>
                  </a:cubicBezTo>
                  <a:cubicBezTo>
                    <a:pt x="6326" y="9201"/>
                    <a:pt x="6954" y="10492"/>
                    <a:pt x="7661" y="11733"/>
                  </a:cubicBezTo>
                  <a:cubicBezTo>
                    <a:pt x="8077" y="12469"/>
                    <a:pt x="8522" y="13192"/>
                    <a:pt x="8982" y="13899"/>
                  </a:cubicBezTo>
                  <a:lnTo>
                    <a:pt x="8836" y="13936"/>
                  </a:lnTo>
                  <a:cubicBezTo>
                    <a:pt x="8697" y="13972"/>
                    <a:pt x="8559" y="14009"/>
                    <a:pt x="8413" y="14038"/>
                  </a:cubicBezTo>
                  <a:cubicBezTo>
                    <a:pt x="8150" y="14104"/>
                    <a:pt x="7880" y="14155"/>
                    <a:pt x="7610" y="14199"/>
                  </a:cubicBezTo>
                  <a:cubicBezTo>
                    <a:pt x="7406" y="14228"/>
                    <a:pt x="7202" y="14250"/>
                    <a:pt x="6997" y="14264"/>
                  </a:cubicBezTo>
                  <a:cubicBezTo>
                    <a:pt x="6786" y="14286"/>
                    <a:pt x="6567" y="14293"/>
                    <a:pt x="6355" y="14293"/>
                  </a:cubicBezTo>
                  <a:cubicBezTo>
                    <a:pt x="5910" y="14293"/>
                    <a:pt x="5472" y="14272"/>
                    <a:pt x="5027" y="14213"/>
                  </a:cubicBezTo>
                  <a:lnTo>
                    <a:pt x="5057" y="14213"/>
                  </a:lnTo>
                  <a:cubicBezTo>
                    <a:pt x="3948" y="14089"/>
                    <a:pt x="2853" y="13819"/>
                    <a:pt x="1810" y="13411"/>
                  </a:cubicBezTo>
                  <a:cubicBezTo>
                    <a:pt x="1212" y="13177"/>
                    <a:pt x="628" y="12893"/>
                    <a:pt x="81" y="12542"/>
                  </a:cubicBezTo>
                  <a:lnTo>
                    <a:pt x="59" y="12542"/>
                  </a:lnTo>
                  <a:cubicBezTo>
                    <a:pt x="37" y="12542"/>
                    <a:pt x="22" y="12550"/>
                    <a:pt x="15" y="12564"/>
                  </a:cubicBezTo>
                  <a:cubicBezTo>
                    <a:pt x="0" y="12586"/>
                    <a:pt x="8" y="12615"/>
                    <a:pt x="37" y="12630"/>
                  </a:cubicBezTo>
                  <a:cubicBezTo>
                    <a:pt x="409" y="12871"/>
                    <a:pt x="788" y="13082"/>
                    <a:pt x="1190" y="13272"/>
                  </a:cubicBezTo>
                  <a:cubicBezTo>
                    <a:pt x="1613" y="13476"/>
                    <a:pt x="2051" y="13659"/>
                    <a:pt x="2496" y="13812"/>
                  </a:cubicBezTo>
                  <a:cubicBezTo>
                    <a:pt x="2963" y="13980"/>
                    <a:pt x="3437" y="14111"/>
                    <a:pt x="3918" y="14228"/>
                  </a:cubicBezTo>
                  <a:cubicBezTo>
                    <a:pt x="4400" y="14345"/>
                    <a:pt x="4889" y="14432"/>
                    <a:pt x="5385" y="14490"/>
                  </a:cubicBezTo>
                  <a:cubicBezTo>
                    <a:pt x="5886" y="14550"/>
                    <a:pt x="6386" y="14582"/>
                    <a:pt x="6887" y="14582"/>
                  </a:cubicBezTo>
                  <a:cubicBezTo>
                    <a:pt x="7058" y="14582"/>
                    <a:pt x="7228" y="14578"/>
                    <a:pt x="7399" y="14571"/>
                  </a:cubicBezTo>
                  <a:cubicBezTo>
                    <a:pt x="7734" y="14556"/>
                    <a:pt x="8070" y="14520"/>
                    <a:pt x="8398" y="14461"/>
                  </a:cubicBezTo>
                  <a:cubicBezTo>
                    <a:pt x="8551" y="14432"/>
                    <a:pt x="8705" y="14403"/>
                    <a:pt x="8851" y="14359"/>
                  </a:cubicBezTo>
                  <a:cubicBezTo>
                    <a:pt x="8975" y="14323"/>
                    <a:pt x="9099" y="14279"/>
                    <a:pt x="9215" y="14228"/>
                  </a:cubicBezTo>
                  <a:cubicBezTo>
                    <a:pt x="9493" y="14629"/>
                    <a:pt x="9763" y="15030"/>
                    <a:pt x="10047" y="15424"/>
                  </a:cubicBezTo>
                  <a:cubicBezTo>
                    <a:pt x="10981" y="16723"/>
                    <a:pt x="11988" y="17978"/>
                    <a:pt x="13060" y="19167"/>
                  </a:cubicBezTo>
                  <a:lnTo>
                    <a:pt x="13002" y="19182"/>
                  </a:lnTo>
                  <a:cubicBezTo>
                    <a:pt x="12863" y="19226"/>
                    <a:pt x="12732" y="19262"/>
                    <a:pt x="12586" y="19299"/>
                  </a:cubicBezTo>
                  <a:cubicBezTo>
                    <a:pt x="12316" y="19372"/>
                    <a:pt x="12032" y="19437"/>
                    <a:pt x="11754" y="19503"/>
                  </a:cubicBezTo>
                  <a:cubicBezTo>
                    <a:pt x="10853" y="19686"/>
                    <a:pt x="9937" y="19773"/>
                    <a:pt x="9018" y="19773"/>
                  </a:cubicBezTo>
                  <a:cubicBezTo>
                    <a:pt x="8800" y="19773"/>
                    <a:pt x="8581" y="19768"/>
                    <a:pt x="8362" y="19758"/>
                  </a:cubicBezTo>
                  <a:lnTo>
                    <a:pt x="8420" y="19758"/>
                  </a:lnTo>
                  <a:lnTo>
                    <a:pt x="8216" y="19744"/>
                  </a:lnTo>
                  <a:cubicBezTo>
                    <a:pt x="7851" y="19729"/>
                    <a:pt x="7493" y="19700"/>
                    <a:pt x="7136" y="19656"/>
                  </a:cubicBezTo>
                  <a:cubicBezTo>
                    <a:pt x="6764" y="19612"/>
                    <a:pt x="6392" y="19554"/>
                    <a:pt x="6027" y="19496"/>
                  </a:cubicBezTo>
                  <a:cubicBezTo>
                    <a:pt x="5655" y="19437"/>
                    <a:pt x="5297" y="19357"/>
                    <a:pt x="4933" y="19269"/>
                  </a:cubicBezTo>
                  <a:cubicBezTo>
                    <a:pt x="4568" y="19189"/>
                    <a:pt x="4225" y="19087"/>
                    <a:pt x="3882" y="18985"/>
                  </a:cubicBezTo>
                  <a:lnTo>
                    <a:pt x="3896" y="18985"/>
                  </a:lnTo>
                  <a:cubicBezTo>
                    <a:pt x="3203" y="18766"/>
                    <a:pt x="2518" y="18496"/>
                    <a:pt x="1861" y="18182"/>
                  </a:cubicBezTo>
                  <a:lnTo>
                    <a:pt x="1839" y="18182"/>
                  </a:lnTo>
                  <a:cubicBezTo>
                    <a:pt x="1788" y="18182"/>
                    <a:pt x="1781" y="18248"/>
                    <a:pt x="1817" y="18270"/>
                  </a:cubicBezTo>
                  <a:cubicBezTo>
                    <a:pt x="2248" y="18474"/>
                    <a:pt x="2678" y="18671"/>
                    <a:pt x="3116" y="18846"/>
                  </a:cubicBezTo>
                  <a:cubicBezTo>
                    <a:pt x="3583" y="19029"/>
                    <a:pt x="4050" y="19189"/>
                    <a:pt x="4524" y="19342"/>
                  </a:cubicBezTo>
                  <a:cubicBezTo>
                    <a:pt x="4765" y="19415"/>
                    <a:pt x="5013" y="19496"/>
                    <a:pt x="5254" y="19561"/>
                  </a:cubicBezTo>
                  <a:cubicBezTo>
                    <a:pt x="5502" y="19634"/>
                    <a:pt x="5757" y="19700"/>
                    <a:pt x="6005" y="19766"/>
                  </a:cubicBezTo>
                  <a:cubicBezTo>
                    <a:pt x="6253" y="19824"/>
                    <a:pt x="6508" y="19882"/>
                    <a:pt x="6771" y="19933"/>
                  </a:cubicBezTo>
                  <a:cubicBezTo>
                    <a:pt x="7026" y="19977"/>
                    <a:pt x="7282" y="20028"/>
                    <a:pt x="7537" y="20065"/>
                  </a:cubicBezTo>
                  <a:cubicBezTo>
                    <a:pt x="8048" y="20145"/>
                    <a:pt x="8566" y="20203"/>
                    <a:pt x="9084" y="20225"/>
                  </a:cubicBezTo>
                  <a:cubicBezTo>
                    <a:pt x="9343" y="20240"/>
                    <a:pt x="9604" y="20247"/>
                    <a:pt x="9865" y="20247"/>
                  </a:cubicBezTo>
                  <a:cubicBezTo>
                    <a:pt x="10125" y="20247"/>
                    <a:pt x="10386" y="20240"/>
                    <a:pt x="10645" y="20225"/>
                  </a:cubicBezTo>
                  <a:cubicBezTo>
                    <a:pt x="11141" y="20196"/>
                    <a:pt x="11638" y="20130"/>
                    <a:pt x="12119" y="20043"/>
                  </a:cubicBezTo>
                  <a:cubicBezTo>
                    <a:pt x="12375" y="19992"/>
                    <a:pt x="12630" y="19926"/>
                    <a:pt x="12878" y="19846"/>
                  </a:cubicBezTo>
                  <a:cubicBezTo>
                    <a:pt x="12987" y="19809"/>
                    <a:pt x="13090" y="19773"/>
                    <a:pt x="13199" y="19729"/>
                  </a:cubicBezTo>
                  <a:cubicBezTo>
                    <a:pt x="13294" y="19693"/>
                    <a:pt x="13374" y="19656"/>
                    <a:pt x="13462" y="19612"/>
                  </a:cubicBezTo>
                  <a:cubicBezTo>
                    <a:pt x="14235" y="20451"/>
                    <a:pt x="15045" y="21268"/>
                    <a:pt x="15877" y="22049"/>
                  </a:cubicBezTo>
                  <a:cubicBezTo>
                    <a:pt x="16409" y="22545"/>
                    <a:pt x="16956" y="23034"/>
                    <a:pt x="17511" y="23508"/>
                  </a:cubicBezTo>
                  <a:cubicBezTo>
                    <a:pt x="17540" y="23559"/>
                    <a:pt x="17591" y="23596"/>
                    <a:pt x="17642" y="23618"/>
                  </a:cubicBezTo>
                  <a:cubicBezTo>
                    <a:pt x="18131" y="24026"/>
                    <a:pt x="18627" y="24428"/>
                    <a:pt x="19131" y="24814"/>
                  </a:cubicBezTo>
                  <a:cubicBezTo>
                    <a:pt x="20203" y="25639"/>
                    <a:pt x="21319" y="26405"/>
                    <a:pt x="22472" y="27098"/>
                  </a:cubicBezTo>
                  <a:cubicBezTo>
                    <a:pt x="22771" y="27280"/>
                    <a:pt x="23071" y="27456"/>
                    <a:pt x="23377" y="27623"/>
                  </a:cubicBezTo>
                  <a:cubicBezTo>
                    <a:pt x="23661" y="27784"/>
                    <a:pt x="23953" y="27937"/>
                    <a:pt x="24245" y="28090"/>
                  </a:cubicBezTo>
                  <a:cubicBezTo>
                    <a:pt x="24281" y="28104"/>
                    <a:pt x="24318" y="28110"/>
                    <a:pt x="24354" y="28110"/>
                  </a:cubicBezTo>
                  <a:cubicBezTo>
                    <a:pt x="24471" y="28110"/>
                    <a:pt x="24580" y="28041"/>
                    <a:pt x="24625" y="27930"/>
                  </a:cubicBezTo>
                  <a:cubicBezTo>
                    <a:pt x="24646" y="27864"/>
                    <a:pt x="24639" y="27784"/>
                    <a:pt x="24610" y="27718"/>
                  </a:cubicBezTo>
                  <a:cubicBezTo>
                    <a:pt x="24581" y="27653"/>
                    <a:pt x="24522" y="27594"/>
                    <a:pt x="24457" y="27565"/>
                  </a:cubicBezTo>
                  <a:cubicBezTo>
                    <a:pt x="24114" y="27390"/>
                    <a:pt x="23786" y="27200"/>
                    <a:pt x="23457" y="27018"/>
                  </a:cubicBezTo>
                  <a:cubicBezTo>
                    <a:pt x="21633" y="25960"/>
                    <a:pt x="19897" y="24763"/>
                    <a:pt x="18262" y="23435"/>
                  </a:cubicBezTo>
                  <a:cubicBezTo>
                    <a:pt x="18328" y="23399"/>
                    <a:pt x="18386" y="23370"/>
                    <a:pt x="18445" y="23333"/>
                  </a:cubicBezTo>
                  <a:cubicBezTo>
                    <a:pt x="18656" y="23209"/>
                    <a:pt x="18861" y="23078"/>
                    <a:pt x="19065" y="22932"/>
                  </a:cubicBezTo>
                  <a:cubicBezTo>
                    <a:pt x="19444" y="22655"/>
                    <a:pt x="19809" y="22348"/>
                    <a:pt x="20152" y="22013"/>
                  </a:cubicBezTo>
                  <a:cubicBezTo>
                    <a:pt x="20874" y="21312"/>
                    <a:pt x="21524" y="20546"/>
                    <a:pt x="22086" y="19714"/>
                  </a:cubicBezTo>
                  <a:cubicBezTo>
                    <a:pt x="22348" y="19335"/>
                    <a:pt x="22596" y="18941"/>
                    <a:pt x="22815" y="18540"/>
                  </a:cubicBezTo>
                  <a:cubicBezTo>
                    <a:pt x="22925" y="18335"/>
                    <a:pt x="23027" y="18138"/>
                    <a:pt x="23129" y="17934"/>
                  </a:cubicBezTo>
                  <a:cubicBezTo>
                    <a:pt x="23231" y="17730"/>
                    <a:pt x="23333" y="17511"/>
                    <a:pt x="23428" y="17292"/>
                  </a:cubicBezTo>
                  <a:cubicBezTo>
                    <a:pt x="23778" y="16519"/>
                    <a:pt x="24041" y="15709"/>
                    <a:pt x="24223" y="14877"/>
                  </a:cubicBezTo>
                  <a:cubicBezTo>
                    <a:pt x="24231" y="14841"/>
                    <a:pt x="24201" y="14812"/>
                    <a:pt x="24172" y="14804"/>
                  </a:cubicBezTo>
                  <a:lnTo>
                    <a:pt x="24165" y="14804"/>
                  </a:lnTo>
                  <a:cubicBezTo>
                    <a:pt x="24128" y="14812"/>
                    <a:pt x="24107" y="14833"/>
                    <a:pt x="24099" y="14863"/>
                  </a:cubicBezTo>
                  <a:cubicBezTo>
                    <a:pt x="24085" y="14950"/>
                    <a:pt x="24063" y="15045"/>
                    <a:pt x="24034" y="15140"/>
                  </a:cubicBezTo>
                  <a:lnTo>
                    <a:pt x="24034" y="15125"/>
                  </a:lnTo>
                  <a:cubicBezTo>
                    <a:pt x="23778" y="16088"/>
                    <a:pt x="23399" y="17015"/>
                    <a:pt x="22903" y="17883"/>
                  </a:cubicBezTo>
                  <a:cubicBezTo>
                    <a:pt x="22757" y="18138"/>
                    <a:pt x="22604" y="18387"/>
                    <a:pt x="22443" y="18635"/>
                  </a:cubicBezTo>
                  <a:cubicBezTo>
                    <a:pt x="22275" y="18897"/>
                    <a:pt x="22100" y="19153"/>
                    <a:pt x="21918" y="19401"/>
                  </a:cubicBezTo>
                  <a:cubicBezTo>
                    <a:pt x="21728" y="19656"/>
                    <a:pt x="21553" y="19882"/>
                    <a:pt x="21356" y="20108"/>
                  </a:cubicBezTo>
                  <a:cubicBezTo>
                    <a:pt x="21152" y="20342"/>
                    <a:pt x="20947" y="20583"/>
                    <a:pt x="20728" y="20802"/>
                  </a:cubicBezTo>
                  <a:cubicBezTo>
                    <a:pt x="20057" y="21495"/>
                    <a:pt x="19306" y="22093"/>
                    <a:pt x="18489" y="22604"/>
                  </a:cubicBezTo>
                  <a:cubicBezTo>
                    <a:pt x="18357" y="22677"/>
                    <a:pt x="18226" y="22757"/>
                    <a:pt x="18095" y="22830"/>
                  </a:cubicBezTo>
                  <a:cubicBezTo>
                    <a:pt x="17985" y="22896"/>
                    <a:pt x="17868" y="22954"/>
                    <a:pt x="17759" y="23020"/>
                  </a:cubicBezTo>
                  <a:cubicBezTo>
                    <a:pt x="17453" y="22764"/>
                    <a:pt x="17146" y="22509"/>
                    <a:pt x="16847" y="22246"/>
                  </a:cubicBezTo>
                  <a:cubicBezTo>
                    <a:pt x="16205" y="21684"/>
                    <a:pt x="15592" y="21108"/>
                    <a:pt x="14986" y="20510"/>
                  </a:cubicBezTo>
                  <a:lnTo>
                    <a:pt x="14979" y="20502"/>
                  </a:lnTo>
                  <a:cubicBezTo>
                    <a:pt x="14585" y="20116"/>
                    <a:pt x="14206" y="19729"/>
                    <a:pt x="13826" y="19328"/>
                  </a:cubicBezTo>
                  <a:lnTo>
                    <a:pt x="13863" y="19306"/>
                  </a:lnTo>
                  <a:cubicBezTo>
                    <a:pt x="13950" y="19240"/>
                    <a:pt x="14045" y="19167"/>
                    <a:pt x="14126" y="19102"/>
                  </a:cubicBezTo>
                  <a:cubicBezTo>
                    <a:pt x="14293" y="18963"/>
                    <a:pt x="14454" y="18817"/>
                    <a:pt x="14607" y="18664"/>
                  </a:cubicBezTo>
                  <a:cubicBezTo>
                    <a:pt x="14921" y="18343"/>
                    <a:pt x="15213" y="18000"/>
                    <a:pt x="15483" y="17635"/>
                  </a:cubicBezTo>
                  <a:cubicBezTo>
                    <a:pt x="15753" y="17270"/>
                    <a:pt x="15993" y="16891"/>
                    <a:pt x="16220" y="16504"/>
                  </a:cubicBezTo>
                  <a:cubicBezTo>
                    <a:pt x="16453" y="16096"/>
                    <a:pt x="16665" y="15687"/>
                    <a:pt x="16862" y="15257"/>
                  </a:cubicBezTo>
                  <a:cubicBezTo>
                    <a:pt x="17051" y="14833"/>
                    <a:pt x="17226" y="14410"/>
                    <a:pt x="17387" y="13972"/>
                  </a:cubicBezTo>
                  <a:cubicBezTo>
                    <a:pt x="17547" y="13535"/>
                    <a:pt x="17686" y="13090"/>
                    <a:pt x="17810" y="12645"/>
                  </a:cubicBezTo>
                  <a:cubicBezTo>
                    <a:pt x="18058" y="11776"/>
                    <a:pt x="18248" y="10901"/>
                    <a:pt x="18386" y="10011"/>
                  </a:cubicBezTo>
                  <a:cubicBezTo>
                    <a:pt x="18467" y="9544"/>
                    <a:pt x="18525" y="9070"/>
                    <a:pt x="18569" y="8595"/>
                  </a:cubicBezTo>
                  <a:cubicBezTo>
                    <a:pt x="18576" y="8551"/>
                    <a:pt x="18547" y="8522"/>
                    <a:pt x="18503" y="8522"/>
                  </a:cubicBezTo>
                  <a:cubicBezTo>
                    <a:pt x="18474" y="8522"/>
                    <a:pt x="18445" y="8544"/>
                    <a:pt x="18445" y="8581"/>
                  </a:cubicBezTo>
                  <a:cubicBezTo>
                    <a:pt x="18357" y="9544"/>
                    <a:pt x="18189" y="10500"/>
                    <a:pt x="17956" y="11441"/>
                  </a:cubicBezTo>
                  <a:cubicBezTo>
                    <a:pt x="17861" y="11791"/>
                    <a:pt x="17766" y="12141"/>
                    <a:pt x="17657" y="12491"/>
                  </a:cubicBezTo>
                  <a:cubicBezTo>
                    <a:pt x="17598" y="12666"/>
                    <a:pt x="17540" y="12842"/>
                    <a:pt x="17482" y="13017"/>
                  </a:cubicBezTo>
                  <a:cubicBezTo>
                    <a:pt x="17416" y="13192"/>
                    <a:pt x="17350" y="13367"/>
                    <a:pt x="17285" y="13535"/>
                  </a:cubicBezTo>
                  <a:cubicBezTo>
                    <a:pt x="17153" y="13885"/>
                    <a:pt x="17007" y="14228"/>
                    <a:pt x="16854" y="14571"/>
                  </a:cubicBezTo>
                  <a:cubicBezTo>
                    <a:pt x="16701" y="14906"/>
                    <a:pt x="16533" y="15213"/>
                    <a:pt x="16358" y="15534"/>
                  </a:cubicBezTo>
                  <a:cubicBezTo>
                    <a:pt x="16125" y="15957"/>
                    <a:pt x="15862" y="16366"/>
                    <a:pt x="15577" y="16760"/>
                  </a:cubicBezTo>
                  <a:cubicBezTo>
                    <a:pt x="15300" y="17139"/>
                    <a:pt x="15001" y="17496"/>
                    <a:pt x="14673" y="17839"/>
                  </a:cubicBezTo>
                  <a:cubicBezTo>
                    <a:pt x="14461" y="18051"/>
                    <a:pt x="14242" y="18255"/>
                    <a:pt x="14009" y="18452"/>
                  </a:cubicBezTo>
                  <a:cubicBezTo>
                    <a:pt x="13892" y="18554"/>
                    <a:pt x="13775" y="18657"/>
                    <a:pt x="13651" y="18751"/>
                  </a:cubicBezTo>
                  <a:cubicBezTo>
                    <a:pt x="13586" y="18802"/>
                    <a:pt x="13513" y="18861"/>
                    <a:pt x="13440" y="18912"/>
                  </a:cubicBezTo>
                  <a:cubicBezTo>
                    <a:pt x="12010" y="17372"/>
                    <a:pt x="10689" y="15724"/>
                    <a:pt x="9493" y="13994"/>
                  </a:cubicBezTo>
                  <a:cubicBezTo>
                    <a:pt x="9507" y="13980"/>
                    <a:pt x="9529" y="13965"/>
                    <a:pt x="9544" y="13951"/>
                  </a:cubicBezTo>
                  <a:cubicBezTo>
                    <a:pt x="9638" y="13856"/>
                    <a:pt x="9733" y="13761"/>
                    <a:pt x="9821" y="13666"/>
                  </a:cubicBezTo>
                  <a:cubicBezTo>
                    <a:pt x="9981" y="13491"/>
                    <a:pt x="10135" y="13309"/>
                    <a:pt x="10281" y="13119"/>
                  </a:cubicBezTo>
                  <a:cubicBezTo>
                    <a:pt x="10419" y="12922"/>
                    <a:pt x="10550" y="12725"/>
                    <a:pt x="10682" y="12521"/>
                  </a:cubicBezTo>
                  <a:cubicBezTo>
                    <a:pt x="10813" y="12316"/>
                    <a:pt x="10937" y="12090"/>
                    <a:pt x="11061" y="11864"/>
                  </a:cubicBezTo>
                  <a:cubicBezTo>
                    <a:pt x="11287" y="11426"/>
                    <a:pt x="11492" y="10981"/>
                    <a:pt x="11667" y="10521"/>
                  </a:cubicBezTo>
                  <a:cubicBezTo>
                    <a:pt x="11856" y="10062"/>
                    <a:pt x="12017" y="9588"/>
                    <a:pt x="12148" y="9106"/>
                  </a:cubicBezTo>
                  <a:cubicBezTo>
                    <a:pt x="12258" y="8734"/>
                    <a:pt x="12353" y="8362"/>
                    <a:pt x="12440" y="7982"/>
                  </a:cubicBezTo>
                  <a:cubicBezTo>
                    <a:pt x="12520" y="7618"/>
                    <a:pt x="12586" y="7253"/>
                    <a:pt x="12644" y="6888"/>
                  </a:cubicBezTo>
                  <a:cubicBezTo>
                    <a:pt x="12754" y="6166"/>
                    <a:pt x="12820" y="5443"/>
                    <a:pt x="12834" y="4714"/>
                  </a:cubicBezTo>
                  <a:cubicBezTo>
                    <a:pt x="12841" y="4685"/>
                    <a:pt x="12812" y="4655"/>
                    <a:pt x="12776" y="4648"/>
                  </a:cubicBezTo>
                  <a:cubicBezTo>
                    <a:pt x="12739" y="4648"/>
                    <a:pt x="12717" y="4670"/>
                    <a:pt x="12710" y="4699"/>
                  </a:cubicBezTo>
                  <a:cubicBezTo>
                    <a:pt x="12688" y="5764"/>
                    <a:pt x="12542" y="6815"/>
                    <a:pt x="12280" y="7844"/>
                  </a:cubicBezTo>
                  <a:cubicBezTo>
                    <a:pt x="12207" y="8128"/>
                    <a:pt x="12134" y="8406"/>
                    <a:pt x="12046" y="8683"/>
                  </a:cubicBezTo>
                  <a:cubicBezTo>
                    <a:pt x="11959" y="8982"/>
                    <a:pt x="11856" y="9274"/>
                    <a:pt x="11747" y="9558"/>
                  </a:cubicBezTo>
                  <a:cubicBezTo>
                    <a:pt x="11528" y="10120"/>
                    <a:pt x="11273" y="10675"/>
                    <a:pt x="10974" y="11200"/>
                  </a:cubicBezTo>
                  <a:cubicBezTo>
                    <a:pt x="10835" y="11441"/>
                    <a:pt x="10696" y="11681"/>
                    <a:pt x="10543" y="11915"/>
                  </a:cubicBezTo>
                  <a:cubicBezTo>
                    <a:pt x="10397" y="12148"/>
                    <a:pt x="10229" y="12375"/>
                    <a:pt x="10062" y="12601"/>
                  </a:cubicBezTo>
                  <a:cubicBezTo>
                    <a:pt x="9894" y="12827"/>
                    <a:pt x="9726" y="13039"/>
                    <a:pt x="9544" y="13250"/>
                  </a:cubicBezTo>
                  <a:cubicBezTo>
                    <a:pt x="9456" y="13360"/>
                    <a:pt x="9361" y="13462"/>
                    <a:pt x="9274" y="13571"/>
                  </a:cubicBezTo>
                  <a:lnTo>
                    <a:pt x="9230" y="13615"/>
                  </a:lnTo>
                  <a:cubicBezTo>
                    <a:pt x="8756" y="12907"/>
                    <a:pt x="8303" y="12185"/>
                    <a:pt x="7873" y="11448"/>
                  </a:cubicBezTo>
                  <a:lnTo>
                    <a:pt x="7873" y="11448"/>
                  </a:lnTo>
                  <a:lnTo>
                    <a:pt x="7880" y="11470"/>
                  </a:lnTo>
                  <a:cubicBezTo>
                    <a:pt x="7180" y="10281"/>
                    <a:pt x="6560" y="9048"/>
                    <a:pt x="6005" y="7785"/>
                  </a:cubicBezTo>
                  <a:cubicBezTo>
                    <a:pt x="5764" y="7238"/>
                    <a:pt x="5545" y="6676"/>
                    <a:pt x="5341" y="6115"/>
                  </a:cubicBezTo>
                  <a:cubicBezTo>
                    <a:pt x="5458" y="5991"/>
                    <a:pt x="5553" y="5859"/>
                    <a:pt x="5640" y="5721"/>
                  </a:cubicBezTo>
                  <a:cubicBezTo>
                    <a:pt x="5742" y="5553"/>
                    <a:pt x="5830" y="5378"/>
                    <a:pt x="5910" y="5195"/>
                  </a:cubicBezTo>
                  <a:cubicBezTo>
                    <a:pt x="6049" y="4845"/>
                    <a:pt x="6166" y="4480"/>
                    <a:pt x="6239" y="4108"/>
                  </a:cubicBezTo>
                  <a:cubicBezTo>
                    <a:pt x="6392" y="3357"/>
                    <a:pt x="6487" y="2591"/>
                    <a:pt x="6516" y="1825"/>
                  </a:cubicBezTo>
                  <a:cubicBezTo>
                    <a:pt x="6523" y="1803"/>
                    <a:pt x="6501" y="1781"/>
                    <a:pt x="6472" y="1773"/>
                  </a:cubicBezTo>
                  <a:cubicBezTo>
                    <a:pt x="6443" y="1773"/>
                    <a:pt x="6421" y="1795"/>
                    <a:pt x="6421" y="1817"/>
                  </a:cubicBezTo>
                  <a:cubicBezTo>
                    <a:pt x="6392" y="2445"/>
                    <a:pt x="6304" y="3065"/>
                    <a:pt x="6158" y="3678"/>
                  </a:cubicBezTo>
                  <a:cubicBezTo>
                    <a:pt x="6085" y="3955"/>
                    <a:pt x="5998" y="4232"/>
                    <a:pt x="5896" y="4495"/>
                  </a:cubicBezTo>
                  <a:cubicBezTo>
                    <a:pt x="5793" y="4750"/>
                    <a:pt x="5677" y="4998"/>
                    <a:pt x="5545" y="5239"/>
                  </a:cubicBezTo>
                  <a:cubicBezTo>
                    <a:pt x="5443" y="5421"/>
                    <a:pt x="5334" y="5589"/>
                    <a:pt x="5217" y="5757"/>
                  </a:cubicBezTo>
                  <a:cubicBezTo>
                    <a:pt x="5020" y="5188"/>
                    <a:pt x="4838" y="4612"/>
                    <a:pt x="4684" y="4028"/>
                  </a:cubicBezTo>
                  <a:lnTo>
                    <a:pt x="4684" y="4021"/>
                  </a:lnTo>
                  <a:cubicBezTo>
                    <a:pt x="4684" y="4013"/>
                    <a:pt x="4684" y="4013"/>
                    <a:pt x="4684" y="4006"/>
                  </a:cubicBezTo>
                  <a:cubicBezTo>
                    <a:pt x="4327" y="2707"/>
                    <a:pt x="4093" y="1379"/>
                    <a:pt x="3991" y="37"/>
                  </a:cubicBezTo>
                  <a:cubicBezTo>
                    <a:pt x="3991" y="15"/>
                    <a:pt x="3969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8"/>
            <p:cNvSpPr/>
            <p:nvPr/>
          </p:nvSpPr>
          <p:spPr>
            <a:xfrm>
              <a:off x="4684212" y="4001348"/>
              <a:ext cx="33" cy="3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39A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8"/>
            <p:cNvSpPr/>
            <p:nvPr/>
          </p:nvSpPr>
          <p:spPr>
            <a:xfrm>
              <a:off x="4684212" y="4001348"/>
              <a:ext cx="261" cy="490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15"/>
                  </a:moveTo>
                  <a:lnTo>
                    <a:pt x="7" y="0"/>
                  </a:lnTo>
                  <a:lnTo>
                    <a:pt x="7" y="15"/>
                  </a:lnTo>
                  <a:cubicBezTo>
                    <a:pt x="0" y="15"/>
                    <a:pt x="0" y="15"/>
                    <a:pt x="7" y="15"/>
                  </a:cubicBezTo>
                  <a:close/>
                </a:path>
              </a:pathLst>
            </a:custGeom>
            <a:solidFill>
              <a:srgbClr val="939A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8"/>
            <p:cNvSpPr/>
            <p:nvPr/>
          </p:nvSpPr>
          <p:spPr>
            <a:xfrm>
              <a:off x="4531465" y="3870515"/>
              <a:ext cx="804971" cy="918105"/>
            </a:xfrm>
            <a:custGeom>
              <a:avLst/>
              <a:gdLst/>
              <a:ahLst/>
              <a:cxnLst/>
              <a:rect l="l" t="t" r="r" b="b"/>
              <a:pathLst>
                <a:path w="24647" h="28111" extrusionOk="0">
                  <a:moveTo>
                    <a:pt x="3948" y="1"/>
                  </a:moveTo>
                  <a:cubicBezTo>
                    <a:pt x="3918" y="1"/>
                    <a:pt x="3896" y="22"/>
                    <a:pt x="3896" y="52"/>
                  </a:cubicBezTo>
                  <a:cubicBezTo>
                    <a:pt x="3940" y="708"/>
                    <a:pt x="4006" y="1358"/>
                    <a:pt x="4108" y="2007"/>
                  </a:cubicBezTo>
                  <a:cubicBezTo>
                    <a:pt x="4203" y="2656"/>
                    <a:pt x="4334" y="3320"/>
                    <a:pt x="4495" y="3970"/>
                  </a:cubicBezTo>
                  <a:cubicBezTo>
                    <a:pt x="4663" y="4648"/>
                    <a:pt x="4860" y="5319"/>
                    <a:pt x="5078" y="5983"/>
                  </a:cubicBezTo>
                  <a:lnTo>
                    <a:pt x="5078" y="5991"/>
                  </a:lnTo>
                  <a:cubicBezTo>
                    <a:pt x="4984" y="5991"/>
                    <a:pt x="4881" y="5983"/>
                    <a:pt x="4787" y="5976"/>
                  </a:cubicBezTo>
                  <a:cubicBezTo>
                    <a:pt x="4356" y="5918"/>
                    <a:pt x="3933" y="5808"/>
                    <a:pt x="3532" y="5648"/>
                  </a:cubicBezTo>
                  <a:cubicBezTo>
                    <a:pt x="3028" y="5451"/>
                    <a:pt x="2554" y="5195"/>
                    <a:pt x="2116" y="4874"/>
                  </a:cubicBezTo>
                  <a:lnTo>
                    <a:pt x="2116" y="4874"/>
                  </a:lnTo>
                  <a:lnTo>
                    <a:pt x="2131" y="4882"/>
                  </a:lnTo>
                  <a:cubicBezTo>
                    <a:pt x="2000" y="4794"/>
                    <a:pt x="1883" y="4692"/>
                    <a:pt x="1766" y="4582"/>
                  </a:cubicBezTo>
                  <a:cubicBezTo>
                    <a:pt x="1751" y="4575"/>
                    <a:pt x="1744" y="4568"/>
                    <a:pt x="1730" y="4568"/>
                  </a:cubicBezTo>
                  <a:cubicBezTo>
                    <a:pt x="1715" y="4568"/>
                    <a:pt x="1700" y="4575"/>
                    <a:pt x="1693" y="4582"/>
                  </a:cubicBezTo>
                  <a:cubicBezTo>
                    <a:pt x="1678" y="4604"/>
                    <a:pt x="1678" y="4634"/>
                    <a:pt x="1693" y="4655"/>
                  </a:cubicBezTo>
                  <a:cubicBezTo>
                    <a:pt x="1927" y="4860"/>
                    <a:pt x="2175" y="5057"/>
                    <a:pt x="2430" y="5225"/>
                  </a:cubicBezTo>
                  <a:cubicBezTo>
                    <a:pt x="2715" y="5414"/>
                    <a:pt x="3014" y="5582"/>
                    <a:pt x="3327" y="5728"/>
                  </a:cubicBezTo>
                  <a:cubicBezTo>
                    <a:pt x="3634" y="5874"/>
                    <a:pt x="3955" y="5991"/>
                    <a:pt x="4276" y="6085"/>
                  </a:cubicBezTo>
                  <a:cubicBezTo>
                    <a:pt x="4429" y="6129"/>
                    <a:pt x="4582" y="6158"/>
                    <a:pt x="4736" y="6188"/>
                  </a:cubicBezTo>
                  <a:cubicBezTo>
                    <a:pt x="4881" y="6209"/>
                    <a:pt x="5020" y="6224"/>
                    <a:pt x="5166" y="6231"/>
                  </a:cubicBezTo>
                  <a:cubicBezTo>
                    <a:pt x="5356" y="6786"/>
                    <a:pt x="5560" y="7340"/>
                    <a:pt x="5779" y="7880"/>
                  </a:cubicBezTo>
                  <a:cubicBezTo>
                    <a:pt x="6326" y="9201"/>
                    <a:pt x="6954" y="10492"/>
                    <a:pt x="7661" y="11733"/>
                  </a:cubicBezTo>
                  <a:cubicBezTo>
                    <a:pt x="8077" y="12469"/>
                    <a:pt x="8522" y="13192"/>
                    <a:pt x="8982" y="13899"/>
                  </a:cubicBezTo>
                  <a:lnTo>
                    <a:pt x="8836" y="13936"/>
                  </a:lnTo>
                  <a:cubicBezTo>
                    <a:pt x="8697" y="13972"/>
                    <a:pt x="8559" y="14009"/>
                    <a:pt x="8413" y="14038"/>
                  </a:cubicBezTo>
                  <a:cubicBezTo>
                    <a:pt x="8150" y="14104"/>
                    <a:pt x="7880" y="14155"/>
                    <a:pt x="7610" y="14199"/>
                  </a:cubicBezTo>
                  <a:cubicBezTo>
                    <a:pt x="7406" y="14228"/>
                    <a:pt x="7202" y="14250"/>
                    <a:pt x="6997" y="14264"/>
                  </a:cubicBezTo>
                  <a:cubicBezTo>
                    <a:pt x="6786" y="14286"/>
                    <a:pt x="6567" y="14293"/>
                    <a:pt x="6355" y="14293"/>
                  </a:cubicBezTo>
                  <a:cubicBezTo>
                    <a:pt x="5910" y="14293"/>
                    <a:pt x="5472" y="14272"/>
                    <a:pt x="5027" y="14213"/>
                  </a:cubicBezTo>
                  <a:lnTo>
                    <a:pt x="5057" y="14213"/>
                  </a:lnTo>
                  <a:cubicBezTo>
                    <a:pt x="3948" y="14089"/>
                    <a:pt x="2853" y="13819"/>
                    <a:pt x="1810" y="13411"/>
                  </a:cubicBezTo>
                  <a:cubicBezTo>
                    <a:pt x="1212" y="13177"/>
                    <a:pt x="628" y="12893"/>
                    <a:pt x="81" y="12542"/>
                  </a:cubicBezTo>
                  <a:lnTo>
                    <a:pt x="59" y="12542"/>
                  </a:lnTo>
                  <a:cubicBezTo>
                    <a:pt x="37" y="12542"/>
                    <a:pt x="22" y="12550"/>
                    <a:pt x="15" y="12564"/>
                  </a:cubicBezTo>
                  <a:cubicBezTo>
                    <a:pt x="0" y="12586"/>
                    <a:pt x="8" y="12615"/>
                    <a:pt x="37" y="12630"/>
                  </a:cubicBezTo>
                  <a:cubicBezTo>
                    <a:pt x="409" y="12871"/>
                    <a:pt x="788" y="13082"/>
                    <a:pt x="1190" y="13272"/>
                  </a:cubicBezTo>
                  <a:cubicBezTo>
                    <a:pt x="1613" y="13476"/>
                    <a:pt x="2051" y="13659"/>
                    <a:pt x="2496" y="13812"/>
                  </a:cubicBezTo>
                  <a:cubicBezTo>
                    <a:pt x="2963" y="13980"/>
                    <a:pt x="3437" y="14111"/>
                    <a:pt x="3918" y="14228"/>
                  </a:cubicBezTo>
                  <a:cubicBezTo>
                    <a:pt x="4400" y="14345"/>
                    <a:pt x="4889" y="14432"/>
                    <a:pt x="5385" y="14490"/>
                  </a:cubicBezTo>
                  <a:cubicBezTo>
                    <a:pt x="5886" y="14550"/>
                    <a:pt x="6386" y="14582"/>
                    <a:pt x="6887" y="14582"/>
                  </a:cubicBezTo>
                  <a:cubicBezTo>
                    <a:pt x="7058" y="14582"/>
                    <a:pt x="7228" y="14578"/>
                    <a:pt x="7399" y="14571"/>
                  </a:cubicBezTo>
                  <a:cubicBezTo>
                    <a:pt x="7734" y="14556"/>
                    <a:pt x="8070" y="14520"/>
                    <a:pt x="8398" y="14461"/>
                  </a:cubicBezTo>
                  <a:cubicBezTo>
                    <a:pt x="8551" y="14432"/>
                    <a:pt x="8705" y="14403"/>
                    <a:pt x="8851" y="14359"/>
                  </a:cubicBezTo>
                  <a:cubicBezTo>
                    <a:pt x="8975" y="14323"/>
                    <a:pt x="9099" y="14279"/>
                    <a:pt x="9215" y="14228"/>
                  </a:cubicBezTo>
                  <a:cubicBezTo>
                    <a:pt x="9493" y="14629"/>
                    <a:pt x="9763" y="15030"/>
                    <a:pt x="10047" y="15424"/>
                  </a:cubicBezTo>
                  <a:cubicBezTo>
                    <a:pt x="10981" y="16723"/>
                    <a:pt x="11988" y="17978"/>
                    <a:pt x="13060" y="19167"/>
                  </a:cubicBezTo>
                  <a:lnTo>
                    <a:pt x="13002" y="19182"/>
                  </a:lnTo>
                  <a:cubicBezTo>
                    <a:pt x="12863" y="19226"/>
                    <a:pt x="12732" y="19262"/>
                    <a:pt x="12586" y="19299"/>
                  </a:cubicBezTo>
                  <a:cubicBezTo>
                    <a:pt x="12316" y="19372"/>
                    <a:pt x="12032" y="19437"/>
                    <a:pt x="11754" y="19503"/>
                  </a:cubicBezTo>
                  <a:cubicBezTo>
                    <a:pt x="10853" y="19686"/>
                    <a:pt x="9937" y="19773"/>
                    <a:pt x="9018" y="19773"/>
                  </a:cubicBezTo>
                  <a:cubicBezTo>
                    <a:pt x="8800" y="19773"/>
                    <a:pt x="8581" y="19768"/>
                    <a:pt x="8362" y="19758"/>
                  </a:cubicBezTo>
                  <a:lnTo>
                    <a:pt x="8420" y="19758"/>
                  </a:lnTo>
                  <a:lnTo>
                    <a:pt x="8216" y="19744"/>
                  </a:lnTo>
                  <a:cubicBezTo>
                    <a:pt x="7851" y="19729"/>
                    <a:pt x="7493" y="19700"/>
                    <a:pt x="7136" y="19656"/>
                  </a:cubicBezTo>
                  <a:cubicBezTo>
                    <a:pt x="6764" y="19612"/>
                    <a:pt x="6392" y="19554"/>
                    <a:pt x="6027" y="19496"/>
                  </a:cubicBezTo>
                  <a:cubicBezTo>
                    <a:pt x="5655" y="19437"/>
                    <a:pt x="5297" y="19357"/>
                    <a:pt x="4933" y="19269"/>
                  </a:cubicBezTo>
                  <a:cubicBezTo>
                    <a:pt x="4568" y="19189"/>
                    <a:pt x="4225" y="19087"/>
                    <a:pt x="3882" y="18985"/>
                  </a:cubicBezTo>
                  <a:lnTo>
                    <a:pt x="3896" y="18985"/>
                  </a:lnTo>
                  <a:cubicBezTo>
                    <a:pt x="3203" y="18766"/>
                    <a:pt x="2518" y="18496"/>
                    <a:pt x="1861" y="18182"/>
                  </a:cubicBezTo>
                  <a:lnTo>
                    <a:pt x="1839" y="18182"/>
                  </a:lnTo>
                  <a:cubicBezTo>
                    <a:pt x="1788" y="18182"/>
                    <a:pt x="1781" y="18248"/>
                    <a:pt x="1817" y="18270"/>
                  </a:cubicBezTo>
                  <a:cubicBezTo>
                    <a:pt x="2248" y="18474"/>
                    <a:pt x="2678" y="18671"/>
                    <a:pt x="3116" y="18846"/>
                  </a:cubicBezTo>
                  <a:cubicBezTo>
                    <a:pt x="3583" y="19029"/>
                    <a:pt x="4050" y="19189"/>
                    <a:pt x="4524" y="19342"/>
                  </a:cubicBezTo>
                  <a:cubicBezTo>
                    <a:pt x="4765" y="19415"/>
                    <a:pt x="5013" y="19496"/>
                    <a:pt x="5254" y="19561"/>
                  </a:cubicBezTo>
                  <a:cubicBezTo>
                    <a:pt x="5502" y="19634"/>
                    <a:pt x="5757" y="19700"/>
                    <a:pt x="6005" y="19766"/>
                  </a:cubicBezTo>
                  <a:cubicBezTo>
                    <a:pt x="6253" y="19824"/>
                    <a:pt x="6508" y="19882"/>
                    <a:pt x="6771" y="19933"/>
                  </a:cubicBezTo>
                  <a:cubicBezTo>
                    <a:pt x="7026" y="19977"/>
                    <a:pt x="7282" y="20028"/>
                    <a:pt x="7537" y="20065"/>
                  </a:cubicBezTo>
                  <a:cubicBezTo>
                    <a:pt x="8048" y="20145"/>
                    <a:pt x="8566" y="20203"/>
                    <a:pt x="9084" y="20225"/>
                  </a:cubicBezTo>
                  <a:cubicBezTo>
                    <a:pt x="9343" y="20240"/>
                    <a:pt x="9604" y="20247"/>
                    <a:pt x="9865" y="20247"/>
                  </a:cubicBezTo>
                  <a:cubicBezTo>
                    <a:pt x="10125" y="20247"/>
                    <a:pt x="10386" y="20240"/>
                    <a:pt x="10645" y="20225"/>
                  </a:cubicBezTo>
                  <a:cubicBezTo>
                    <a:pt x="11141" y="20196"/>
                    <a:pt x="11638" y="20130"/>
                    <a:pt x="12119" y="20043"/>
                  </a:cubicBezTo>
                  <a:cubicBezTo>
                    <a:pt x="12375" y="19992"/>
                    <a:pt x="12630" y="19926"/>
                    <a:pt x="12878" y="19846"/>
                  </a:cubicBezTo>
                  <a:cubicBezTo>
                    <a:pt x="12987" y="19809"/>
                    <a:pt x="13090" y="19773"/>
                    <a:pt x="13199" y="19729"/>
                  </a:cubicBezTo>
                  <a:cubicBezTo>
                    <a:pt x="13294" y="19693"/>
                    <a:pt x="13374" y="19656"/>
                    <a:pt x="13462" y="19612"/>
                  </a:cubicBezTo>
                  <a:cubicBezTo>
                    <a:pt x="14235" y="20451"/>
                    <a:pt x="15045" y="21268"/>
                    <a:pt x="15877" y="22049"/>
                  </a:cubicBezTo>
                  <a:cubicBezTo>
                    <a:pt x="16409" y="22545"/>
                    <a:pt x="16956" y="23034"/>
                    <a:pt x="17511" y="23508"/>
                  </a:cubicBezTo>
                  <a:cubicBezTo>
                    <a:pt x="17540" y="23559"/>
                    <a:pt x="17591" y="23596"/>
                    <a:pt x="17642" y="23618"/>
                  </a:cubicBezTo>
                  <a:cubicBezTo>
                    <a:pt x="18131" y="24026"/>
                    <a:pt x="18627" y="24428"/>
                    <a:pt x="19131" y="24814"/>
                  </a:cubicBezTo>
                  <a:cubicBezTo>
                    <a:pt x="20203" y="25639"/>
                    <a:pt x="21319" y="26405"/>
                    <a:pt x="22472" y="27098"/>
                  </a:cubicBezTo>
                  <a:cubicBezTo>
                    <a:pt x="22771" y="27280"/>
                    <a:pt x="23071" y="27456"/>
                    <a:pt x="23377" y="27623"/>
                  </a:cubicBezTo>
                  <a:cubicBezTo>
                    <a:pt x="23661" y="27784"/>
                    <a:pt x="23953" y="27937"/>
                    <a:pt x="24245" y="28090"/>
                  </a:cubicBezTo>
                  <a:cubicBezTo>
                    <a:pt x="24281" y="28104"/>
                    <a:pt x="24318" y="28110"/>
                    <a:pt x="24354" y="28110"/>
                  </a:cubicBezTo>
                  <a:cubicBezTo>
                    <a:pt x="24471" y="28110"/>
                    <a:pt x="24580" y="28041"/>
                    <a:pt x="24625" y="27930"/>
                  </a:cubicBezTo>
                  <a:cubicBezTo>
                    <a:pt x="24646" y="27864"/>
                    <a:pt x="24639" y="27784"/>
                    <a:pt x="24610" y="27718"/>
                  </a:cubicBezTo>
                  <a:cubicBezTo>
                    <a:pt x="24581" y="27653"/>
                    <a:pt x="24522" y="27594"/>
                    <a:pt x="24457" y="27565"/>
                  </a:cubicBezTo>
                  <a:cubicBezTo>
                    <a:pt x="24114" y="27390"/>
                    <a:pt x="23786" y="27200"/>
                    <a:pt x="23457" y="27018"/>
                  </a:cubicBezTo>
                  <a:cubicBezTo>
                    <a:pt x="21633" y="25960"/>
                    <a:pt x="19897" y="24763"/>
                    <a:pt x="18262" y="23435"/>
                  </a:cubicBezTo>
                  <a:cubicBezTo>
                    <a:pt x="18328" y="23399"/>
                    <a:pt x="18386" y="23370"/>
                    <a:pt x="18445" y="23333"/>
                  </a:cubicBezTo>
                  <a:cubicBezTo>
                    <a:pt x="18656" y="23209"/>
                    <a:pt x="18861" y="23078"/>
                    <a:pt x="19065" y="22932"/>
                  </a:cubicBezTo>
                  <a:cubicBezTo>
                    <a:pt x="19444" y="22655"/>
                    <a:pt x="19809" y="22348"/>
                    <a:pt x="20152" y="22013"/>
                  </a:cubicBezTo>
                  <a:cubicBezTo>
                    <a:pt x="20874" y="21312"/>
                    <a:pt x="21524" y="20546"/>
                    <a:pt x="22086" y="19714"/>
                  </a:cubicBezTo>
                  <a:cubicBezTo>
                    <a:pt x="22348" y="19335"/>
                    <a:pt x="22596" y="18941"/>
                    <a:pt x="22815" y="18540"/>
                  </a:cubicBezTo>
                  <a:cubicBezTo>
                    <a:pt x="22925" y="18335"/>
                    <a:pt x="23027" y="18138"/>
                    <a:pt x="23129" y="17934"/>
                  </a:cubicBezTo>
                  <a:cubicBezTo>
                    <a:pt x="23231" y="17730"/>
                    <a:pt x="23333" y="17511"/>
                    <a:pt x="23428" y="17292"/>
                  </a:cubicBezTo>
                  <a:cubicBezTo>
                    <a:pt x="23778" y="16519"/>
                    <a:pt x="24041" y="15709"/>
                    <a:pt x="24223" y="14877"/>
                  </a:cubicBezTo>
                  <a:cubicBezTo>
                    <a:pt x="24231" y="14841"/>
                    <a:pt x="24201" y="14812"/>
                    <a:pt x="24172" y="14804"/>
                  </a:cubicBezTo>
                  <a:lnTo>
                    <a:pt x="24165" y="14804"/>
                  </a:lnTo>
                  <a:cubicBezTo>
                    <a:pt x="24128" y="14812"/>
                    <a:pt x="24107" y="14833"/>
                    <a:pt x="24099" y="14863"/>
                  </a:cubicBezTo>
                  <a:cubicBezTo>
                    <a:pt x="24085" y="14950"/>
                    <a:pt x="24063" y="15045"/>
                    <a:pt x="24034" y="15140"/>
                  </a:cubicBezTo>
                  <a:lnTo>
                    <a:pt x="24034" y="15125"/>
                  </a:lnTo>
                  <a:cubicBezTo>
                    <a:pt x="23778" y="16088"/>
                    <a:pt x="23399" y="17015"/>
                    <a:pt x="22903" y="17883"/>
                  </a:cubicBezTo>
                  <a:cubicBezTo>
                    <a:pt x="22757" y="18138"/>
                    <a:pt x="22604" y="18387"/>
                    <a:pt x="22443" y="18635"/>
                  </a:cubicBezTo>
                  <a:cubicBezTo>
                    <a:pt x="22275" y="18897"/>
                    <a:pt x="22100" y="19153"/>
                    <a:pt x="21918" y="19401"/>
                  </a:cubicBezTo>
                  <a:cubicBezTo>
                    <a:pt x="21728" y="19656"/>
                    <a:pt x="21553" y="19882"/>
                    <a:pt x="21356" y="20108"/>
                  </a:cubicBezTo>
                  <a:cubicBezTo>
                    <a:pt x="21152" y="20342"/>
                    <a:pt x="20947" y="20583"/>
                    <a:pt x="20728" y="20802"/>
                  </a:cubicBezTo>
                  <a:cubicBezTo>
                    <a:pt x="20057" y="21495"/>
                    <a:pt x="19306" y="22093"/>
                    <a:pt x="18489" y="22604"/>
                  </a:cubicBezTo>
                  <a:cubicBezTo>
                    <a:pt x="18357" y="22677"/>
                    <a:pt x="18226" y="22757"/>
                    <a:pt x="18095" y="22830"/>
                  </a:cubicBezTo>
                  <a:cubicBezTo>
                    <a:pt x="17985" y="22896"/>
                    <a:pt x="17868" y="22954"/>
                    <a:pt x="17759" y="23020"/>
                  </a:cubicBezTo>
                  <a:cubicBezTo>
                    <a:pt x="17453" y="22764"/>
                    <a:pt x="17146" y="22509"/>
                    <a:pt x="16847" y="22246"/>
                  </a:cubicBezTo>
                  <a:cubicBezTo>
                    <a:pt x="16205" y="21684"/>
                    <a:pt x="15592" y="21108"/>
                    <a:pt x="14986" y="20510"/>
                  </a:cubicBezTo>
                  <a:lnTo>
                    <a:pt x="14979" y="20502"/>
                  </a:lnTo>
                  <a:cubicBezTo>
                    <a:pt x="14585" y="20116"/>
                    <a:pt x="14206" y="19729"/>
                    <a:pt x="13826" y="19328"/>
                  </a:cubicBezTo>
                  <a:lnTo>
                    <a:pt x="13863" y="19306"/>
                  </a:lnTo>
                  <a:cubicBezTo>
                    <a:pt x="13950" y="19240"/>
                    <a:pt x="14045" y="19167"/>
                    <a:pt x="14126" y="19102"/>
                  </a:cubicBezTo>
                  <a:cubicBezTo>
                    <a:pt x="14293" y="18963"/>
                    <a:pt x="14454" y="18817"/>
                    <a:pt x="14607" y="18664"/>
                  </a:cubicBezTo>
                  <a:cubicBezTo>
                    <a:pt x="14921" y="18343"/>
                    <a:pt x="15213" y="18000"/>
                    <a:pt x="15483" y="17635"/>
                  </a:cubicBezTo>
                  <a:cubicBezTo>
                    <a:pt x="15753" y="17270"/>
                    <a:pt x="15993" y="16891"/>
                    <a:pt x="16220" y="16504"/>
                  </a:cubicBezTo>
                  <a:cubicBezTo>
                    <a:pt x="16453" y="16096"/>
                    <a:pt x="16665" y="15687"/>
                    <a:pt x="16862" y="15257"/>
                  </a:cubicBezTo>
                  <a:cubicBezTo>
                    <a:pt x="17051" y="14833"/>
                    <a:pt x="17226" y="14410"/>
                    <a:pt x="17387" y="13972"/>
                  </a:cubicBezTo>
                  <a:cubicBezTo>
                    <a:pt x="17547" y="13535"/>
                    <a:pt x="17686" y="13090"/>
                    <a:pt x="17810" y="12645"/>
                  </a:cubicBezTo>
                  <a:cubicBezTo>
                    <a:pt x="18058" y="11776"/>
                    <a:pt x="18248" y="10901"/>
                    <a:pt x="18386" y="10011"/>
                  </a:cubicBezTo>
                  <a:cubicBezTo>
                    <a:pt x="18467" y="9544"/>
                    <a:pt x="18525" y="9070"/>
                    <a:pt x="18569" y="8595"/>
                  </a:cubicBezTo>
                  <a:cubicBezTo>
                    <a:pt x="18576" y="8551"/>
                    <a:pt x="18547" y="8522"/>
                    <a:pt x="18503" y="8522"/>
                  </a:cubicBezTo>
                  <a:cubicBezTo>
                    <a:pt x="18474" y="8522"/>
                    <a:pt x="18445" y="8544"/>
                    <a:pt x="18445" y="8581"/>
                  </a:cubicBezTo>
                  <a:cubicBezTo>
                    <a:pt x="18357" y="9544"/>
                    <a:pt x="18189" y="10500"/>
                    <a:pt x="17956" y="11441"/>
                  </a:cubicBezTo>
                  <a:cubicBezTo>
                    <a:pt x="17861" y="11791"/>
                    <a:pt x="17766" y="12141"/>
                    <a:pt x="17657" y="12491"/>
                  </a:cubicBezTo>
                  <a:cubicBezTo>
                    <a:pt x="17598" y="12666"/>
                    <a:pt x="17540" y="12842"/>
                    <a:pt x="17482" y="13017"/>
                  </a:cubicBezTo>
                  <a:cubicBezTo>
                    <a:pt x="17416" y="13192"/>
                    <a:pt x="17350" y="13367"/>
                    <a:pt x="17285" y="13535"/>
                  </a:cubicBezTo>
                  <a:cubicBezTo>
                    <a:pt x="17153" y="13885"/>
                    <a:pt x="17007" y="14228"/>
                    <a:pt x="16854" y="14571"/>
                  </a:cubicBezTo>
                  <a:cubicBezTo>
                    <a:pt x="16701" y="14906"/>
                    <a:pt x="16533" y="15213"/>
                    <a:pt x="16358" y="15534"/>
                  </a:cubicBezTo>
                  <a:cubicBezTo>
                    <a:pt x="16125" y="15957"/>
                    <a:pt x="15862" y="16366"/>
                    <a:pt x="15577" y="16760"/>
                  </a:cubicBezTo>
                  <a:cubicBezTo>
                    <a:pt x="15300" y="17139"/>
                    <a:pt x="15001" y="17496"/>
                    <a:pt x="14673" y="17839"/>
                  </a:cubicBezTo>
                  <a:cubicBezTo>
                    <a:pt x="14461" y="18051"/>
                    <a:pt x="14242" y="18255"/>
                    <a:pt x="14009" y="18452"/>
                  </a:cubicBezTo>
                  <a:cubicBezTo>
                    <a:pt x="13892" y="18554"/>
                    <a:pt x="13775" y="18657"/>
                    <a:pt x="13651" y="18751"/>
                  </a:cubicBezTo>
                  <a:cubicBezTo>
                    <a:pt x="13586" y="18802"/>
                    <a:pt x="13513" y="18861"/>
                    <a:pt x="13440" y="18912"/>
                  </a:cubicBezTo>
                  <a:cubicBezTo>
                    <a:pt x="12010" y="17372"/>
                    <a:pt x="10689" y="15724"/>
                    <a:pt x="9493" y="13994"/>
                  </a:cubicBezTo>
                  <a:cubicBezTo>
                    <a:pt x="9507" y="13980"/>
                    <a:pt x="9529" y="13965"/>
                    <a:pt x="9544" y="13951"/>
                  </a:cubicBezTo>
                  <a:cubicBezTo>
                    <a:pt x="9638" y="13856"/>
                    <a:pt x="9733" y="13761"/>
                    <a:pt x="9821" y="13666"/>
                  </a:cubicBezTo>
                  <a:cubicBezTo>
                    <a:pt x="9981" y="13491"/>
                    <a:pt x="10135" y="13309"/>
                    <a:pt x="10281" y="13119"/>
                  </a:cubicBezTo>
                  <a:cubicBezTo>
                    <a:pt x="10419" y="12922"/>
                    <a:pt x="10550" y="12725"/>
                    <a:pt x="10682" y="12521"/>
                  </a:cubicBezTo>
                  <a:cubicBezTo>
                    <a:pt x="10813" y="12316"/>
                    <a:pt x="10937" y="12090"/>
                    <a:pt x="11061" y="11864"/>
                  </a:cubicBezTo>
                  <a:cubicBezTo>
                    <a:pt x="11287" y="11426"/>
                    <a:pt x="11492" y="10981"/>
                    <a:pt x="11667" y="10521"/>
                  </a:cubicBezTo>
                  <a:cubicBezTo>
                    <a:pt x="11856" y="10062"/>
                    <a:pt x="12017" y="9588"/>
                    <a:pt x="12148" y="9106"/>
                  </a:cubicBezTo>
                  <a:cubicBezTo>
                    <a:pt x="12258" y="8734"/>
                    <a:pt x="12353" y="8362"/>
                    <a:pt x="12440" y="7982"/>
                  </a:cubicBezTo>
                  <a:cubicBezTo>
                    <a:pt x="12520" y="7618"/>
                    <a:pt x="12586" y="7253"/>
                    <a:pt x="12644" y="6888"/>
                  </a:cubicBezTo>
                  <a:cubicBezTo>
                    <a:pt x="12754" y="6166"/>
                    <a:pt x="12820" y="5443"/>
                    <a:pt x="12834" y="4714"/>
                  </a:cubicBezTo>
                  <a:cubicBezTo>
                    <a:pt x="12841" y="4685"/>
                    <a:pt x="12812" y="4655"/>
                    <a:pt x="12776" y="4648"/>
                  </a:cubicBezTo>
                  <a:cubicBezTo>
                    <a:pt x="12739" y="4648"/>
                    <a:pt x="12717" y="4670"/>
                    <a:pt x="12710" y="4699"/>
                  </a:cubicBezTo>
                  <a:cubicBezTo>
                    <a:pt x="12688" y="5764"/>
                    <a:pt x="12542" y="6815"/>
                    <a:pt x="12280" y="7844"/>
                  </a:cubicBezTo>
                  <a:cubicBezTo>
                    <a:pt x="12207" y="8128"/>
                    <a:pt x="12134" y="8406"/>
                    <a:pt x="12046" y="8683"/>
                  </a:cubicBezTo>
                  <a:cubicBezTo>
                    <a:pt x="11959" y="8982"/>
                    <a:pt x="11856" y="9274"/>
                    <a:pt x="11747" y="9558"/>
                  </a:cubicBezTo>
                  <a:cubicBezTo>
                    <a:pt x="11528" y="10120"/>
                    <a:pt x="11273" y="10675"/>
                    <a:pt x="10974" y="11200"/>
                  </a:cubicBezTo>
                  <a:cubicBezTo>
                    <a:pt x="10835" y="11441"/>
                    <a:pt x="10696" y="11681"/>
                    <a:pt x="10543" y="11915"/>
                  </a:cubicBezTo>
                  <a:cubicBezTo>
                    <a:pt x="10397" y="12148"/>
                    <a:pt x="10229" y="12375"/>
                    <a:pt x="10062" y="12601"/>
                  </a:cubicBezTo>
                  <a:cubicBezTo>
                    <a:pt x="9894" y="12827"/>
                    <a:pt x="9726" y="13039"/>
                    <a:pt x="9544" y="13250"/>
                  </a:cubicBezTo>
                  <a:cubicBezTo>
                    <a:pt x="9456" y="13360"/>
                    <a:pt x="9361" y="13462"/>
                    <a:pt x="9274" y="13571"/>
                  </a:cubicBezTo>
                  <a:lnTo>
                    <a:pt x="9230" y="13615"/>
                  </a:lnTo>
                  <a:cubicBezTo>
                    <a:pt x="8756" y="12907"/>
                    <a:pt x="8303" y="12185"/>
                    <a:pt x="7873" y="11448"/>
                  </a:cubicBezTo>
                  <a:lnTo>
                    <a:pt x="7873" y="11448"/>
                  </a:lnTo>
                  <a:lnTo>
                    <a:pt x="7880" y="11470"/>
                  </a:lnTo>
                  <a:cubicBezTo>
                    <a:pt x="7180" y="10281"/>
                    <a:pt x="6560" y="9048"/>
                    <a:pt x="6005" y="7785"/>
                  </a:cubicBezTo>
                  <a:cubicBezTo>
                    <a:pt x="5764" y="7238"/>
                    <a:pt x="5545" y="6676"/>
                    <a:pt x="5341" y="6115"/>
                  </a:cubicBezTo>
                  <a:cubicBezTo>
                    <a:pt x="5458" y="5991"/>
                    <a:pt x="5553" y="5859"/>
                    <a:pt x="5640" y="5721"/>
                  </a:cubicBezTo>
                  <a:cubicBezTo>
                    <a:pt x="5742" y="5553"/>
                    <a:pt x="5830" y="5378"/>
                    <a:pt x="5910" y="5195"/>
                  </a:cubicBezTo>
                  <a:cubicBezTo>
                    <a:pt x="6049" y="4845"/>
                    <a:pt x="6166" y="4480"/>
                    <a:pt x="6239" y="4108"/>
                  </a:cubicBezTo>
                  <a:cubicBezTo>
                    <a:pt x="6392" y="3357"/>
                    <a:pt x="6487" y="2591"/>
                    <a:pt x="6516" y="1825"/>
                  </a:cubicBezTo>
                  <a:cubicBezTo>
                    <a:pt x="6523" y="1803"/>
                    <a:pt x="6501" y="1781"/>
                    <a:pt x="6472" y="1773"/>
                  </a:cubicBezTo>
                  <a:cubicBezTo>
                    <a:pt x="6443" y="1773"/>
                    <a:pt x="6421" y="1795"/>
                    <a:pt x="6421" y="1817"/>
                  </a:cubicBezTo>
                  <a:cubicBezTo>
                    <a:pt x="6392" y="2445"/>
                    <a:pt x="6304" y="3065"/>
                    <a:pt x="6158" y="3678"/>
                  </a:cubicBezTo>
                  <a:cubicBezTo>
                    <a:pt x="6085" y="3955"/>
                    <a:pt x="5998" y="4232"/>
                    <a:pt x="5896" y="4495"/>
                  </a:cubicBezTo>
                  <a:cubicBezTo>
                    <a:pt x="5793" y="4750"/>
                    <a:pt x="5677" y="4998"/>
                    <a:pt x="5545" y="5239"/>
                  </a:cubicBezTo>
                  <a:cubicBezTo>
                    <a:pt x="5443" y="5421"/>
                    <a:pt x="5334" y="5589"/>
                    <a:pt x="5217" y="5757"/>
                  </a:cubicBezTo>
                  <a:cubicBezTo>
                    <a:pt x="5020" y="5188"/>
                    <a:pt x="4838" y="4612"/>
                    <a:pt x="4684" y="4028"/>
                  </a:cubicBezTo>
                  <a:lnTo>
                    <a:pt x="4684" y="4021"/>
                  </a:lnTo>
                  <a:cubicBezTo>
                    <a:pt x="4684" y="4013"/>
                    <a:pt x="4684" y="4013"/>
                    <a:pt x="4684" y="4006"/>
                  </a:cubicBezTo>
                  <a:cubicBezTo>
                    <a:pt x="4327" y="2707"/>
                    <a:pt x="4093" y="1379"/>
                    <a:pt x="3991" y="37"/>
                  </a:cubicBezTo>
                  <a:cubicBezTo>
                    <a:pt x="3991" y="15"/>
                    <a:pt x="3969" y="1"/>
                    <a:pt x="3948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38"/>
          <p:cNvGrpSpPr/>
          <p:nvPr/>
        </p:nvGrpSpPr>
        <p:grpSpPr>
          <a:xfrm>
            <a:off x="8012975" y="137073"/>
            <a:ext cx="987955" cy="952102"/>
            <a:chOff x="5155400" y="1692223"/>
            <a:chExt cx="987955" cy="952102"/>
          </a:xfrm>
        </p:grpSpPr>
        <p:sp>
          <p:nvSpPr>
            <p:cNvPr id="205" name="Google Shape;205;p38"/>
            <p:cNvSpPr/>
            <p:nvPr/>
          </p:nvSpPr>
          <p:spPr>
            <a:xfrm>
              <a:off x="5524972" y="1692223"/>
              <a:ext cx="493525" cy="809543"/>
            </a:xfrm>
            <a:custGeom>
              <a:avLst/>
              <a:gdLst/>
              <a:ahLst/>
              <a:cxnLst/>
              <a:rect l="l" t="t" r="r" b="b"/>
              <a:pathLst>
                <a:path w="15111" h="24787" extrusionOk="0">
                  <a:moveTo>
                    <a:pt x="271" y="1"/>
                  </a:moveTo>
                  <a:cubicBezTo>
                    <a:pt x="241" y="1"/>
                    <a:pt x="212" y="8"/>
                    <a:pt x="190" y="15"/>
                  </a:cubicBezTo>
                  <a:cubicBezTo>
                    <a:pt x="66" y="59"/>
                    <a:pt x="1" y="198"/>
                    <a:pt x="44" y="322"/>
                  </a:cubicBezTo>
                  <a:cubicBezTo>
                    <a:pt x="95" y="504"/>
                    <a:pt x="139" y="679"/>
                    <a:pt x="183" y="862"/>
                  </a:cubicBezTo>
                  <a:cubicBezTo>
                    <a:pt x="592" y="2686"/>
                    <a:pt x="650" y="4561"/>
                    <a:pt x="657" y="6319"/>
                  </a:cubicBezTo>
                  <a:cubicBezTo>
                    <a:pt x="657" y="6888"/>
                    <a:pt x="657" y="7465"/>
                    <a:pt x="643" y="8034"/>
                  </a:cubicBezTo>
                  <a:cubicBezTo>
                    <a:pt x="628" y="9289"/>
                    <a:pt x="621" y="10587"/>
                    <a:pt x="686" y="11857"/>
                  </a:cubicBezTo>
                  <a:cubicBezTo>
                    <a:pt x="796" y="13936"/>
                    <a:pt x="1131" y="15680"/>
                    <a:pt x="1715" y="17198"/>
                  </a:cubicBezTo>
                  <a:cubicBezTo>
                    <a:pt x="1992" y="17913"/>
                    <a:pt x="2343" y="18606"/>
                    <a:pt x="2773" y="19248"/>
                  </a:cubicBezTo>
                  <a:cubicBezTo>
                    <a:pt x="3174" y="19853"/>
                    <a:pt x="3641" y="20415"/>
                    <a:pt x="4167" y="20919"/>
                  </a:cubicBezTo>
                  <a:cubicBezTo>
                    <a:pt x="5137" y="21874"/>
                    <a:pt x="6334" y="22670"/>
                    <a:pt x="7734" y="23297"/>
                  </a:cubicBezTo>
                  <a:cubicBezTo>
                    <a:pt x="9084" y="23881"/>
                    <a:pt x="10500" y="24289"/>
                    <a:pt x="11959" y="24508"/>
                  </a:cubicBezTo>
                  <a:cubicBezTo>
                    <a:pt x="12302" y="24559"/>
                    <a:pt x="12667" y="24603"/>
                    <a:pt x="13061" y="24647"/>
                  </a:cubicBezTo>
                  <a:cubicBezTo>
                    <a:pt x="13075" y="24669"/>
                    <a:pt x="13097" y="24691"/>
                    <a:pt x="13119" y="24713"/>
                  </a:cubicBezTo>
                  <a:cubicBezTo>
                    <a:pt x="13178" y="24758"/>
                    <a:pt x="13249" y="24787"/>
                    <a:pt x="13321" y="24787"/>
                  </a:cubicBezTo>
                  <a:cubicBezTo>
                    <a:pt x="13329" y="24787"/>
                    <a:pt x="13337" y="24786"/>
                    <a:pt x="13345" y="24786"/>
                  </a:cubicBezTo>
                  <a:cubicBezTo>
                    <a:pt x="13455" y="24786"/>
                    <a:pt x="13549" y="24734"/>
                    <a:pt x="13622" y="24662"/>
                  </a:cubicBezTo>
                  <a:cubicBezTo>
                    <a:pt x="13878" y="24384"/>
                    <a:pt x="14089" y="24071"/>
                    <a:pt x="14264" y="23735"/>
                  </a:cubicBezTo>
                  <a:cubicBezTo>
                    <a:pt x="14432" y="23414"/>
                    <a:pt x="14578" y="23078"/>
                    <a:pt x="14688" y="22728"/>
                  </a:cubicBezTo>
                  <a:cubicBezTo>
                    <a:pt x="14914" y="21977"/>
                    <a:pt x="15045" y="21203"/>
                    <a:pt x="15082" y="20423"/>
                  </a:cubicBezTo>
                  <a:cubicBezTo>
                    <a:pt x="15111" y="19635"/>
                    <a:pt x="15074" y="18839"/>
                    <a:pt x="14965" y="18051"/>
                  </a:cubicBezTo>
                  <a:cubicBezTo>
                    <a:pt x="14855" y="17307"/>
                    <a:pt x="14695" y="16577"/>
                    <a:pt x="14469" y="15855"/>
                  </a:cubicBezTo>
                  <a:cubicBezTo>
                    <a:pt x="13520" y="12849"/>
                    <a:pt x="11368" y="10507"/>
                    <a:pt x="9610" y="8807"/>
                  </a:cubicBezTo>
                  <a:cubicBezTo>
                    <a:pt x="8544" y="7778"/>
                    <a:pt x="7406" y="6801"/>
                    <a:pt x="6297" y="5852"/>
                  </a:cubicBezTo>
                  <a:lnTo>
                    <a:pt x="6268" y="5823"/>
                  </a:lnTo>
                  <a:lnTo>
                    <a:pt x="6151" y="5721"/>
                  </a:lnTo>
                  <a:cubicBezTo>
                    <a:pt x="5086" y="4809"/>
                    <a:pt x="3984" y="3868"/>
                    <a:pt x="2963" y="2876"/>
                  </a:cubicBezTo>
                  <a:cubicBezTo>
                    <a:pt x="2583" y="2511"/>
                    <a:pt x="2255" y="2175"/>
                    <a:pt x="1949" y="1854"/>
                  </a:cubicBezTo>
                  <a:cubicBezTo>
                    <a:pt x="1693" y="1584"/>
                    <a:pt x="1438" y="1300"/>
                    <a:pt x="1190" y="1008"/>
                  </a:cubicBezTo>
                  <a:cubicBezTo>
                    <a:pt x="1066" y="855"/>
                    <a:pt x="942" y="709"/>
                    <a:pt x="818" y="555"/>
                  </a:cubicBezTo>
                  <a:lnTo>
                    <a:pt x="672" y="358"/>
                  </a:lnTo>
                  <a:cubicBezTo>
                    <a:pt x="606" y="271"/>
                    <a:pt x="541" y="183"/>
                    <a:pt x="468" y="103"/>
                  </a:cubicBezTo>
                  <a:cubicBezTo>
                    <a:pt x="416" y="37"/>
                    <a:pt x="351" y="1"/>
                    <a:pt x="2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8"/>
            <p:cNvSpPr/>
            <p:nvPr/>
          </p:nvSpPr>
          <p:spPr>
            <a:xfrm>
              <a:off x="5584118" y="1805420"/>
              <a:ext cx="559237" cy="838905"/>
            </a:xfrm>
            <a:custGeom>
              <a:avLst/>
              <a:gdLst/>
              <a:ahLst/>
              <a:cxnLst/>
              <a:rect l="l" t="t" r="r" b="b"/>
              <a:pathLst>
                <a:path w="17123" h="25686" extrusionOk="0">
                  <a:moveTo>
                    <a:pt x="151" y="0"/>
                  </a:moveTo>
                  <a:cubicBezTo>
                    <a:pt x="61" y="0"/>
                    <a:pt x="1" y="105"/>
                    <a:pt x="50" y="183"/>
                  </a:cubicBezTo>
                  <a:lnTo>
                    <a:pt x="50" y="176"/>
                  </a:lnTo>
                  <a:cubicBezTo>
                    <a:pt x="583" y="1066"/>
                    <a:pt x="1079" y="1985"/>
                    <a:pt x="1524" y="2926"/>
                  </a:cubicBezTo>
                  <a:cubicBezTo>
                    <a:pt x="1969" y="3853"/>
                    <a:pt x="2378" y="4801"/>
                    <a:pt x="2772" y="5750"/>
                  </a:cubicBezTo>
                  <a:cubicBezTo>
                    <a:pt x="3107" y="6582"/>
                    <a:pt x="3435" y="7413"/>
                    <a:pt x="3756" y="8252"/>
                  </a:cubicBezTo>
                  <a:cubicBezTo>
                    <a:pt x="3910" y="8661"/>
                    <a:pt x="4070" y="9062"/>
                    <a:pt x="4231" y="9471"/>
                  </a:cubicBezTo>
                  <a:cubicBezTo>
                    <a:pt x="4406" y="9909"/>
                    <a:pt x="4581" y="10346"/>
                    <a:pt x="4763" y="10777"/>
                  </a:cubicBezTo>
                  <a:lnTo>
                    <a:pt x="4720" y="10682"/>
                  </a:lnTo>
                  <a:lnTo>
                    <a:pt x="4720" y="10682"/>
                  </a:lnTo>
                  <a:cubicBezTo>
                    <a:pt x="5135" y="11703"/>
                    <a:pt x="5573" y="12718"/>
                    <a:pt x="6055" y="13717"/>
                  </a:cubicBezTo>
                  <a:cubicBezTo>
                    <a:pt x="6493" y="14629"/>
                    <a:pt x="6989" y="15526"/>
                    <a:pt x="7514" y="16395"/>
                  </a:cubicBezTo>
                  <a:cubicBezTo>
                    <a:pt x="8025" y="17248"/>
                    <a:pt x="8572" y="18066"/>
                    <a:pt x="9163" y="18868"/>
                  </a:cubicBezTo>
                  <a:cubicBezTo>
                    <a:pt x="9761" y="19700"/>
                    <a:pt x="10410" y="20495"/>
                    <a:pt x="11096" y="21261"/>
                  </a:cubicBezTo>
                  <a:cubicBezTo>
                    <a:pt x="11833" y="22064"/>
                    <a:pt x="12621" y="22823"/>
                    <a:pt x="13453" y="23530"/>
                  </a:cubicBezTo>
                  <a:cubicBezTo>
                    <a:pt x="13905" y="23924"/>
                    <a:pt x="14365" y="24296"/>
                    <a:pt x="14846" y="24661"/>
                  </a:cubicBezTo>
                  <a:cubicBezTo>
                    <a:pt x="15292" y="25004"/>
                    <a:pt x="15758" y="25325"/>
                    <a:pt x="16240" y="25610"/>
                  </a:cubicBezTo>
                  <a:cubicBezTo>
                    <a:pt x="16331" y="25661"/>
                    <a:pt x="16431" y="25686"/>
                    <a:pt x="16531" y="25686"/>
                  </a:cubicBezTo>
                  <a:cubicBezTo>
                    <a:pt x="16686" y="25686"/>
                    <a:pt x="16840" y="25626"/>
                    <a:pt x="16955" y="25515"/>
                  </a:cubicBezTo>
                  <a:cubicBezTo>
                    <a:pt x="17064" y="25405"/>
                    <a:pt x="17123" y="25252"/>
                    <a:pt x="17123" y="25099"/>
                  </a:cubicBezTo>
                  <a:cubicBezTo>
                    <a:pt x="17123" y="24946"/>
                    <a:pt x="17064" y="24785"/>
                    <a:pt x="16948" y="24676"/>
                  </a:cubicBezTo>
                  <a:cubicBezTo>
                    <a:pt x="16627" y="24406"/>
                    <a:pt x="16298" y="24136"/>
                    <a:pt x="15970" y="23873"/>
                  </a:cubicBezTo>
                  <a:cubicBezTo>
                    <a:pt x="15627" y="23596"/>
                    <a:pt x="15292" y="23311"/>
                    <a:pt x="14956" y="23027"/>
                  </a:cubicBezTo>
                  <a:cubicBezTo>
                    <a:pt x="14307" y="22465"/>
                    <a:pt x="13679" y="21889"/>
                    <a:pt x="13074" y="21283"/>
                  </a:cubicBezTo>
                  <a:cubicBezTo>
                    <a:pt x="11870" y="20094"/>
                    <a:pt x="10739" y="18824"/>
                    <a:pt x="9703" y="17489"/>
                  </a:cubicBezTo>
                  <a:cubicBezTo>
                    <a:pt x="9119" y="16723"/>
                    <a:pt x="8565" y="15935"/>
                    <a:pt x="8047" y="15118"/>
                  </a:cubicBezTo>
                  <a:cubicBezTo>
                    <a:pt x="7492" y="14242"/>
                    <a:pt x="6974" y="13338"/>
                    <a:pt x="6485" y="12418"/>
                  </a:cubicBezTo>
                  <a:cubicBezTo>
                    <a:pt x="5974" y="11463"/>
                    <a:pt x="5493" y="10485"/>
                    <a:pt x="5026" y="9500"/>
                  </a:cubicBezTo>
                  <a:cubicBezTo>
                    <a:pt x="4793" y="9011"/>
                    <a:pt x="4566" y="8508"/>
                    <a:pt x="4333" y="8019"/>
                  </a:cubicBezTo>
                  <a:cubicBezTo>
                    <a:pt x="4092" y="7523"/>
                    <a:pt x="3866" y="7027"/>
                    <a:pt x="3632" y="6530"/>
                  </a:cubicBezTo>
                  <a:cubicBezTo>
                    <a:pt x="3114" y="5429"/>
                    <a:pt x="2596" y="4320"/>
                    <a:pt x="2042" y="3233"/>
                  </a:cubicBezTo>
                  <a:cubicBezTo>
                    <a:pt x="1495" y="2146"/>
                    <a:pt x="896" y="1095"/>
                    <a:pt x="262" y="59"/>
                  </a:cubicBezTo>
                  <a:cubicBezTo>
                    <a:pt x="240" y="22"/>
                    <a:pt x="203" y="1"/>
                    <a:pt x="160" y="1"/>
                  </a:cubicBezTo>
                  <a:cubicBezTo>
                    <a:pt x="157" y="0"/>
                    <a:pt x="154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8"/>
            <p:cNvSpPr/>
            <p:nvPr/>
          </p:nvSpPr>
          <p:spPr>
            <a:xfrm>
              <a:off x="5155400" y="2293905"/>
              <a:ext cx="590525" cy="304326"/>
            </a:xfrm>
            <a:custGeom>
              <a:avLst/>
              <a:gdLst/>
              <a:ahLst/>
              <a:cxnLst/>
              <a:rect l="l" t="t" r="r" b="b"/>
              <a:pathLst>
                <a:path w="18081" h="9318" extrusionOk="0">
                  <a:moveTo>
                    <a:pt x="256" y="0"/>
                  </a:moveTo>
                  <a:cubicBezTo>
                    <a:pt x="190" y="0"/>
                    <a:pt x="117" y="30"/>
                    <a:pt x="73" y="81"/>
                  </a:cubicBezTo>
                  <a:cubicBezTo>
                    <a:pt x="8" y="168"/>
                    <a:pt x="0" y="292"/>
                    <a:pt x="66" y="380"/>
                  </a:cubicBezTo>
                  <a:lnTo>
                    <a:pt x="110" y="431"/>
                  </a:lnTo>
                  <a:cubicBezTo>
                    <a:pt x="548" y="1022"/>
                    <a:pt x="1007" y="1635"/>
                    <a:pt x="1474" y="2218"/>
                  </a:cubicBezTo>
                  <a:cubicBezTo>
                    <a:pt x="1978" y="2831"/>
                    <a:pt x="2503" y="3430"/>
                    <a:pt x="3043" y="3999"/>
                  </a:cubicBezTo>
                  <a:cubicBezTo>
                    <a:pt x="4115" y="5137"/>
                    <a:pt x="5305" y="6158"/>
                    <a:pt x="6589" y="7034"/>
                  </a:cubicBezTo>
                  <a:cubicBezTo>
                    <a:pt x="7224" y="7464"/>
                    <a:pt x="7887" y="7844"/>
                    <a:pt x="8573" y="8172"/>
                  </a:cubicBezTo>
                  <a:cubicBezTo>
                    <a:pt x="9252" y="8493"/>
                    <a:pt x="9960" y="8756"/>
                    <a:pt x="10682" y="8953"/>
                  </a:cubicBezTo>
                  <a:cubicBezTo>
                    <a:pt x="11579" y="9193"/>
                    <a:pt x="12506" y="9317"/>
                    <a:pt x="13432" y="9317"/>
                  </a:cubicBezTo>
                  <a:cubicBezTo>
                    <a:pt x="14038" y="9310"/>
                    <a:pt x="14636" y="9259"/>
                    <a:pt x="15235" y="9157"/>
                  </a:cubicBezTo>
                  <a:cubicBezTo>
                    <a:pt x="16154" y="8996"/>
                    <a:pt x="17059" y="8726"/>
                    <a:pt x="17920" y="8354"/>
                  </a:cubicBezTo>
                  <a:cubicBezTo>
                    <a:pt x="18022" y="8311"/>
                    <a:pt x="18080" y="8194"/>
                    <a:pt x="18044" y="8084"/>
                  </a:cubicBezTo>
                  <a:cubicBezTo>
                    <a:pt x="18051" y="8033"/>
                    <a:pt x="18051" y="7982"/>
                    <a:pt x="18029" y="7931"/>
                  </a:cubicBezTo>
                  <a:cubicBezTo>
                    <a:pt x="17832" y="7552"/>
                    <a:pt x="17606" y="7172"/>
                    <a:pt x="17365" y="6815"/>
                  </a:cubicBezTo>
                  <a:cubicBezTo>
                    <a:pt x="17110" y="6443"/>
                    <a:pt x="16869" y="6107"/>
                    <a:pt x="16621" y="5801"/>
                  </a:cubicBezTo>
                  <a:cubicBezTo>
                    <a:pt x="16088" y="5137"/>
                    <a:pt x="15505" y="4509"/>
                    <a:pt x="14870" y="3933"/>
                  </a:cubicBezTo>
                  <a:cubicBezTo>
                    <a:pt x="14250" y="3378"/>
                    <a:pt x="13578" y="2875"/>
                    <a:pt x="12863" y="2445"/>
                  </a:cubicBezTo>
                  <a:cubicBezTo>
                    <a:pt x="12469" y="2196"/>
                    <a:pt x="12097" y="1985"/>
                    <a:pt x="11725" y="1803"/>
                  </a:cubicBezTo>
                  <a:cubicBezTo>
                    <a:pt x="11302" y="1591"/>
                    <a:pt x="10857" y="1409"/>
                    <a:pt x="10397" y="1270"/>
                  </a:cubicBezTo>
                  <a:cubicBezTo>
                    <a:pt x="9879" y="1102"/>
                    <a:pt x="9347" y="985"/>
                    <a:pt x="8814" y="905"/>
                  </a:cubicBezTo>
                  <a:cubicBezTo>
                    <a:pt x="8289" y="825"/>
                    <a:pt x="7763" y="781"/>
                    <a:pt x="7238" y="759"/>
                  </a:cubicBezTo>
                  <a:cubicBezTo>
                    <a:pt x="6654" y="730"/>
                    <a:pt x="6071" y="723"/>
                    <a:pt x="5502" y="715"/>
                  </a:cubicBezTo>
                  <a:cubicBezTo>
                    <a:pt x="5042" y="708"/>
                    <a:pt x="4597" y="701"/>
                    <a:pt x="4145" y="686"/>
                  </a:cubicBezTo>
                  <a:lnTo>
                    <a:pt x="4086" y="686"/>
                  </a:lnTo>
                  <a:cubicBezTo>
                    <a:pt x="2839" y="628"/>
                    <a:pt x="1890" y="497"/>
                    <a:pt x="1022" y="241"/>
                  </a:cubicBezTo>
                  <a:cubicBezTo>
                    <a:pt x="839" y="190"/>
                    <a:pt x="686" y="132"/>
                    <a:pt x="526" y="73"/>
                  </a:cubicBezTo>
                  <a:lnTo>
                    <a:pt x="365" y="15"/>
                  </a:lnTo>
                  <a:cubicBezTo>
                    <a:pt x="329" y="8"/>
                    <a:pt x="292" y="0"/>
                    <a:pt x="2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8"/>
            <p:cNvSpPr/>
            <p:nvPr/>
          </p:nvSpPr>
          <p:spPr>
            <a:xfrm>
              <a:off x="5228557" y="2342273"/>
              <a:ext cx="642030" cy="291001"/>
            </a:xfrm>
            <a:custGeom>
              <a:avLst/>
              <a:gdLst/>
              <a:ahLst/>
              <a:cxnLst/>
              <a:rect l="l" t="t" r="r" b="b"/>
              <a:pathLst>
                <a:path w="19658" h="8910" extrusionOk="0">
                  <a:moveTo>
                    <a:pt x="146" y="0"/>
                  </a:moveTo>
                  <a:cubicBezTo>
                    <a:pt x="88" y="0"/>
                    <a:pt x="37" y="44"/>
                    <a:pt x="15" y="103"/>
                  </a:cubicBezTo>
                  <a:cubicBezTo>
                    <a:pt x="0" y="176"/>
                    <a:pt x="44" y="249"/>
                    <a:pt x="117" y="270"/>
                  </a:cubicBezTo>
                  <a:cubicBezTo>
                    <a:pt x="1051" y="621"/>
                    <a:pt x="1985" y="978"/>
                    <a:pt x="2919" y="1343"/>
                  </a:cubicBezTo>
                  <a:cubicBezTo>
                    <a:pt x="3889" y="1715"/>
                    <a:pt x="4859" y="2094"/>
                    <a:pt x="5823" y="2488"/>
                  </a:cubicBezTo>
                  <a:lnTo>
                    <a:pt x="5808" y="2488"/>
                  </a:lnTo>
                  <a:cubicBezTo>
                    <a:pt x="6195" y="2649"/>
                    <a:pt x="6589" y="2802"/>
                    <a:pt x="6975" y="2963"/>
                  </a:cubicBezTo>
                  <a:cubicBezTo>
                    <a:pt x="7471" y="3167"/>
                    <a:pt x="7968" y="3379"/>
                    <a:pt x="8456" y="3605"/>
                  </a:cubicBezTo>
                  <a:cubicBezTo>
                    <a:pt x="8945" y="3824"/>
                    <a:pt x="9449" y="4035"/>
                    <a:pt x="9952" y="4254"/>
                  </a:cubicBezTo>
                  <a:cubicBezTo>
                    <a:pt x="10937" y="4699"/>
                    <a:pt x="11922" y="5151"/>
                    <a:pt x="12892" y="5633"/>
                  </a:cubicBezTo>
                  <a:cubicBezTo>
                    <a:pt x="13863" y="6115"/>
                    <a:pt x="14811" y="6611"/>
                    <a:pt x="15752" y="7129"/>
                  </a:cubicBezTo>
                  <a:cubicBezTo>
                    <a:pt x="16227" y="7384"/>
                    <a:pt x="16686" y="7647"/>
                    <a:pt x="17146" y="7917"/>
                  </a:cubicBezTo>
                  <a:cubicBezTo>
                    <a:pt x="17606" y="8194"/>
                    <a:pt x="18058" y="8471"/>
                    <a:pt x="18510" y="8741"/>
                  </a:cubicBezTo>
                  <a:cubicBezTo>
                    <a:pt x="18561" y="8770"/>
                    <a:pt x="18620" y="8800"/>
                    <a:pt x="18678" y="8829"/>
                  </a:cubicBezTo>
                  <a:cubicBezTo>
                    <a:pt x="18776" y="8885"/>
                    <a:pt x="18878" y="8910"/>
                    <a:pt x="18976" y="8910"/>
                  </a:cubicBezTo>
                  <a:cubicBezTo>
                    <a:pt x="19340" y="8910"/>
                    <a:pt x="19657" y="8565"/>
                    <a:pt x="19554" y="8157"/>
                  </a:cubicBezTo>
                  <a:cubicBezTo>
                    <a:pt x="19532" y="8106"/>
                    <a:pt x="19517" y="8063"/>
                    <a:pt x="19495" y="8012"/>
                  </a:cubicBezTo>
                  <a:cubicBezTo>
                    <a:pt x="19444" y="7917"/>
                    <a:pt x="19364" y="7836"/>
                    <a:pt x="19269" y="7785"/>
                  </a:cubicBezTo>
                  <a:cubicBezTo>
                    <a:pt x="18846" y="7479"/>
                    <a:pt x="18386" y="7209"/>
                    <a:pt x="17927" y="6939"/>
                  </a:cubicBezTo>
                  <a:cubicBezTo>
                    <a:pt x="17467" y="6669"/>
                    <a:pt x="17000" y="6414"/>
                    <a:pt x="16526" y="6166"/>
                  </a:cubicBezTo>
                  <a:cubicBezTo>
                    <a:pt x="16052" y="5918"/>
                    <a:pt x="15570" y="5677"/>
                    <a:pt x="15081" y="5443"/>
                  </a:cubicBezTo>
                  <a:cubicBezTo>
                    <a:pt x="14600" y="5217"/>
                    <a:pt x="14096" y="5006"/>
                    <a:pt x="13593" y="4787"/>
                  </a:cubicBezTo>
                  <a:cubicBezTo>
                    <a:pt x="13075" y="4568"/>
                    <a:pt x="12557" y="4356"/>
                    <a:pt x="12032" y="4152"/>
                  </a:cubicBezTo>
                  <a:cubicBezTo>
                    <a:pt x="11528" y="3948"/>
                    <a:pt x="11025" y="3751"/>
                    <a:pt x="10514" y="3568"/>
                  </a:cubicBezTo>
                  <a:cubicBezTo>
                    <a:pt x="10003" y="3386"/>
                    <a:pt x="9492" y="3196"/>
                    <a:pt x="8982" y="3014"/>
                  </a:cubicBezTo>
                  <a:cubicBezTo>
                    <a:pt x="8734" y="2933"/>
                    <a:pt x="8478" y="2853"/>
                    <a:pt x="8238" y="2773"/>
                  </a:cubicBezTo>
                  <a:lnTo>
                    <a:pt x="7428" y="2503"/>
                  </a:lnTo>
                  <a:lnTo>
                    <a:pt x="5647" y="1905"/>
                  </a:lnTo>
                  <a:cubicBezTo>
                    <a:pt x="5027" y="1700"/>
                    <a:pt x="4414" y="1496"/>
                    <a:pt x="3802" y="1292"/>
                  </a:cubicBezTo>
                  <a:cubicBezTo>
                    <a:pt x="3189" y="1088"/>
                    <a:pt x="2583" y="869"/>
                    <a:pt x="1978" y="657"/>
                  </a:cubicBezTo>
                  <a:cubicBezTo>
                    <a:pt x="1372" y="446"/>
                    <a:pt x="781" y="234"/>
                    <a:pt x="183" y="8"/>
                  </a:cubicBezTo>
                  <a:cubicBezTo>
                    <a:pt x="175" y="0"/>
                    <a:pt x="161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38"/>
          <p:cNvSpPr/>
          <p:nvPr/>
        </p:nvSpPr>
        <p:spPr>
          <a:xfrm>
            <a:off x="420225" y="535000"/>
            <a:ext cx="2518800" cy="407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 One"/>
              <a:buNone/>
              <a:defRPr sz="3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62" r:id="rId5"/>
    <p:sldLayoutId id="2147483677" r:id="rId6"/>
    <p:sldLayoutId id="2147483679" r:id="rId7"/>
    <p:sldLayoutId id="2147483683" r:id="rId8"/>
    <p:sldLayoutId id="214748368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/>
          <p:nvPr/>
        </p:nvSpPr>
        <p:spPr>
          <a:xfrm>
            <a:off x="4442624" y="3738302"/>
            <a:ext cx="1588514" cy="1014663"/>
          </a:xfrm>
          <a:custGeom>
            <a:avLst/>
            <a:gdLst/>
            <a:ahLst/>
            <a:cxnLst/>
            <a:rect l="l" t="t" r="r" b="b"/>
            <a:pathLst>
              <a:path w="11861" h="11148" extrusionOk="0">
                <a:moveTo>
                  <a:pt x="1532" y="0"/>
                </a:moveTo>
                <a:cubicBezTo>
                  <a:pt x="1249" y="0"/>
                  <a:pt x="973" y="77"/>
                  <a:pt x="728" y="222"/>
                </a:cubicBezTo>
                <a:cubicBezTo>
                  <a:pt x="460" y="375"/>
                  <a:pt x="238" y="613"/>
                  <a:pt x="116" y="896"/>
                </a:cubicBezTo>
                <a:lnTo>
                  <a:pt x="108" y="911"/>
                </a:lnTo>
                <a:cubicBezTo>
                  <a:pt x="39" y="1072"/>
                  <a:pt x="1" y="1241"/>
                  <a:pt x="1" y="1409"/>
                </a:cubicBezTo>
                <a:lnTo>
                  <a:pt x="1" y="7075"/>
                </a:lnTo>
                <a:cubicBezTo>
                  <a:pt x="1" y="7840"/>
                  <a:pt x="705" y="8483"/>
                  <a:pt x="1532" y="8483"/>
                </a:cubicBezTo>
                <a:lnTo>
                  <a:pt x="3270" y="8483"/>
                </a:lnTo>
                <a:cubicBezTo>
                  <a:pt x="3285" y="8583"/>
                  <a:pt x="3301" y="8682"/>
                  <a:pt x="3301" y="8782"/>
                </a:cubicBezTo>
                <a:lnTo>
                  <a:pt x="3301" y="8797"/>
                </a:lnTo>
                <a:cubicBezTo>
                  <a:pt x="3308" y="9211"/>
                  <a:pt x="3209" y="9624"/>
                  <a:pt x="3017" y="9992"/>
                </a:cubicBezTo>
                <a:cubicBezTo>
                  <a:pt x="2925" y="10160"/>
                  <a:pt x="2811" y="10313"/>
                  <a:pt x="2680" y="10459"/>
                </a:cubicBezTo>
                <a:cubicBezTo>
                  <a:pt x="2566" y="10581"/>
                  <a:pt x="2435" y="10681"/>
                  <a:pt x="2298" y="10772"/>
                </a:cubicBezTo>
                <a:cubicBezTo>
                  <a:pt x="2175" y="10849"/>
                  <a:pt x="2045" y="10910"/>
                  <a:pt x="1907" y="10949"/>
                </a:cubicBezTo>
                <a:cubicBezTo>
                  <a:pt x="1892" y="10956"/>
                  <a:pt x="1877" y="10971"/>
                  <a:pt x="1869" y="10987"/>
                </a:cubicBezTo>
                <a:cubicBezTo>
                  <a:pt x="1854" y="11002"/>
                  <a:pt x="1846" y="11033"/>
                  <a:pt x="1846" y="11056"/>
                </a:cubicBezTo>
                <a:cubicBezTo>
                  <a:pt x="1854" y="11102"/>
                  <a:pt x="1892" y="11132"/>
                  <a:pt x="1938" y="11140"/>
                </a:cubicBezTo>
                <a:cubicBezTo>
                  <a:pt x="2022" y="11148"/>
                  <a:pt x="2106" y="11148"/>
                  <a:pt x="2175" y="11148"/>
                </a:cubicBezTo>
                <a:cubicBezTo>
                  <a:pt x="2389" y="11148"/>
                  <a:pt x="2596" y="11125"/>
                  <a:pt x="2795" y="11086"/>
                </a:cubicBezTo>
                <a:cubicBezTo>
                  <a:pt x="3599" y="10910"/>
                  <a:pt x="4288" y="10397"/>
                  <a:pt x="4686" y="9678"/>
                </a:cubicBezTo>
                <a:cubicBezTo>
                  <a:pt x="4748" y="9555"/>
                  <a:pt x="4809" y="9433"/>
                  <a:pt x="4855" y="9302"/>
                </a:cubicBezTo>
                <a:cubicBezTo>
                  <a:pt x="4908" y="9172"/>
                  <a:pt x="4947" y="9042"/>
                  <a:pt x="4977" y="8904"/>
                </a:cubicBezTo>
                <a:cubicBezTo>
                  <a:pt x="5008" y="8767"/>
                  <a:pt x="5031" y="8629"/>
                  <a:pt x="5039" y="8483"/>
                </a:cubicBezTo>
                <a:lnTo>
                  <a:pt x="10329" y="8483"/>
                </a:lnTo>
                <a:cubicBezTo>
                  <a:pt x="11163" y="8483"/>
                  <a:pt x="11860" y="7840"/>
                  <a:pt x="11860" y="7075"/>
                </a:cubicBezTo>
                <a:lnTo>
                  <a:pt x="11860" y="1409"/>
                </a:lnTo>
                <a:cubicBezTo>
                  <a:pt x="11860" y="1241"/>
                  <a:pt x="11830" y="1072"/>
                  <a:pt x="11761" y="911"/>
                </a:cubicBezTo>
                <a:lnTo>
                  <a:pt x="11753" y="896"/>
                </a:lnTo>
                <a:cubicBezTo>
                  <a:pt x="11585" y="521"/>
                  <a:pt x="11263" y="230"/>
                  <a:pt x="10873" y="100"/>
                </a:cubicBezTo>
                <a:cubicBezTo>
                  <a:pt x="10696" y="31"/>
                  <a:pt x="10513" y="0"/>
                  <a:pt x="1032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2"/>
          <p:cNvSpPr txBox="1">
            <a:spLocks noGrp="1"/>
          </p:cNvSpPr>
          <p:nvPr>
            <p:ph type="ctrTitle"/>
          </p:nvPr>
        </p:nvSpPr>
        <p:spPr>
          <a:xfrm>
            <a:off x="1211225" y="1210563"/>
            <a:ext cx="5580514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800" dirty="0">
                <a:solidFill>
                  <a:schemeClr val="dk2"/>
                </a:solidFill>
              </a:rPr>
              <a:t>Sound Drawing Tool: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1"/>
                </a:solidFill>
              </a:rPr>
              <a:t>A Synesthetic Audiovisual Instrument</a:t>
            </a:r>
          </a:p>
        </p:txBody>
      </p:sp>
      <p:sp>
        <p:nvSpPr>
          <p:cNvPr id="222" name="Google Shape;222;p42"/>
          <p:cNvSpPr txBox="1">
            <a:spLocks noGrp="1"/>
          </p:cNvSpPr>
          <p:nvPr>
            <p:ph type="subTitle" idx="1"/>
          </p:nvPr>
        </p:nvSpPr>
        <p:spPr>
          <a:xfrm>
            <a:off x="1211225" y="3447238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Real-time performance system linking visuals and music</a:t>
            </a:r>
            <a:endParaRPr dirty="0"/>
          </a:p>
        </p:txBody>
      </p:sp>
      <p:sp>
        <p:nvSpPr>
          <p:cNvPr id="223" name="Google Shape;223;p42"/>
          <p:cNvSpPr txBox="1"/>
          <p:nvPr/>
        </p:nvSpPr>
        <p:spPr>
          <a:xfrm>
            <a:off x="4442624" y="3871179"/>
            <a:ext cx="15885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rPr>
              <a:t>Qian Zhao</a:t>
            </a:r>
            <a:endParaRPr sz="2200" dirty="0">
              <a:solidFill>
                <a:schemeClr val="lt1"/>
              </a:solidFill>
            </a:endParaRPr>
          </a:p>
        </p:txBody>
      </p:sp>
      <p:grpSp>
        <p:nvGrpSpPr>
          <p:cNvPr id="224" name="Google Shape;224;p42"/>
          <p:cNvGrpSpPr/>
          <p:nvPr/>
        </p:nvGrpSpPr>
        <p:grpSpPr>
          <a:xfrm>
            <a:off x="6321286" y="1769164"/>
            <a:ext cx="3020049" cy="3160235"/>
            <a:chOff x="5977625" y="1974400"/>
            <a:chExt cx="3035170" cy="3169100"/>
          </a:xfrm>
        </p:grpSpPr>
        <p:sp>
          <p:nvSpPr>
            <p:cNvPr id="225" name="Google Shape;225;p42"/>
            <p:cNvSpPr/>
            <p:nvPr/>
          </p:nvSpPr>
          <p:spPr>
            <a:xfrm>
              <a:off x="6103290" y="2235721"/>
              <a:ext cx="2781115" cy="2860449"/>
            </a:xfrm>
            <a:custGeom>
              <a:avLst/>
              <a:gdLst/>
              <a:ahLst/>
              <a:cxnLst/>
              <a:rect l="l" t="t" r="r" b="b"/>
              <a:pathLst>
                <a:path w="46765" h="48097" extrusionOk="0">
                  <a:moveTo>
                    <a:pt x="23727" y="1"/>
                  </a:moveTo>
                  <a:cubicBezTo>
                    <a:pt x="17870" y="1"/>
                    <a:pt x="12235" y="2803"/>
                    <a:pt x="7871" y="7886"/>
                  </a:cubicBezTo>
                  <a:cubicBezTo>
                    <a:pt x="3500" y="12985"/>
                    <a:pt x="858" y="19861"/>
                    <a:pt x="445" y="27241"/>
                  </a:cubicBezTo>
                  <a:cubicBezTo>
                    <a:pt x="1" y="35020"/>
                    <a:pt x="2045" y="42423"/>
                    <a:pt x="6202" y="48096"/>
                  </a:cubicBezTo>
                  <a:lnTo>
                    <a:pt x="39315" y="48096"/>
                  </a:lnTo>
                  <a:cubicBezTo>
                    <a:pt x="43166" y="43128"/>
                    <a:pt x="45494" y="36635"/>
                    <a:pt x="45884" y="29806"/>
                  </a:cubicBezTo>
                  <a:cubicBezTo>
                    <a:pt x="46764" y="14096"/>
                    <a:pt x="37302" y="736"/>
                    <a:pt x="24776" y="31"/>
                  </a:cubicBezTo>
                  <a:cubicBezTo>
                    <a:pt x="24424" y="8"/>
                    <a:pt x="24072" y="1"/>
                    <a:pt x="237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42"/>
            <p:cNvSpPr/>
            <p:nvPr/>
          </p:nvSpPr>
          <p:spPr>
            <a:xfrm>
              <a:off x="6184907" y="4849165"/>
              <a:ext cx="39191" cy="201671"/>
            </a:xfrm>
            <a:custGeom>
              <a:avLst/>
              <a:gdLst/>
              <a:ahLst/>
              <a:cxnLst/>
              <a:rect l="l" t="t" r="r" b="b"/>
              <a:pathLst>
                <a:path w="659" h="3391" extrusionOk="0">
                  <a:moveTo>
                    <a:pt x="329" y="0"/>
                  </a:moveTo>
                  <a:cubicBezTo>
                    <a:pt x="146" y="0"/>
                    <a:pt x="0" y="146"/>
                    <a:pt x="0" y="330"/>
                  </a:cubicBezTo>
                  <a:lnTo>
                    <a:pt x="0" y="3063"/>
                  </a:lnTo>
                  <a:cubicBezTo>
                    <a:pt x="0" y="3281"/>
                    <a:pt x="165" y="3390"/>
                    <a:pt x="329" y="3390"/>
                  </a:cubicBezTo>
                  <a:cubicBezTo>
                    <a:pt x="494" y="3390"/>
                    <a:pt x="659" y="3281"/>
                    <a:pt x="659" y="3063"/>
                  </a:cubicBezTo>
                  <a:lnTo>
                    <a:pt x="659" y="330"/>
                  </a:lnTo>
                  <a:cubicBezTo>
                    <a:pt x="651" y="146"/>
                    <a:pt x="506" y="0"/>
                    <a:pt x="3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42"/>
            <p:cNvSpPr/>
            <p:nvPr/>
          </p:nvSpPr>
          <p:spPr>
            <a:xfrm>
              <a:off x="6208496" y="4921252"/>
              <a:ext cx="306925" cy="126201"/>
            </a:xfrm>
            <a:custGeom>
              <a:avLst/>
              <a:gdLst/>
              <a:ahLst/>
              <a:cxnLst/>
              <a:rect l="l" t="t" r="r" b="b"/>
              <a:pathLst>
                <a:path w="5161" h="2122" extrusionOk="0">
                  <a:moveTo>
                    <a:pt x="4101" y="0"/>
                  </a:moveTo>
                  <a:cubicBezTo>
                    <a:pt x="4092" y="0"/>
                    <a:pt x="4083" y="0"/>
                    <a:pt x="4073" y="0"/>
                  </a:cubicBezTo>
                  <a:lnTo>
                    <a:pt x="1026" y="0"/>
                  </a:lnTo>
                  <a:cubicBezTo>
                    <a:pt x="452" y="23"/>
                    <a:pt x="0" y="490"/>
                    <a:pt x="0" y="1065"/>
                  </a:cubicBezTo>
                  <a:cubicBezTo>
                    <a:pt x="0" y="1631"/>
                    <a:pt x="452" y="2106"/>
                    <a:pt x="1026" y="2121"/>
                  </a:cubicBezTo>
                  <a:lnTo>
                    <a:pt x="4073" y="2121"/>
                  </a:lnTo>
                  <a:cubicBezTo>
                    <a:pt x="4083" y="2121"/>
                    <a:pt x="4092" y="2121"/>
                    <a:pt x="4102" y="2121"/>
                  </a:cubicBezTo>
                  <a:cubicBezTo>
                    <a:pt x="4686" y="2121"/>
                    <a:pt x="5161" y="1652"/>
                    <a:pt x="5161" y="1065"/>
                  </a:cubicBezTo>
                  <a:cubicBezTo>
                    <a:pt x="5161" y="477"/>
                    <a:pt x="4686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42"/>
            <p:cNvSpPr/>
            <p:nvPr/>
          </p:nvSpPr>
          <p:spPr>
            <a:xfrm>
              <a:off x="6012238" y="3652232"/>
              <a:ext cx="652505" cy="1136103"/>
            </a:xfrm>
            <a:custGeom>
              <a:avLst/>
              <a:gdLst/>
              <a:ahLst/>
              <a:cxnLst/>
              <a:rect l="l" t="t" r="r" b="b"/>
              <a:pathLst>
                <a:path w="10972" h="19103" extrusionOk="0">
                  <a:moveTo>
                    <a:pt x="4916" y="1"/>
                  </a:moveTo>
                  <a:cubicBezTo>
                    <a:pt x="4028" y="47"/>
                    <a:pt x="3170" y="506"/>
                    <a:pt x="2443" y="1318"/>
                  </a:cubicBezTo>
                  <a:cubicBezTo>
                    <a:pt x="858" y="3094"/>
                    <a:pt x="1" y="6363"/>
                    <a:pt x="215" y="9839"/>
                  </a:cubicBezTo>
                  <a:cubicBezTo>
                    <a:pt x="529" y="15037"/>
                    <a:pt x="3025" y="19103"/>
                    <a:pt x="5903" y="19103"/>
                  </a:cubicBezTo>
                  <a:lnTo>
                    <a:pt x="6064" y="19103"/>
                  </a:lnTo>
                  <a:cubicBezTo>
                    <a:pt x="6952" y="19057"/>
                    <a:pt x="7802" y="18597"/>
                    <a:pt x="8530" y="17786"/>
                  </a:cubicBezTo>
                  <a:cubicBezTo>
                    <a:pt x="10114" y="16010"/>
                    <a:pt x="10972" y="12741"/>
                    <a:pt x="10757" y="9265"/>
                  </a:cubicBezTo>
                  <a:cubicBezTo>
                    <a:pt x="10451" y="4066"/>
                    <a:pt x="7948" y="1"/>
                    <a:pt x="50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42"/>
            <p:cNvSpPr/>
            <p:nvPr/>
          </p:nvSpPr>
          <p:spPr>
            <a:xfrm>
              <a:off x="6066893" y="3703438"/>
              <a:ext cx="575134" cy="1035059"/>
            </a:xfrm>
            <a:custGeom>
              <a:avLst/>
              <a:gdLst/>
              <a:ahLst/>
              <a:cxnLst/>
              <a:rect l="l" t="t" r="r" b="b"/>
              <a:pathLst>
                <a:path w="9671" h="17404" extrusionOk="0">
                  <a:moveTo>
                    <a:pt x="4474" y="1"/>
                  </a:moveTo>
                  <a:cubicBezTo>
                    <a:pt x="4428" y="1"/>
                    <a:pt x="4381" y="2"/>
                    <a:pt x="4334" y="5"/>
                  </a:cubicBezTo>
                  <a:cubicBezTo>
                    <a:pt x="1815" y="150"/>
                    <a:pt x="0" y="4162"/>
                    <a:pt x="276" y="8963"/>
                  </a:cubicBezTo>
                  <a:cubicBezTo>
                    <a:pt x="546" y="13673"/>
                    <a:pt x="2734" y="17404"/>
                    <a:pt x="5189" y="17404"/>
                  </a:cubicBezTo>
                  <a:cubicBezTo>
                    <a:pt x="5235" y="17404"/>
                    <a:pt x="5282" y="17402"/>
                    <a:pt x="5329" y="17400"/>
                  </a:cubicBezTo>
                  <a:lnTo>
                    <a:pt x="5337" y="17400"/>
                  </a:lnTo>
                  <a:cubicBezTo>
                    <a:pt x="7848" y="17254"/>
                    <a:pt x="9670" y="13242"/>
                    <a:pt x="9394" y="8442"/>
                  </a:cubicBezTo>
                  <a:cubicBezTo>
                    <a:pt x="9124" y="3731"/>
                    <a:pt x="6936" y="1"/>
                    <a:pt x="44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42"/>
            <p:cNvSpPr/>
            <p:nvPr/>
          </p:nvSpPr>
          <p:spPr>
            <a:xfrm>
              <a:off x="6084199" y="3800259"/>
              <a:ext cx="481291" cy="624283"/>
            </a:xfrm>
            <a:custGeom>
              <a:avLst/>
              <a:gdLst/>
              <a:ahLst/>
              <a:cxnLst/>
              <a:rect l="l" t="t" r="r" b="b"/>
              <a:pathLst>
                <a:path w="8093" h="10497" extrusionOk="0">
                  <a:moveTo>
                    <a:pt x="6937" y="0"/>
                  </a:moveTo>
                  <a:lnTo>
                    <a:pt x="6830" y="123"/>
                  </a:lnTo>
                  <a:lnTo>
                    <a:pt x="5735" y="1340"/>
                  </a:lnTo>
                  <a:lnTo>
                    <a:pt x="1455" y="6094"/>
                  </a:lnTo>
                  <a:lnTo>
                    <a:pt x="728" y="6898"/>
                  </a:lnTo>
                  <a:lnTo>
                    <a:pt x="0" y="7702"/>
                  </a:lnTo>
                  <a:cubicBezTo>
                    <a:pt x="77" y="8644"/>
                    <a:pt x="230" y="9578"/>
                    <a:pt x="467" y="10497"/>
                  </a:cubicBezTo>
                  <a:lnTo>
                    <a:pt x="1041" y="9869"/>
                  </a:lnTo>
                  <a:lnTo>
                    <a:pt x="1608" y="9241"/>
                  </a:lnTo>
                  <a:lnTo>
                    <a:pt x="3752" y="6860"/>
                  </a:lnTo>
                  <a:lnTo>
                    <a:pt x="5888" y="4487"/>
                  </a:lnTo>
                  <a:lnTo>
                    <a:pt x="6990" y="3269"/>
                  </a:lnTo>
                  <a:lnTo>
                    <a:pt x="8093" y="2044"/>
                  </a:lnTo>
                  <a:cubicBezTo>
                    <a:pt x="7802" y="1317"/>
                    <a:pt x="7419" y="628"/>
                    <a:pt x="69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42"/>
            <p:cNvSpPr/>
            <p:nvPr/>
          </p:nvSpPr>
          <p:spPr>
            <a:xfrm>
              <a:off x="6137903" y="4000561"/>
              <a:ext cx="477247" cy="588837"/>
            </a:xfrm>
            <a:custGeom>
              <a:avLst/>
              <a:gdLst/>
              <a:ahLst/>
              <a:cxnLst/>
              <a:rect l="l" t="t" r="r" b="b"/>
              <a:pathLst>
                <a:path w="8025" h="9901" extrusionOk="0">
                  <a:moveTo>
                    <a:pt x="7642" y="1"/>
                  </a:moveTo>
                  <a:lnTo>
                    <a:pt x="7389" y="276"/>
                  </a:lnTo>
                  <a:lnTo>
                    <a:pt x="7136" y="552"/>
                  </a:lnTo>
                  <a:lnTo>
                    <a:pt x="5735" y="2106"/>
                  </a:lnTo>
                  <a:lnTo>
                    <a:pt x="2948" y="5207"/>
                  </a:lnTo>
                  <a:lnTo>
                    <a:pt x="1" y="8484"/>
                  </a:lnTo>
                  <a:cubicBezTo>
                    <a:pt x="184" y="8974"/>
                    <a:pt x="406" y="9448"/>
                    <a:pt x="667" y="9900"/>
                  </a:cubicBezTo>
                  <a:lnTo>
                    <a:pt x="682" y="9885"/>
                  </a:lnTo>
                  <a:lnTo>
                    <a:pt x="720" y="9846"/>
                  </a:lnTo>
                  <a:lnTo>
                    <a:pt x="2849" y="7481"/>
                  </a:lnTo>
                  <a:lnTo>
                    <a:pt x="4985" y="5107"/>
                  </a:lnTo>
                  <a:lnTo>
                    <a:pt x="8024" y="1739"/>
                  </a:lnTo>
                  <a:cubicBezTo>
                    <a:pt x="7932" y="1149"/>
                    <a:pt x="7802" y="575"/>
                    <a:pt x="7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2"/>
            <p:cNvSpPr/>
            <p:nvPr/>
          </p:nvSpPr>
          <p:spPr>
            <a:xfrm>
              <a:off x="6213968" y="4187245"/>
              <a:ext cx="416171" cy="541913"/>
            </a:xfrm>
            <a:custGeom>
              <a:avLst/>
              <a:gdLst/>
              <a:ahLst/>
              <a:cxnLst/>
              <a:rect l="l" t="t" r="r" b="b"/>
              <a:pathLst>
                <a:path w="6998" h="9112" extrusionOk="0">
                  <a:moveTo>
                    <a:pt x="6906" y="1"/>
                  </a:moveTo>
                  <a:lnTo>
                    <a:pt x="6095" y="904"/>
                  </a:lnTo>
                  <a:lnTo>
                    <a:pt x="5283" y="1808"/>
                  </a:lnTo>
                  <a:lnTo>
                    <a:pt x="1003" y="6554"/>
                  </a:lnTo>
                  <a:lnTo>
                    <a:pt x="0" y="7672"/>
                  </a:lnTo>
                  <a:cubicBezTo>
                    <a:pt x="559" y="8392"/>
                    <a:pt x="1172" y="8874"/>
                    <a:pt x="1830" y="9112"/>
                  </a:cubicBezTo>
                  <a:lnTo>
                    <a:pt x="3423" y="7351"/>
                  </a:lnTo>
                  <a:lnTo>
                    <a:pt x="5023" y="5574"/>
                  </a:lnTo>
                  <a:lnTo>
                    <a:pt x="6784" y="3622"/>
                  </a:lnTo>
                  <a:cubicBezTo>
                    <a:pt x="6944" y="2527"/>
                    <a:pt x="6998" y="1417"/>
                    <a:pt x="6937" y="307"/>
                  </a:cubicBezTo>
                  <a:cubicBezTo>
                    <a:pt x="6929" y="200"/>
                    <a:pt x="6921" y="100"/>
                    <a:pt x="69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2"/>
            <p:cNvSpPr/>
            <p:nvPr/>
          </p:nvSpPr>
          <p:spPr>
            <a:xfrm>
              <a:off x="7393717" y="1974400"/>
              <a:ext cx="1067724" cy="947100"/>
            </a:xfrm>
            <a:custGeom>
              <a:avLst/>
              <a:gdLst/>
              <a:ahLst/>
              <a:cxnLst/>
              <a:rect l="l" t="t" r="r" b="b"/>
              <a:pathLst>
                <a:path w="17954" h="15925" extrusionOk="0">
                  <a:moveTo>
                    <a:pt x="6684" y="0"/>
                  </a:moveTo>
                  <a:cubicBezTo>
                    <a:pt x="6363" y="0"/>
                    <a:pt x="6049" y="46"/>
                    <a:pt x="5735" y="130"/>
                  </a:cubicBezTo>
                  <a:cubicBezTo>
                    <a:pt x="5298" y="245"/>
                    <a:pt x="4893" y="444"/>
                    <a:pt x="4533" y="720"/>
                  </a:cubicBezTo>
                  <a:cubicBezTo>
                    <a:pt x="4173" y="1003"/>
                    <a:pt x="3890" y="1370"/>
                    <a:pt x="3706" y="1792"/>
                  </a:cubicBezTo>
                  <a:cubicBezTo>
                    <a:pt x="3629" y="1968"/>
                    <a:pt x="3568" y="2159"/>
                    <a:pt x="3530" y="2350"/>
                  </a:cubicBezTo>
                  <a:cubicBezTo>
                    <a:pt x="3185" y="2182"/>
                    <a:pt x="2810" y="2090"/>
                    <a:pt x="2420" y="2083"/>
                  </a:cubicBezTo>
                  <a:cubicBezTo>
                    <a:pt x="2305" y="2083"/>
                    <a:pt x="2190" y="2090"/>
                    <a:pt x="2075" y="2113"/>
                  </a:cubicBezTo>
                  <a:cubicBezTo>
                    <a:pt x="1868" y="2144"/>
                    <a:pt x="1669" y="2213"/>
                    <a:pt x="1478" y="2312"/>
                  </a:cubicBezTo>
                  <a:cubicBezTo>
                    <a:pt x="1279" y="2419"/>
                    <a:pt x="1087" y="2550"/>
                    <a:pt x="919" y="2710"/>
                  </a:cubicBezTo>
                  <a:cubicBezTo>
                    <a:pt x="620" y="2978"/>
                    <a:pt x="383" y="3315"/>
                    <a:pt x="222" y="3683"/>
                  </a:cubicBezTo>
                  <a:cubicBezTo>
                    <a:pt x="123" y="3935"/>
                    <a:pt x="69" y="4196"/>
                    <a:pt x="69" y="4464"/>
                  </a:cubicBezTo>
                  <a:cubicBezTo>
                    <a:pt x="69" y="4732"/>
                    <a:pt x="107" y="5007"/>
                    <a:pt x="199" y="5260"/>
                  </a:cubicBezTo>
                  <a:cubicBezTo>
                    <a:pt x="299" y="5520"/>
                    <a:pt x="429" y="5757"/>
                    <a:pt x="597" y="5979"/>
                  </a:cubicBezTo>
                  <a:cubicBezTo>
                    <a:pt x="620" y="6010"/>
                    <a:pt x="651" y="6048"/>
                    <a:pt x="674" y="6079"/>
                  </a:cubicBezTo>
                  <a:cubicBezTo>
                    <a:pt x="628" y="6110"/>
                    <a:pt x="590" y="6148"/>
                    <a:pt x="552" y="6186"/>
                  </a:cubicBezTo>
                  <a:cubicBezTo>
                    <a:pt x="368" y="6362"/>
                    <a:pt x="230" y="6577"/>
                    <a:pt x="153" y="6822"/>
                  </a:cubicBezTo>
                  <a:cubicBezTo>
                    <a:pt x="0" y="7304"/>
                    <a:pt x="77" y="7832"/>
                    <a:pt x="375" y="8238"/>
                  </a:cubicBezTo>
                  <a:cubicBezTo>
                    <a:pt x="490" y="8391"/>
                    <a:pt x="636" y="8506"/>
                    <a:pt x="804" y="8590"/>
                  </a:cubicBezTo>
                  <a:cubicBezTo>
                    <a:pt x="743" y="8797"/>
                    <a:pt x="689" y="9011"/>
                    <a:pt x="651" y="9226"/>
                  </a:cubicBezTo>
                  <a:cubicBezTo>
                    <a:pt x="582" y="9616"/>
                    <a:pt x="559" y="10022"/>
                    <a:pt x="582" y="10420"/>
                  </a:cubicBezTo>
                  <a:cubicBezTo>
                    <a:pt x="613" y="10810"/>
                    <a:pt x="689" y="11209"/>
                    <a:pt x="812" y="11584"/>
                  </a:cubicBezTo>
                  <a:cubicBezTo>
                    <a:pt x="934" y="11959"/>
                    <a:pt x="1110" y="12319"/>
                    <a:pt x="1332" y="12648"/>
                  </a:cubicBezTo>
                  <a:cubicBezTo>
                    <a:pt x="1355" y="12679"/>
                    <a:pt x="1394" y="12694"/>
                    <a:pt x="1432" y="12694"/>
                  </a:cubicBezTo>
                  <a:cubicBezTo>
                    <a:pt x="1463" y="12694"/>
                    <a:pt x="1486" y="12686"/>
                    <a:pt x="1509" y="12671"/>
                  </a:cubicBezTo>
                  <a:cubicBezTo>
                    <a:pt x="1532" y="12656"/>
                    <a:pt x="1547" y="12633"/>
                    <a:pt x="1554" y="12602"/>
                  </a:cubicBezTo>
                  <a:cubicBezTo>
                    <a:pt x="1646" y="12702"/>
                    <a:pt x="1731" y="12809"/>
                    <a:pt x="1822" y="12916"/>
                  </a:cubicBezTo>
                  <a:cubicBezTo>
                    <a:pt x="1876" y="12977"/>
                    <a:pt x="1930" y="13046"/>
                    <a:pt x="1991" y="13115"/>
                  </a:cubicBezTo>
                  <a:cubicBezTo>
                    <a:pt x="2136" y="13276"/>
                    <a:pt x="2305" y="13429"/>
                    <a:pt x="2473" y="13574"/>
                  </a:cubicBezTo>
                  <a:cubicBezTo>
                    <a:pt x="2818" y="13842"/>
                    <a:pt x="3193" y="14080"/>
                    <a:pt x="3591" y="14263"/>
                  </a:cubicBezTo>
                  <a:cubicBezTo>
                    <a:pt x="3989" y="14455"/>
                    <a:pt x="4395" y="14623"/>
                    <a:pt x="4808" y="14769"/>
                  </a:cubicBezTo>
                  <a:cubicBezTo>
                    <a:pt x="4969" y="14822"/>
                    <a:pt x="5130" y="14884"/>
                    <a:pt x="5291" y="14937"/>
                  </a:cubicBezTo>
                  <a:lnTo>
                    <a:pt x="5436" y="14991"/>
                  </a:lnTo>
                  <a:cubicBezTo>
                    <a:pt x="5582" y="15037"/>
                    <a:pt x="5719" y="15090"/>
                    <a:pt x="5865" y="15136"/>
                  </a:cubicBezTo>
                  <a:cubicBezTo>
                    <a:pt x="6485" y="15335"/>
                    <a:pt x="7121" y="15504"/>
                    <a:pt x="7756" y="15634"/>
                  </a:cubicBezTo>
                  <a:cubicBezTo>
                    <a:pt x="8445" y="15772"/>
                    <a:pt x="9149" y="15863"/>
                    <a:pt x="9854" y="15902"/>
                  </a:cubicBezTo>
                  <a:cubicBezTo>
                    <a:pt x="10068" y="15917"/>
                    <a:pt x="10275" y="15925"/>
                    <a:pt x="10482" y="15925"/>
                  </a:cubicBezTo>
                  <a:cubicBezTo>
                    <a:pt x="10972" y="15925"/>
                    <a:pt x="11469" y="15886"/>
                    <a:pt x="11952" y="15810"/>
                  </a:cubicBezTo>
                  <a:cubicBezTo>
                    <a:pt x="12610" y="15710"/>
                    <a:pt x="13245" y="15504"/>
                    <a:pt x="13827" y="15197"/>
                  </a:cubicBezTo>
                  <a:cubicBezTo>
                    <a:pt x="14111" y="15044"/>
                    <a:pt x="14379" y="14861"/>
                    <a:pt x="14624" y="14654"/>
                  </a:cubicBezTo>
                  <a:cubicBezTo>
                    <a:pt x="14876" y="14424"/>
                    <a:pt x="15098" y="14171"/>
                    <a:pt x="15290" y="13896"/>
                  </a:cubicBezTo>
                  <a:cubicBezTo>
                    <a:pt x="15519" y="13551"/>
                    <a:pt x="15711" y="13184"/>
                    <a:pt x="15864" y="12801"/>
                  </a:cubicBezTo>
                  <a:cubicBezTo>
                    <a:pt x="16025" y="12403"/>
                    <a:pt x="16155" y="11990"/>
                    <a:pt x="16247" y="11568"/>
                  </a:cubicBezTo>
                  <a:cubicBezTo>
                    <a:pt x="16331" y="11209"/>
                    <a:pt x="16384" y="10841"/>
                    <a:pt x="16415" y="10474"/>
                  </a:cubicBezTo>
                  <a:cubicBezTo>
                    <a:pt x="16698" y="10366"/>
                    <a:pt x="16959" y="10221"/>
                    <a:pt x="17196" y="10037"/>
                  </a:cubicBezTo>
                  <a:cubicBezTo>
                    <a:pt x="17456" y="9830"/>
                    <a:pt x="17655" y="9563"/>
                    <a:pt x="17786" y="9256"/>
                  </a:cubicBezTo>
                  <a:cubicBezTo>
                    <a:pt x="17854" y="9088"/>
                    <a:pt x="17900" y="8912"/>
                    <a:pt x="17923" y="8728"/>
                  </a:cubicBezTo>
                  <a:cubicBezTo>
                    <a:pt x="17954" y="8544"/>
                    <a:pt x="17954" y="8361"/>
                    <a:pt x="17946" y="8184"/>
                  </a:cubicBezTo>
                  <a:cubicBezTo>
                    <a:pt x="17923" y="7947"/>
                    <a:pt x="17870" y="7710"/>
                    <a:pt x="17786" y="7495"/>
                  </a:cubicBezTo>
                  <a:cubicBezTo>
                    <a:pt x="17701" y="7281"/>
                    <a:pt x="17579" y="7082"/>
                    <a:pt x="17426" y="6914"/>
                  </a:cubicBezTo>
                  <a:cubicBezTo>
                    <a:pt x="17288" y="6760"/>
                    <a:pt x="17127" y="6638"/>
                    <a:pt x="16943" y="6554"/>
                  </a:cubicBezTo>
                  <a:cubicBezTo>
                    <a:pt x="17005" y="6416"/>
                    <a:pt x="17058" y="6270"/>
                    <a:pt x="17089" y="6117"/>
                  </a:cubicBezTo>
                  <a:cubicBezTo>
                    <a:pt x="17135" y="5865"/>
                    <a:pt x="17142" y="5597"/>
                    <a:pt x="17096" y="5344"/>
                  </a:cubicBezTo>
                  <a:cubicBezTo>
                    <a:pt x="17051" y="5091"/>
                    <a:pt x="16966" y="4839"/>
                    <a:pt x="16844" y="4617"/>
                  </a:cubicBezTo>
                  <a:cubicBezTo>
                    <a:pt x="16599" y="4157"/>
                    <a:pt x="16216" y="3790"/>
                    <a:pt x="15741" y="3575"/>
                  </a:cubicBezTo>
                  <a:cubicBezTo>
                    <a:pt x="15626" y="3530"/>
                    <a:pt x="15504" y="3491"/>
                    <a:pt x="15381" y="3461"/>
                  </a:cubicBezTo>
                  <a:cubicBezTo>
                    <a:pt x="15281" y="3442"/>
                    <a:pt x="15180" y="3428"/>
                    <a:pt x="15075" y="3428"/>
                  </a:cubicBezTo>
                  <a:cubicBezTo>
                    <a:pt x="15052" y="3428"/>
                    <a:pt x="15029" y="3429"/>
                    <a:pt x="15006" y="3430"/>
                  </a:cubicBezTo>
                  <a:cubicBezTo>
                    <a:pt x="14876" y="3430"/>
                    <a:pt x="14746" y="3445"/>
                    <a:pt x="14616" y="3476"/>
                  </a:cubicBezTo>
                  <a:cubicBezTo>
                    <a:pt x="14593" y="3239"/>
                    <a:pt x="14539" y="3017"/>
                    <a:pt x="14455" y="2795"/>
                  </a:cubicBezTo>
                  <a:cubicBezTo>
                    <a:pt x="14317" y="2442"/>
                    <a:pt x="14111" y="2113"/>
                    <a:pt x="13858" y="1838"/>
                  </a:cubicBezTo>
                  <a:cubicBezTo>
                    <a:pt x="13590" y="1554"/>
                    <a:pt x="13284" y="1309"/>
                    <a:pt x="12947" y="1118"/>
                  </a:cubicBezTo>
                  <a:cubicBezTo>
                    <a:pt x="12587" y="919"/>
                    <a:pt x="12189" y="789"/>
                    <a:pt x="11775" y="743"/>
                  </a:cubicBezTo>
                  <a:cubicBezTo>
                    <a:pt x="11691" y="735"/>
                    <a:pt x="11599" y="735"/>
                    <a:pt x="11515" y="735"/>
                  </a:cubicBezTo>
                  <a:cubicBezTo>
                    <a:pt x="11209" y="735"/>
                    <a:pt x="10903" y="789"/>
                    <a:pt x="10604" y="880"/>
                  </a:cubicBezTo>
                  <a:cubicBezTo>
                    <a:pt x="10229" y="1011"/>
                    <a:pt x="9877" y="1202"/>
                    <a:pt x="9563" y="1447"/>
                  </a:cubicBezTo>
                  <a:cubicBezTo>
                    <a:pt x="9456" y="1531"/>
                    <a:pt x="9356" y="1615"/>
                    <a:pt x="9257" y="1715"/>
                  </a:cubicBezTo>
                  <a:cubicBezTo>
                    <a:pt x="9218" y="1577"/>
                    <a:pt x="9172" y="1447"/>
                    <a:pt x="9111" y="1325"/>
                  </a:cubicBezTo>
                  <a:cubicBezTo>
                    <a:pt x="8920" y="949"/>
                    <a:pt x="8629" y="628"/>
                    <a:pt x="8269" y="413"/>
                  </a:cubicBezTo>
                  <a:cubicBezTo>
                    <a:pt x="7894" y="191"/>
                    <a:pt x="7480" y="61"/>
                    <a:pt x="7052" y="15"/>
                  </a:cubicBezTo>
                  <a:cubicBezTo>
                    <a:pt x="6929" y="0"/>
                    <a:pt x="6807" y="0"/>
                    <a:pt x="6684" y="0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2"/>
            <p:cNvSpPr/>
            <p:nvPr/>
          </p:nvSpPr>
          <p:spPr>
            <a:xfrm>
              <a:off x="7361364" y="2574951"/>
              <a:ext cx="173117" cy="275298"/>
            </a:xfrm>
            <a:custGeom>
              <a:avLst/>
              <a:gdLst/>
              <a:ahLst/>
              <a:cxnLst/>
              <a:rect l="l" t="t" r="r" b="b"/>
              <a:pathLst>
                <a:path w="2911" h="4629" extrusionOk="0">
                  <a:moveTo>
                    <a:pt x="1402" y="0"/>
                  </a:moveTo>
                  <a:cubicBezTo>
                    <a:pt x="1295" y="8"/>
                    <a:pt x="1195" y="23"/>
                    <a:pt x="1096" y="54"/>
                  </a:cubicBezTo>
                  <a:cubicBezTo>
                    <a:pt x="996" y="85"/>
                    <a:pt x="904" y="123"/>
                    <a:pt x="820" y="184"/>
                  </a:cubicBezTo>
                  <a:cubicBezTo>
                    <a:pt x="651" y="291"/>
                    <a:pt x="514" y="437"/>
                    <a:pt x="406" y="605"/>
                  </a:cubicBezTo>
                  <a:cubicBezTo>
                    <a:pt x="292" y="797"/>
                    <a:pt x="200" y="1003"/>
                    <a:pt x="146" y="1218"/>
                  </a:cubicBezTo>
                  <a:cubicBezTo>
                    <a:pt x="16" y="1700"/>
                    <a:pt x="1" y="2205"/>
                    <a:pt x="77" y="2703"/>
                  </a:cubicBezTo>
                  <a:cubicBezTo>
                    <a:pt x="230" y="3645"/>
                    <a:pt x="705" y="4357"/>
                    <a:pt x="1356" y="4617"/>
                  </a:cubicBezTo>
                  <a:cubicBezTo>
                    <a:pt x="1374" y="4625"/>
                    <a:pt x="1392" y="4629"/>
                    <a:pt x="1410" y="4629"/>
                  </a:cubicBezTo>
                  <a:cubicBezTo>
                    <a:pt x="1458" y="4629"/>
                    <a:pt x="1502" y="4599"/>
                    <a:pt x="1524" y="4548"/>
                  </a:cubicBezTo>
                  <a:lnTo>
                    <a:pt x="1547" y="4533"/>
                  </a:lnTo>
                  <a:lnTo>
                    <a:pt x="1570" y="4518"/>
                  </a:lnTo>
                  <a:cubicBezTo>
                    <a:pt x="1746" y="4349"/>
                    <a:pt x="1899" y="4158"/>
                    <a:pt x="2037" y="3959"/>
                  </a:cubicBezTo>
                  <a:cubicBezTo>
                    <a:pt x="2198" y="3714"/>
                    <a:pt x="2343" y="3461"/>
                    <a:pt x="2466" y="3193"/>
                  </a:cubicBezTo>
                  <a:cubicBezTo>
                    <a:pt x="2604" y="2917"/>
                    <a:pt x="2711" y="2626"/>
                    <a:pt x="2788" y="2328"/>
                  </a:cubicBezTo>
                  <a:cubicBezTo>
                    <a:pt x="2826" y="2190"/>
                    <a:pt x="2856" y="2045"/>
                    <a:pt x="2879" y="1899"/>
                  </a:cubicBezTo>
                  <a:cubicBezTo>
                    <a:pt x="2902" y="1761"/>
                    <a:pt x="2910" y="1616"/>
                    <a:pt x="2902" y="1470"/>
                  </a:cubicBezTo>
                  <a:cubicBezTo>
                    <a:pt x="2902" y="1210"/>
                    <a:pt x="2841" y="957"/>
                    <a:pt x="2726" y="728"/>
                  </a:cubicBezTo>
                  <a:cubicBezTo>
                    <a:pt x="2696" y="667"/>
                    <a:pt x="2657" y="613"/>
                    <a:pt x="2619" y="559"/>
                  </a:cubicBezTo>
                  <a:cubicBezTo>
                    <a:pt x="2497" y="399"/>
                    <a:pt x="2328" y="268"/>
                    <a:pt x="2144" y="177"/>
                  </a:cubicBezTo>
                  <a:cubicBezTo>
                    <a:pt x="2022" y="115"/>
                    <a:pt x="1884" y="62"/>
                    <a:pt x="1746" y="31"/>
                  </a:cubicBezTo>
                  <a:cubicBezTo>
                    <a:pt x="1639" y="8"/>
                    <a:pt x="1532" y="0"/>
                    <a:pt x="1425" y="0"/>
                  </a:cubicBezTo>
                  <a:close/>
                </a:path>
              </a:pathLst>
            </a:custGeom>
            <a:solidFill>
              <a:srgbClr val="A75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2"/>
            <p:cNvSpPr/>
            <p:nvPr/>
          </p:nvSpPr>
          <p:spPr>
            <a:xfrm>
              <a:off x="7428330" y="2221151"/>
              <a:ext cx="864218" cy="1364656"/>
            </a:xfrm>
            <a:custGeom>
              <a:avLst/>
              <a:gdLst/>
              <a:ahLst/>
              <a:cxnLst/>
              <a:rect l="l" t="t" r="r" b="b"/>
              <a:pathLst>
                <a:path w="14532" h="22946" extrusionOk="0">
                  <a:moveTo>
                    <a:pt x="6202" y="1"/>
                  </a:moveTo>
                  <a:cubicBezTo>
                    <a:pt x="5490" y="1"/>
                    <a:pt x="4785" y="70"/>
                    <a:pt x="4089" y="192"/>
                  </a:cubicBezTo>
                  <a:cubicBezTo>
                    <a:pt x="3545" y="292"/>
                    <a:pt x="3009" y="429"/>
                    <a:pt x="2488" y="613"/>
                  </a:cubicBezTo>
                  <a:cubicBezTo>
                    <a:pt x="2473" y="605"/>
                    <a:pt x="2465" y="605"/>
                    <a:pt x="2450" y="605"/>
                  </a:cubicBezTo>
                  <a:cubicBezTo>
                    <a:pt x="2412" y="605"/>
                    <a:pt x="2366" y="628"/>
                    <a:pt x="2343" y="667"/>
                  </a:cubicBezTo>
                  <a:cubicBezTo>
                    <a:pt x="2098" y="1088"/>
                    <a:pt x="1884" y="1532"/>
                    <a:pt x="1707" y="1991"/>
                  </a:cubicBezTo>
                  <a:cubicBezTo>
                    <a:pt x="1547" y="2428"/>
                    <a:pt x="1417" y="2879"/>
                    <a:pt x="1309" y="3331"/>
                  </a:cubicBezTo>
                  <a:cubicBezTo>
                    <a:pt x="1149" y="4035"/>
                    <a:pt x="1041" y="4755"/>
                    <a:pt x="934" y="5452"/>
                  </a:cubicBezTo>
                  <a:cubicBezTo>
                    <a:pt x="904" y="5666"/>
                    <a:pt x="873" y="5881"/>
                    <a:pt x="842" y="6095"/>
                  </a:cubicBezTo>
                  <a:cubicBezTo>
                    <a:pt x="750" y="6669"/>
                    <a:pt x="666" y="7098"/>
                    <a:pt x="582" y="7511"/>
                  </a:cubicBezTo>
                  <a:cubicBezTo>
                    <a:pt x="536" y="7695"/>
                    <a:pt x="490" y="7879"/>
                    <a:pt x="444" y="8063"/>
                  </a:cubicBezTo>
                  <a:lnTo>
                    <a:pt x="421" y="8154"/>
                  </a:lnTo>
                  <a:cubicBezTo>
                    <a:pt x="375" y="8330"/>
                    <a:pt x="337" y="8507"/>
                    <a:pt x="299" y="8683"/>
                  </a:cubicBezTo>
                  <a:cubicBezTo>
                    <a:pt x="138" y="9379"/>
                    <a:pt x="46" y="10091"/>
                    <a:pt x="23" y="10803"/>
                  </a:cubicBezTo>
                  <a:cubicBezTo>
                    <a:pt x="0" y="11477"/>
                    <a:pt x="92" y="12143"/>
                    <a:pt x="291" y="12786"/>
                  </a:cubicBezTo>
                  <a:cubicBezTo>
                    <a:pt x="398" y="13100"/>
                    <a:pt x="536" y="13399"/>
                    <a:pt x="705" y="13682"/>
                  </a:cubicBezTo>
                  <a:cubicBezTo>
                    <a:pt x="881" y="13973"/>
                    <a:pt x="1095" y="14241"/>
                    <a:pt x="1340" y="14478"/>
                  </a:cubicBezTo>
                  <a:cubicBezTo>
                    <a:pt x="1608" y="14731"/>
                    <a:pt x="1907" y="14961"/>
                    <a:pt x="2228" y="15144"/>
                  </a:cubicBezTo>
                  <a:cubicBezTo>
                    <a:pt x="2550" y="15336"/>
                    <a:pt x="2887" y="15489"/>
                    <a:pt x="3239" y="15611"/>
                  </a:cubicBezTo>
                  <a:cubicBezTo>
                    <a:pt x="3583" y="15726"/>
                    <a:pt x="3935" y="15811"/>
                    <a:pt x="4295" y="15864"/>
                  </a:cubicBezTo>
                  <a:cubicBezTo>
                    <a:pt x="4594" y="15910"/>
                    <a:pt x="4892" y="15941"/>
                    <a:pt x="5199" y="15948"/>
                  </a:cubicBezTo>
                  <a:cubicBezTo>
                    <a:pt x="5191" y="16033"/>
                    <a:pt x="5183" y="16117"/>
                    <a:pt x="5168" y="16193"/>
                  </a:cubicBezTo>
                  <a:cubicBezTo>
                    <a:pt x="5084" y="16768"/>
                    <a:pt x="4908" y="17326"/>
                    <a:pt x="4732" y="17870"/>
                  </a:cubicBezTo>
                  <a:cubicBezTo>
                    <a:pt x="4624" y="18192"/>
                    <a:pt x="4517" y="18528"/>
                    <a:pt x="4433" y="18858"/>
                  </a:cubicBezTo>
                  <a:cubicBezTo>
                    <a:pt x="4211" y="19707"/>
                    <a:pt x="4196" y="20427"/>
                    <a:pt x="4379" y="21063"/>
                  </a:cubicBezTo>
                  <a:cubicBezTo>
                    <a:pt x="4464" y="21338"/>
                    <a:pt x="4586" y="21599"/>
                    <a:pt x="4747" y="21836"/>
                  </a:cubicBezTo>
                  <a:cubicBezTo>
                    <a:pt x="4908" y="22058"/>
                    <a:pt x="5107" y="22257"/>
                    <a:pt x="5329" y="22418"/>
                  </a:cubicBezTo>
                  <a:cubicBezTo>
                    <a:pt x="5788" y="22732"/>
                    <a:pt x="6324" y="22915"/>
                    <a:pt x="6875" y="22938"/>
                  </a:cubicBezTo>
                  <a:cubicBezTo>
                    <a:pt x="6952" y="22938"/>
                    <a:pt x="7029" y="22946"/>
                    <a:pt x="7105" y="22946"/>
                  </a:cubicBezTo>
                  <a:cubicBezTo>
                    <a:pt x="7641" y="22938"/>
                    <a:pt x="8169" y="22831"/>
                    <a:pt x="8667" y="22617"/>
                  </a:cubicBezTo>
                  <a:cubicBezTo>
                    <a:pt x="9333" y="22318"/>
                    <a:pt x="9930" y="21882"/>
                    <a:pt x="10405" y="21323"/>
                  </a:cubicBezTo>
                  <a:cubicBezTo>
                    <a:pt x="11293" y="20305"/>
                    <a:pt x="11706" y="19095"/>
                    <a:pt x="11546" y="18015"/>
                  </a:cubicBezTo>
                  <a:lnTo>
                    <a:pt x="11546" y="18015"/>
                  </a:lnTo>
                  <a:cubicBezTo>
                    <a:pt x="11660" y="18069"/>
                    <a:pt x="11775" y="18107"/>
                    <a:pt x="11890" y="18138"/>
                  </a:cubicBezTo>
                  <a:cubicBezTo>
                    <a:pt x="11898" y="18146"/>
                    <a:pt x="11913" y="18146"/>
                    <a:pt x="11921" y="18146"/>
                  </a:cubicBezTo>
                  <a:cubicBezTo>
                    <a:pt x="11923" y="18146"/>
                    <a:pt x="11926" y="18146"/>
                    <a:pt x="11928" y="18146"/>
                  </a:cubicBezTo>
                  <a:cubicBezTo>
                    <a:pt x="12067" y="18146"/>
                    <a:pt x="12094" y="17938"/>
                    <a:pt x="11951" y="17901"/>
                  </a:cubicBezTo>
                  <a:cubicBezTo>
                    <a:pt x="11867" y="17878"/>
                    <a:pt x="11791" y="17855"/>
                    <a:pt x="11706" y="17824"/>
                  </a:cubicBezTo>
                  <a:lnTo>
                    <a:pt x="11683" y="17809"/>
                  </a:lnTo>
                  <a:cubicBezTo>
                    <a:pt x="11622" y="17786"/>
                    <a:pt x="11553" y="17748"/>
                    <a:pt x="11484" y="17717"/>
                  </a:cubicBezTo>
                  <a:cubicBezTo>
                    <a:pt x="11477" y="17686"/>
                    <a:pt x="11469" y="17656"/>
                    <a:pt x="11461" y="17625"/>
                  </a:cubicBezTo>
                  <a:cubicBezTo>
                    <a:pt x="11446" y="17571"/>
                    <a:pt x="11400" y="17533"/>
                    <a:pt x="11347" y="17533"/>
                  </a:cubicBezTo>
                  <a:lnTo>
                    <a:pt x="11308" y="17533"/>
                  </a:lnTo>
                  <a:cubicBezTo>
                    <a:pt x="11293" y="17541"/>
                    <a:pt x="11270" y="17548"/>
                    <a:pt x="11262" y="17564"/>
                  </a:cubicBezTo>
                  <a:cubicBezTo>
                    <a:pt x="11125" y="17457"/>
                    <a:pt x="11010" y="17334"/>
                    <a:pt x="10903" y="17204"/>
                  </a:cubicBezTo>
                  <a:cubicBezTo>
                    <a:pt x="10780" y="17035"/>
                    <a:pt x="10673" y="16859"/>
                    <a:pt x="10589" y="16668"/>
                  </a:cubicBezTo>
                  <a:lnTo>
                    <a:pt x="10581" y="16645"/>
                  </a:lnTo>
                  <a:cubicBezTo>
                    <a:pt x="10474" y="16377"/>
                    <a:pt x="10397" y="16094"/>
                    <a:pt x="10359" y="15803"/>
                  </a:cubicBezTo>
                  <a:lnTo>
                    <a:pt x="10359" y="15780"/>
                  </a:lnTo>
                  <a:cubicBezTo>
                    <a:pt x="10305" y="15366"/>
                    <a:pt x="10313" y="14938"/>
                    <a:pt x="10367" y="14524"/>
                  </a:cubicBezTo>
                  <a:cubicBezTo>
                    <a:pt x="10367" y="14517"/>
                    <a:pt x="10367" y="14509"/>
                    <a:pt x="10367" y="14501"/>
                  </a:cubicBezTo>
                  <a:cubicBezTo>
                    <a:pt x="10420" y="14073"/>
                    <a:pt x="10535" y="13644"/>
                    <a:pt x="10703" y="13238"/>
                  </a:cubicBezTo>
                  <a:cubicBezTo>
                    <a:pt x="10742" y="13154"/>
                    <a:pt x="10780" y="13070"/>
                    <a:pt x="10826" y="12985"/>
                  </a:cubicBezTo>
                  <a:cubicBezTo>
                    <a:pt x="10849" y="13008"/>
                    <a:pt x="10880" y="13024"/>
                    <a:pt x="10910" y="13024"/>
                  </a:cubicBezTo>
                  <a:cubicBezTo>
                    <a:pt x="10938" y="13024"/>
                    <a:pt x="10966" y="13024"/>
                    <a:pt x="10993" y="13024"/>
                  </a:cubicBezTo>
                  <a:cubicBezTo>
                    <a:pt x="11410" y="13024"/>
                    <a:pt x="11826" y="12971"/>
                    <a:pt x="12235" y="12863"/>
                  </a:cubicBezTo>
                  <a:cubicBezTo>
                    <a:pt x="12441" y="12809"/>
                    <a:pt x="12656" y="12733"/>
                    <a:pt x="12855" y="12633"/>
                  </a:cubicBezTo>
                  <a:cubicBezTo>
                    <a:pt x="13054" y="12534"/>
                    <a:pt x="13245" y="12411"/>
                    <a:pt x="13421" y="12273"/>
                  </a:cubicBezTo>
                  <a:cubicBezTo>
                    <a:pt x="13712" y="12036"/>
                    <a:pt x="13957" y="11737"/>
                    <a:pt x="14141" y="11408"/>
                  </a:cubicBezTo>
                  <a:cubicBezTo>
                    <a:pt x="14241" y="11240"/>
                    <a:pt x="14317" y="11056"/>
                    <a:pt x="14378" y="10872"/>
                  </a:cubicBezTo>
                  <a:cubicBezTo>
                    <a:pt x="14440" y="10689"/>
                    <a:pt x="14486" y="10497"/>
                    <a:pt x="14509" y="10306"/>
                  </a:cubicBezTo>
                  <a:cubicBezTo>
                    <a:pt x="14532" y="10114"/>
                    <a:pt x="14532" y="9923"/>
                    <a:pt x="14509" y="9732"/>
                  </a:cubicBezTo>
                  <a:cubicBezTo>
                    <a:pt x="14486" y="9540"/>
                    <a:pt x="14432" y="9364"/>
                    <a:pt x="14348" y="9188"/>
                  </a:cubicBezTo>
                  <a:cubicBezTo>
                    <a:pt x="14279" y="9035"/>
                    <a:pt x="14179" y="8889"/>
                    <a:pt x="14064" y="8767"/>
                  </a:cubicBezTo>
                  <a:cubicBezTo>
                    <a:pt x="13957" y="8660"/>
                    <a:pt x="13835" y="8568"/>
                    <a:pt x="13705" y="8499"/>
                  </a:cubicBezTo>
                  <a:cubicBezTo>
                    <a:pt x="13472" y="8383"/>
                    <a:pt x="13219" y="8315"/>
                    <a:pt x="12958" y="8315"/>
                  </a:cubicBezTo>
                  <a:cubicBezTo>
                    <a:pt x="12944" y="8315"/>
                    <a:pt x="12930" y="8315"/>
                    <a:pt x="12916" y="8315"/>
                  </a:cubicBezTo>
                  <a:lnTo>
                    <a:pt x="12832" y="8315"/>
                  </a:lnTo>
                  <a:cubicBezTo>
                    <a:pt x="12526" y="8330"/>
                    <a:pt x="12227" y="8415"/>
                    <a:pt x="11959" y="8568"/>
                  </a:cubicBezTo>
                  <a:lnTo>
                    <a:pt x="11959" y="8553"/>
                  </a:lnTo>
                  <a:lnTo>
                    <a:pt x="11982" y="8507"/>
                  </a:lnTo>
                  <a:cubicBezTo>
                    <a:pt x="12105" y="8269"/>
                    <a:pt x="12212" y="8047"/>
                    <a:pt x="12304" y="7833"/>
                  </a:cubicBezTo>
                  <a:cubicBezTo>
                    <a:pt x="12510" y="7381"/>
                    <a:pt x="12671" y="6914"/>
                    <a:pt x="12786" y="6424"/>
                  </a:cubicBezTo>
                  <a:cubicBezTo>
                    <a:pt x="12847" y="6187"/>
                    <a:pt x="12885" y="5949"/>
                    <a:pt x="12901" y="5704"/>
                  </a:cubicBezTo>
                  <a:cubicBezTo>
                    <a:pt x="12916" y="5490"/>
                    <a:pt x="12916" y="5268"/>
                    <a:pt x="12901" y="5054"/>
                  </a:cubicBezTo>
                  <a:cubicBezTo>
                    <a:pt x="12878" y="4724"/>
                    <a:pt x="12824" y="4403"/>
                    <a:pt x="12748" y="4081"/>
                  </a:cubicBezTo>
                  <a:cubicBezTo>
                    <a:pt x="12617" y="3515"/>
                    <a:pt x="12380" y="2971"/>
                    <a:pt x="12051" y="2481"/>
                  </a:cubicBezTo>
                  <a:cubicBezTo>
                    <a:pt x="11890" y="2252"/>
                    <a:pt x="11714" y="2037"/>
                    <a:pt x="11515" y="1838"/>
                  </a:cubicBezTo>
                  <a:cubicBezTo>
                    <a:pt x="11324" y="1647"/>
                    <a:pt x="11109" y="1463"/>
                    <a:pt x="10887" y="1302"/>
                  </a:cubicBezTo>
                  <a:cubicBezTo>
                    <a:pt x="10428" y="973"/>
                    <a:pt x="9923" y="713"/>
                    <a:pt x="9394" y="521"/>
                  </a:cubicBezTo>
                  <a:cubicBezTo>
                    <a:pt x="8843" y="322"/>
                    <a:pt x="8276" y="184"/>
                    <a:pt x="7695" y="108"/>
                  </a:cubicBezTo>
                  <a:cubicBezTo>
                    <a:pt x="7197" y="39"/>
                    <a:pt x="6699" y="1"/>
                    <a:pt x="6202" y="1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2"/>
            <p:cNvSpPr/>
            <p:nvPr/>
          </p:nvSpPr>
          <p:spPr>
            <a:xfrm>
              <a:off x="8060757" y="2984715"/>
              <a:ext cx="33303" cy="8742"/>
            </a:xfrm>
            <a:custGeom>
              <a:avLst/>
              <a:gdLst/>
              <a:ahLst/>
              <a:cxnLst/>
              <a:rect l="l" t="t" r="r" b="b"/>
              <a:pathLst>
                <a:path w="560" h="147" extrusionOk="0">
                  <a:moveTo>
                    <a:pt x="506" y="1"/>
                  </a:moveTo>
                  <a:lnTo>
                    <a:pt x="391" y="24"/>
                  </a:lnTo>
                  <a:cubicBezTo>
                    <a:pt x="276" y="39"/>
                    <a:pt x="161" y="55"/>
                    <a:pt x="46" y="62"/>
                  </a:cubicBezTo>
                  <a:cubicBezTo>
                    <a:pt x="1" y="70"/>
                    <a:pt x="1" y="139"/>
                    <a:pt x="46" y="146"/>
                  </a:cubicBezTo>
                  <a:cubicBezTo>
                    <a:pt x="207" y="131"/>
                    <a:pt x="368" y="108"/>
                    <a:pt x="529" y="78"/>
                  </a:cubicBezTo>
                  <a:cubicBezTo>
                    <a:pt x="544" y="78"/>
                    <a:pt x="552" y="70"/>
                    <a:pt x="552" y="55"/>
                  </a:cubicBezTo>
                  <a:cubicBezTo>
                    <a:pt x="559" y="47"/>
                    <a:pt x="559" y="39"/>
                    <a:pt x="552" y="24"/>
                  </a:cubicBezTo>
                  <a:cubicBezTo>
                    <a:pt x="552" y="16"/>
                    <a:pt x="544" y="9"/>
                    <a:pt x="536" y="1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2"/>
            <p:cNvSpPr/>
            <p:nvPr/>
          </p:nvSpPr>
          <p:spPr>
            <a:xfrm>
              <a:off x="8046662" y="2984299"/>
              <a:ext cx="53285" cy="11419"/>
            </a:xfrm>
            <a:custGeom>
              <a:avLst/>
              <a:gdLst/>
              <a:ahLst/>
              <a:cxnLst/>
              <a:rect l="l" t="t" r="r" b="b"/>
              <a:pathLst>
                <a:path w="896" h="192" extrusionOk="0">
                  <a:moveTo>
                    <a:pt x="842" y="0"/>
                  </a:moveTo>
                  <a:lnTo>
                    <a:pt x="720" y="31"/>
                  </a:lnTo>
                  <a:cubicBezTo>
                    <a:pt x="682" y="39"/>
                    <a:pt x="643" y="46"/>
                    <a:pt x="605" y="54"/>
                  </a:cubicBezTo>
                  <a:lnTo>
                    <a:pt x="613" y="54"/>
                  </a:lnTo>
                  <a:cubicBezTo>
                    <a:pt x="421" y="85"/>
                    <a:pt x="230" y="92"/>
                    <a:pt x="38" y="107"/>
                  </a:cubicBezTo>
                  <a:cubicBezTo>
                    <a:pt x="16" y="107"/>
                    <a:pt x="0" y="130"/>
                    <a:pt x="0" y="153"/>
                  </a:cubicBezTo>
                  <a:cubicBezTo>
                    <a:pt x="0" y="176"/>
                    <a:pt x="23" y="192"/>
                    <a:pt x="46" y="192"/>
                  </a:cubicBezTo>
                  <a:cubicBezTo>
                    <a:pt x="184" y="176"/>
                    <a:pt x="329" y="169"/>
                    <a:pt x="467" y="153"/>
                  </a:cubicBezTo>
                  <a:cubicBezTo>
                    <a:pt x="597" y="146"/>
                    <a:pt x="735" y="115"/>
                    <a:pt x="865" y="77"/>
                  </a:cubicBezTo>
                  <a:cubicBezTo>
                    <a:pt x="888" y="69"/>
                    <a:pt x="896" y="46"/>
                    <a:pt x="888" y="23"/>
                  </a:cubicBezTo>
                  <a:cubicBezTo>
                    <a:pt x="888" y="8"/>
                    <a:pt x="873" y="0"/>
                    <a:pt x="850" y="0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2"/>
            <p:cNvSpPr/>
            <p:nvPr/>
          </p:nvSpPr>
          <p:spPr>
            <a:xfrm>
              <a:off x="8041607" y="2985191"/>
              <a:ext cx="62443" cy="12370"/>
            </a:xfrm>
            <a:custGeom>
              <a:avLst/>
              <a:gdLst/>
              <a:ahLst/>
              <a:cxnLst/>
              <a:rect l="l" t="t" r="r" b="b"/>
              <a:pathLst>
                <a:path w="1050" h="208" extrusionOk="0">
                  <a:moveTo>
                    <a:pt x="996" y="1"/>
                  </a:moveTo>
                  <a:cubicBezTo>
                    <a:pt x="927" y="24"/>
                    <a:pt x="866" y="39"/>
                    <a:pt x="797" y="47"/>
                  </a:cubicBezTo>
                  <a:cubicBezTo>
                    <a:pt x="552" y="92"/>
                    <a:pt x="292" y="100"/>
                    <a:pt x="47" y="123"/>
                  </a:cubicBezTo>
                  <a:cubicBezTo>
                    <a:pt x="24" y="123"/>
                    <a:pt x="1" y="138"/>
                    <a:pt x="1" y="161"/>
                  </a:cubicBezTo>
                  <a:cubicBezTo>
                    <a:pt x="9" y="184"/>
                    <a:pt x="24" y="200"/>
                    <a:pt x="47" y="207"/>
                  </a:cubicBezTo>
                  <a:cubicBezTo>
                    <a:pt x="208" y="184"/>
                    <a:pt x="368" y="177"/>
                    <a:pt x="529" y="161"/>
                  </a:cubicBezTo>
                  <a:cubicBezTo>
                    <a:pt x="698" y="154"/>
                    <a:pt x="858" y="123"/>
                    <a:pt x="1019" y="85"/>
                  </a:cubicBezTo>
                  <a:cubicBezTo>
                    <a:pt x="1042" y="77"/>
                    <a:pt x="1050" y="54"/>
                    <a:pt x="1050" y="31"/>
                  </a:cubicBezTo>
                  <a:cubicBezTo>
                    <a:pt x="1042" y="16"/>
                    <a:pt x="1027" y="1"/>
                    <a:pt x="1004" y="1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2"/>
            <p:cNvSpPr/>
            <p:nvPr/>
          </p:nvSpPr>
          <p:spPr>
            <a:xfrm>
              <a:off x="8044819" y="2985667"/>
              <a:ext cx="61076" cy="11894"/>
            </a:xfrm>
            <a:custGeom>
              <a:avLst/>
              <a:gdLst/>
              <a:ahLst/>
              <a:cxnLst/>
              <a:rect l="l" t="t" r="r" b="b"/>
              <a:pathLst>
                <a:path w="1027" h="200" extrusionOk="0">
                  <a:moveTo>
                    <a:pt x="965" y="0"/>
                  </a:moveTo>
                  <a:lnTo>
                    <a:pt x="965" y="8"/>
                  </a:lnTo>
                  <a:cubicBezTo>
                    <a:pt x="896" y="23"/>
                    <a:pt x="820" y="46"/>
                    <a:pt x="751" y="62"/>
                  </a:cubicBezTo>
                  <a:cubicBezTo>
                    <a:pt x="636" y="77"/>
                    <a:pt x="514" y="84"/>
                    <a:pt x="399" y="92"/>
                  </a:cubicBezTo>
                  <a:cubicBezTo>
                    <a:pt x="284" y="100"/>
                    <a:pt x="161" y="100"/>
                    <a:pt x="47" y="107"/>
                  </a:cubicBezTo>
                  <a:cubicBezTo>
                    <a:pt x="24" y="107"/>
                    <a:pt x="1" y="130"/>
                    <a:pt x="1" y="153"/>
                  </a:cubicBezTo>
                  <a:cubicBezTo>
                    <a:pt x="8" y="176"/>
                    <a:pt x="24" y="199"/>
                    <a:pt x="47" y="199"/>
                  </a:cubicBezTo>
                  <a:cubicBezTo>
                    <a:pt x="207" y="199"/>
                    <a:pt x="360" y="184"/>
                    <a:pt x="521" y="176"/>
                  </a:cubicBezTo>
                  <a:cubicBezTo>
                    <a:pt x="682" y="161"/>
                    <a:pt x="835" y="130"/>
                    <a:pt x="988" y="77"/>
                  </a:cubicBezTo>
                  <a:cubicBezTo>
                    <a:pt x="1011" y="69"/>
                    <a:pt x="1027" y="46"/>
                    <a:pt x="1019" y="31"/>
                  </a:cubicBezTo>
                  <a:cubicBezTo>
                    <a:pt x="1011" y="8"/>
                    <a:pt x="996" y="0"/>
                    <a:pt x="981" y="0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2"/>
            <p:cNvSpPr/>
            <p:nvPr/>
          </p:nvSpPr>
          <p:spPr>
            <a:xfrm>
              <a:off x="8043927" y="2987035"/>
              <a:ext cx="65179" cy="8683"/>
            </a:xfrm>
            <a:custGeom>
              <a:avLst/>
              <a:gdLst/>
              <a:ahLst/>
              <a:cxnLst/>
              <a:rect l="l" t="t" r="r" b="b"/>
              <a:pathLst>
                <a:path w="1096" h="146" extrusionOk="0">
                  <a:moveTo>
                    <a:pt x="1042" y="0"/>
                  </a:moveTo>
                  <a:cubicBezTo>
                    <a:pt x="712" y="23"/>
                    <a:pt x="375" y="61"/>
                    <a:pt x="46" y="61"/>
                  </a:cubicBezTo>
                  <a:cubicBezTo>
                    <a:pt x="44" y="61"/>
                    <a:pt x="43" y="61"/>
                    <a:pt x="41" y="61"/>
                  </a:cubicBezTo>
                  <a:cubicBezTo>
                    <a:pt x="0" y="61"/>
                    <a:pt x="2" y="146"/>
                    <a:pt x="46" y="146"/>
                  </a:cubicBezTo>
                  <a:cubicBezTo>
                    <a:pt x="375" y="146"/>
                    <a:pt x="712" y="107"/>
                    <a:pt x="1049" y="77"/>
                  </a:cubicBezTo>
                  <a:cubicBezTo>
                    <a:pt x="1095" y="69"/>
                    <a:pt x="1095" y="0"/>
                    <a:pt x="1049" y="0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2"/>
            <p:cNvSpPr/>
            <p:nvPr/>
          </p:nvSpPr>
          <p:spPr>
            <a:xfrm>
              <a:off x="7524854" y="2221151"/>
              <a:ext cx="671178" cy="390734"/>
            </a:xfrm>
            <a:custGeom>
              <a:avLst/>
              <a:gdLst/>
              <a:ahLst/>
              <a:cxnLst/>
              <a:rect l="l" t="t" r="r" b="b"/>
              <a:pathLst>
                <a:path w="11286" h="6570" extrusionOk="0">
                  <a:moveTo>
                    <a:pt x="4579" y="1"/>
                  </a:moveTo>
                  <a:cubicBezTo>
                    <a:pt x="3867" y="1"/>
                    <a:pt x="3162" y="62"/>
                    <a:pt x="2466" y="192"/>
                  </a:cubicBezTo>
                  <a:cubicBezTo>
                    <a:pt x="1922" y="292"/>
                    <a:pt x="1386" y="429"/>
                    <a:pt x="865" y="613"/>
                  </a:cubicBezTo>
                  <a:cubicBezTo>
                    <a:pt x="850" y="605"/>
                    <a:pt x="842" y="605"/>
                    <a:pt x="827" y="605"/>
                  </a:cubicBezTo>
                  <a:cubicBezTo>
                    <a:pt x="781" y="605"/>
                    <a:pt x="743" y="628"/>
                    <a:pt x="720" y="667"/>
                  </a:cubicBezTo>
                  <a:cubicBezTo>
                    <a:pt x="467" y="1088"/>
                    <a:pt x="261" y="1532"/>
                    <a:pt x="84" y="1984"/>
                  </a:cubicBezTo>
                  <a:cubicBezTo>
                    <a:pt x="54" y="2068"/>
                    <a:pt x="23" y="2144"/>
                    <a:pt x="0" y="2229"/>
                  </a:cubicBezTo>
                  <a:cubicBezTo>
                    <a:pt x="46" y="2275"/>
                    <a:pt x="92" y="2313"/>
                    <a:pt x="146" y="2359"/>
                  </a:cubicBezTo>
                  <a:cubicBezTo>
                    <a:pt x="230" y="2420"/>
                    <a:pt x="314" y="2481"/>
                    <a:pt x="398" y="2535"/>
                  </a:cubicBezTo>
                  <a:lnTo>
                    <a:pt x="391" y="2527"/>
                  </a:lnTo>
                  <a:lnTo>
                    <a:pt x="391" y="2527"/>
                  </a:lnTo>
                  <a:cubicBezTo>
                    <a:pt x="620" y="2665"/>
                    <a:pt x="873" y="2772"/>
                    <a:pt x="1133" y="2849"/>
                  </a:cubicBezTo>
                  <a:cubicBezTo>
                    <a:pt x="1447" y="2941"/>
                    <a:pt x="1784" y="2987"/>
                    <a:pt x="2113" y="2994"/>
                  </a:cubicBezTo>
                  <a:lnTo>
                    <a:pt x="2106" y="2994"/>
                  </a:lnTo>
                  <a:cubicBezTo>
                    <a:pt x="2131" y="2995"/>
                    <a:pt x="2156" y="2995"/>
                    <a:pt x="2181" y="2995"/>
                  </a:cubicBezTo>
                  <a:cubicBezTo>
                    <a:pt x="2453" y="2995"/>
                    <a:pt x="2720" y="2958"/>
                    <a:pt x="2986" y="2895"/>
                  </a:cubicBezTo>
                  <a:cubicBezTo>
                    <a:pt x="3208" y="2849"/>
                    <a:pt x="3415" y="2765"/>
                    <a:pt x="3622" y="2657"/>
                  </a:cubicBezTo>
                  <a:cubicBezTo>
                    <a:pt x="3721" y="2596"/>
                    <a:pt x="3821" y="2535"/>
                    <a:pt x="3913" y="2458"/>
                  </a:cubicBezTo>
                  <a:cubicBezTo>
                    <a:pt x="3920" y="2451"/>
                    <a:pt x="3936" y="2451"/>
                    <a:pt x="3943" y="2451"/>
                  </a:cubicBezTo>
                  <a:lnTo>
                    <a:pt x="3951" y="2443"/>
                  </a:lnTo>
                  <a:cubicBezTo>
                    <a:pt x="3958" y="2443"/>
                    <a:pt x="3966" y="2435"/>
                    <a:pt x="3974" y="2435"/>
                  </a:cubicBezTo>
                  <a:cubicBezTo>
                    <a:pt x="3989" y="2435"/>
                    <a:pt x="4004" y="2443"/>
                    <a:pt x="4012" y="2451"/>
                  </a:cubicBezTo>
                  <a:cubicBezTo>
                    <a:pt x="4096" y="2565"/>
                    <a:pt x="4181" y="2680"/>
                    <a:pt x="4280" y="2780"/>
                  </a:cubicBezTo>
                  <a:lnTo>
                    <a:pt x="4272" y="2772"/>
                  </a:lnTo>
                  <a:lnTo>
                    <a:pt x="4272" y="2772"/>
                  </a:lnTo>
                  <a:cubicBezTo>
                    <a:pt x="4372" y="2879"/>
                    <a:pt x="4487" y="2979"/>
                    <a:pt x="4602" y="3078"/>
                  </a:cubicBezTo>
                  <a:cubicBezTo>
                    <a:pt x="4716" y="3163"/>
                    <a:pt x="4831" y="3247"/>
                    <a:pt x="4946" y="3316"/>
                  </a:cubicBezTo>
                  <a:lnTo>
                    <a:pt x="4938" y="3316"/>
                  </a:lnTo>
                  <a:cubicBezTo>
                    <a:pt x="5076" y="3400"/>
                    <a:pt x="5214" y="3469"/>
                    <a:pt x="5360" y="3530"/>
                  </a:cubicBezTo>
                  <a:cubicBezTo>
                    <a:pt x="5497" y="3591"/>
                    <a:pt x="5635" y="3645"/>
                    <a:pt x="5773" y="3683"/>
                  </a:cubicBezTo>
                  <a:cubicBezTo>
                    <a:pt x="5918" y="3729"/>
                    <a:pt x="6064" y="3760"/>
                    <a:pt x="6209" y="3783"/>
                  </a:cubicBezTo>
                  <a:cubicBezTo>
                    <a:pt x="6347" y="3798"/>
                    <a:pt x="6485" y="3813"/>
                    <a:pt x="6630" y="3813"/>
                  </a:cubicBezTo>
                  <a:lnTo>
                    <a:pt x="6615" y="3813"/>
                  </a:lnTo>
                  <a:cubicBezTo>
                    <a:pt x="6650" y="3815"/>
                    <a:pt x="6684" y="3816"/>
                    <a:pt x="6718" y="3816"/>
                  </a:cubicBezTo>
                  <a:cubicBezTo>
                    <a:pt x="6811" y="3816"/>
                    <a:pt x="6901" y="3809"/>
                    <a:pt x="6990" y="3798"/>
                  </a:cubicBezTo>
                  <a:cubicBezTo>
                    <a:pt x="7113" y="3783"/>
                    <a:pt x="7235" y="3767"/>
                    <a:pt x="7350" y="3737"/>
                  </a:cubicBezTo>
                  <a:lnTo>
                    <a:pt x="7358" y="3737"/>
                  </a:lnTo>
                  <a:lnTo>
                    <a:pt x="7419" y="3722"/>
                  </a:lnTo>
                  <a:cubicBezTo>
                    <a:pt x="7423" y="3718"/>
                    <a:pt x="7429" y="3716"/>
                    <a:pt x="7434" y="3716"/>
                  </a:cubicBezTo>
                  <a:cubicBezTo>
                    <a:pt x="7440" y="3716"/>
                    <a:pt x="7446" y="3718"/>
                    <a:pt x="7450" y="3722"/>
                  </a:cubicBezTo>
                  <a:cubicBezTo>
                    <a:pt x="7457" y="3722"/>
                    <a:pt x="7465" y="3729"/>
                    <a:pt x="7465" y="3729"/>
                  </a:cubicBezTo>
                  <a:cubicBezTo>
                    <a:pt x="7488" y="3737"/>
                    <a:pt x="7503" y="3752"/>
                    <a:pt x="7503" y="3767"/>
                  </a:cubicBezTo>
                  <a:cubicBezTo>
                    <a:pt x="7526" y="3890"/>
                    <a:pt x="7549" y="4020"/>
                    <a:pt x="7580" y="4135"/>
                  </a:cubicBezTo>
                  <a:cubicBezTo>
                    <a:pt x="7610" y="4265"/>
                    <a:pt x="7649" y="4395"/>
                    <a:pt x="7702" y="4518"/>
                  </a:cubicBezTo>
                  <a:cubicBezTo>
                    <a:pt x="7748" y="4648"/>
                    <a:pt x="7802" y="4763"/>
                    <a:pt x="7863" y="4878"/>
                  </a:cubicBezTo>
                  <a:cubicBezTo>
                    <a:pt x="7924" y="4985"/>
                    <a:pt x="7986" y="5084"/>
                    <a:pt x="8055" y="5184"/>
                  </a:cubicBezTo>
                  <a:cubicBezTo>
                    <a:pt x="8131" y="5283"/>
                    <a:pt x="8208" y="5383"/>
                    <a:pt x="8292" y="5475"/>
                  </a:cubicBezTo>
                  <a:lnTo>
                    <a:pt x="8292" y="5475"/>
                  </a:lnTo>
                  <a:cubicBezTo>
                    <a:pt x="8289" y="5472"/>
                    <a:pt x="8287" y="5470"/>
                    <a:pt x="8284" y="5467"/>
                  </a:cubicBezTo>
                  <a:lnTo>
                    <a:pt x="8284" y="5467"/>
                  </a:lnTo>
                  <a:lnTo>
                    <a:pt x="8292" y="5475"/>
                  </a:lnTo>
                  <a:cubicBezTo>
                    <a:pt x="8292" y="5475"/>
                    <a:pt x="8292" y="5475"/>
                    <a:pt x="8292" y="5475"/>
                  </a:cubicBezTo>
                  <a:lnTo>
                    <a:pt x="8292" y="5475"/>
                  </a:lnTo>
                  <a:cubicBezTo>
                    <a:pt x="8389" y="5572"/>
                    <a:pt x="8494" y="5668"/>
                    <a:pt x="8598" y="5750"/>
                  </a:cubicBezTo>
                  <a:cubicBezTo>
                    <a:pt x="8713" y="5842"/>
                    <a:pt x="8828" y="5919"/>
                    <a:pt x="8943" y="5995"/>
                  </a:cubicBezTo>
                  <a:lnTo>
                    <a:pt x="8935" y="5988"/>
                  </a:lnTo>
                  <a:lnTo>
                    <a:pt x="8935" y="5988"/>
                  </a:lnTo>
                  <a:cubicBezTo>
                    <a:pt x="9088" y="6080"/>
                    <a:pt x="9249" y="6164"/>
                    <a:pt x="9417" y="6233"/>
                  </a:cubicBezTo>
                  <a:cubicBezTo>
                    <a:pt x="9747" y="6378"/>
                    <a:pt x="10091" y="6470"/>
                    <a:pt x="10443" y="6524"/>
                  </a:cubicBezTo>
                  <a:cubicBezTo>
                    <a:pt x="10635" y="6547"/>
                    <a:pt x="10826" y="6562"/>
                    <a:pt x="11017" y="6570"/>
                  </a:cubicBezTo>
                  <a:lnTo>
                    <a:pt x="11125" y="6570"/>
                  </a:lnTo>
                  <a:cubicBezTo>
                    <a:pt x="11140" y="6524"/>
                    <a:pt x="11148" y="6478"/>
                    <a:pt x="11155" y="6432"/>
                  </a:cubicBezTo>
                  <a:cubicBezTo>
                    <a:pt x="11217" y="6194"/>
                    <a:pt x="11255" y="5957"/>
                    <a:pt x="11270" y="5712"/>
                  </a:cubicBezTo>
                  <a:cubicBezTo>
                    <a:pt x="11285" y="5498"/>
                    <a:pt x="11285" y="5276"/>
                    <a:pt x="11270" y="5061"/>
                  </a:cubicBezTo>
                  <a:cubicBezTo>
                    <a:pt x="11255" y="4732"/>
                    <a:pt x="11201" y="4403"/>
                    <a:pt x="11132" y="4081"/>
                  </a:cubicBezTo>
                  <a:cubicBezTo>
                    <a:pt x="10994" y="3515"/>
                    <a:pt x="10757" y="2971"/>
                    <a:pt x="10428" y="2481"/>
                  </a:cubicBezTo>
                  <a:cubicBezTo>
                    <a:pt x="10267" y="2252"/>
                    <a:pt x="10091" y="2037"/>
                    <a:pt x="9900" y="1838"/>
                  </a:cubicBezTo>
                  <a:cubicBezTo>
                    <a:pt x="9701" y="1647"/>
                    <a:pt x="9486" y="1463"/>
                    <a:pt x="9264" y="1302"/>
                  </a:cubicBezTo>
                  <a:cubicBezTo>
                    <a:pt x="8805" y="973"/>
                    <a:pt x="8300" y="713"/>
                    <a:pt x="7771" y="521"/>
                  </a:cubicBezTo>
                  <a:cubicBezTo>
                    <a:pt x="7220" y="322"/>
                    <a:pt x="6653" y="184"/>
                    <a:pt x="6072" y="100"/>
                  </a:cubicBezTo>
                  <a:cubicBezTo>
                    <a:pt x="5574" y="31"/>
                    <a:pt x="5076" y="1"/>
                    <a:pt x="4579" y="1"/>
                  </a:cubicBezTo>
                  <a:close/>
                </a:path>
              </a:pathLst>
            </a:custGeom>
            <a:solidFill>
              <a:srgbClr val="A75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2"/>
            <p:cNvSpPr/>
            <p:nvPr/>
          </p:nvSpPr>
          <p:spPr>
            <a:xfrm>
              <a:off x="7975593" y="2467485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A75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2"/>
            <p:cNvSpPr/>
            <p:nvPr/>
          </p:nvSpPr>
          <p:spPr>
            <a:xfrm>
              <a:off x="8112201" y="2601833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A75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2"/>
            <p:cNvSpPr/>
            <p:nvPr/>
          </p:nvSpPr>
          <p:spPr>
            <a:xfrm>
              <a:off x="7961974" y="2443339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52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2"/>
            <p:cNvSpPr/>
            <p:nvPr/>
          </p:nvSpPr>
          <p:spPr>
            <a:xfrm>
              <a:off x="7723847" y="3091765"/>
              <a:ext cx="242697" cy="145767"/>
            </a:xfrm>
            <a:custGeom>
              <a:avLst/>
              <a:gdLst/>
              <a:ahLst/>
              <a:cxnLst/>
              <a:rect l="l" t="t" r="r" b="b"/>
              <a:pathLst>
                <a:path w="4081" h="2451" extrusionOk="0">
                  <a:moveTo>
                    <a:pt x="4081" y="0"/>
                  </a:moveTo>
                  <a:cubicBezTo>
                    <a:pt x="3736" y="260"/>
                    <a:pt x="3369" y="482"/>
                    <a:pt x="2978" y="666"/>
                  </a:cubicBezTo>
                  <a:lnTo>
                    <a:pt x="2971" y="666"/>
                  </a:lnTo>
                  <a:cubicBezTo>
                    <a:pt x="2542" y="865"/>
                    <a:pt x="2105" y="1018"/>
                    <a:pt x="1654" y="1118"/>
                  </a:cubicBezTo>
                  <a:cubicBezTo>
                    <a:pt x="1470" y="1164"/>
                    <a:pt x="1286" y="1202"/>
                    <a:pt x="1102" y="1225"/>
                  </a:cubicBezTo>
                  <a:cubicBezTo>
                    <a:pt x="957" y="1263"/>
                    <a:pt x="804" y="1286"/>
                    <a:pt x="651" y="1302"/>
                  </a:cubicBezTo>
                  <a:cubicBezTo>
                    <a:pt x="528" y="1309"/>
                    <a:pt x="406" y="1317"/>
                    <a:pt x="283" y="1317"/>
                  </a:cubicBezTo>
                  <a:lnTo>
                    <a:pt x="222" y="1317"/>
                  </a:lnTo>
                  <a:lnTo>
                    <a:pt x="214" y="1378"/>
                  </a:lnTo>
                  <a:cubicBezTo>
                    <a:pt x="207" y="1439"/>
                    <a:pt x="199" y="1501"/>
                    <a:pt x="191" y="1562"/>
                  </a:cubicBezTo>
                  <a:cubicBezTo>
                    <a:pt x="145" y="1861"/>
                    <a:pt x="84" y="2159"/>
                    <a:pt x="0" y="2450"/>
                  </a:cubicBezTo>
                  <a:cubicBezTo>
                    <a:pt x="260" y="2435"/>
                    <a:pt x="513" y="2396"/>
                    <a:pt x="766" y="2335"/>
                  </a:cubicBezTo>
                  <a:cubicBezTo>
                    <a:pt x="1279" y="2220"/>
                    <a:pt x="1776" y="2029"/>
                    <a:pt x="2251" y="1784"/>
                  </a:cubicBezTo>
                  <a:cubicBezTo>
                    <a:pt x="2626" y="1585"/>
                    <a:pt x="2978" y="1332"/>
                    <a:pt x="3300" y="1049"/>
                  </a:cubicBezTo>
                  <a:lnTo>
                    <a:pt x="3307" y="1041"/>
                  </a:lnTo>
                  <a:cubicBezTo>
                    <a:pt x="3415" y="942"/>
                    <a:pt x="3522" y="835"/>
                    <a:pt x="3614" y="720"/>
                  </a:cubicBezTo>
                  <a:cubicBezTo>
                    <a:pt x="3713" y="605"/>
                    <a:pt x="3797" y="490"/>
                    <a:pt x="3882" y="360"/>
                  </a:cubicBezTo>
                  <a:lnTo>
                    <a:pt x="3882" y="368"/>
                  </a:lnTo>
                  <a:cubicBezTo>
                    <a:pt x="3958" y="253"/>
                    <a:pt x="4019" y="123"/>
                    <a:pt x="4081" y="0"/>
                  </a:cubicBez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2"/>
            <p:cNvSpPr/>
            <p:nvPr/>
          </p:nvSpPr>
          <p:spPr>
            <a:xfrm>
              <a:off x="7768868" y="3230633"/>
              <a:ext cx="1011" cy="59"/>
            </a:xfrm>
            <a:custGeom>
              <a:avLst/>
              <a:gdLst/>
              <a:ahLst/>
              <a:cxnLst/>
              <a:rect l="l" t="t" r="r" b="b"/>
              <a:pathLst>
                <a:path w="17" h="1" extrusionOk="0">
                  <a:moveTo>
                    <a:pt x="1" y="0"/>
                  </a:moveTo>
                  <a:lnTo>
                    <a:pt x="1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2"/>
            <p:cNvSpPr/>
            <p:nvPr/>
          </p:nvSpPr>
          <p:spPr>
            <a:xfrm>
              <a:off x="7920046" y="3154152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2"/>
            <p:cNvSpPr/>
            <p:nvPr/>
          </p:nvSpPr>
          <p:spPr>
            <a:xfrm>
              <a:off x="7920046" y="3154152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2"/>
            <p:cNvSpPr/>
            <p:nvPr/>
          </p:nvSpPr>
          <p:spPr>
            <a:xfrm>
              <a:off x="7768868" y="3230633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2"/>
            <p:cNvSpPr/>
            <p:nvPr/>
          </p:nvSpPr>
          <p:spPr>
            <a:xfrm>
              <a:off x="8099890" y="2776681"/>
              <a:ext cx="66131" cy="153201"/>
            </a:xfrm>
            <a:custGeom>
              <a:avLst/>
              <a:gdLst/>
              <a:ahLst/>
              <a:cxnLst/>
              <a:rect l="l" t="t" r="r" b="b"/>
              <a:pathLst>
                <a:path w="1112" h="2576" extrusionOk="0">
                  <a:moveTo>
                    <a:pt x="843" y="0"/>
                  </a:moveTo>
                  <a:cubicBezTo>
                    <a:pt x="828" y="0"/>
                    <a:pt x="805" y="8"/>
                    <a:pt x="790" y="15"/>
                  </a:cubicBezTo>
                  <a:lnTo>
                    <a:pt x="797" y="8"/>
                  </a:lnTo>
                  <a:lnTo>
                    <a:pt x="797" y="8"/>
                  </a:lnTo>
                  <a:cubicBezTo>
                    <a:pt x="774" y="23"/>
                    <a:pt x="751" y="46"/>
                    <a:pt x="736" y="77"/>
                  </a:cubicBezTo>
                  <a:cubicBezTo>
                    <a:pt x="728" y="107"/>
                    <a:pt x="728" y="138"/>
                    <a:pt x="736" y="169"/>
                  </a:cubicBezTo>
                  <a:lnTo>
                    <a:pt x="736" y="176"/>
                  </a:lnTo>
                  <a:cubicBezTo>
                    <a:pt x="782" y="314"/>
                    <a:pt x="805" y="459"/>
                    <a:pt x="813" y="605"/>
                  </a:cubicBezTo>
                  <a:cubicBezTo>
                    <a:pt x="820" y="827"/>
                    <a:pt x="797" y="1041"/>
                    <a:pt x="744" y="1256"/>
                  </a:cubicBezTo>
                  <a:cubicBezTo>
                    <a:pt x="744" y="1240"/>
                    <a:pt x="751" y="1233"/>
                    <a:pt x="751" y="1217"/>
                  </a:cubicBezTo>
                  <a:lnTo>
                    <a:pt x="751" y="1217"/>
                  </a:lnTo>
                  <a:cubicBezTo>
                    <a:pt x="721" y="1348"/>
                    <a:pt x="682" y="1478"/>
                    <a:pt x="644" y="1600"/>
                  </a:cubicBezTo>
                  <a:cubicBezTo>
                    <a:pt x="598" y="1723"/>
                    <a:pt x="545" y="1838"/>
                    <a:pt x="483" y="1952"/>
                  </a:cubicBezTo>
                  <a:cubicBezTo>
                    <a:pt x="491" y="1952"/>
                    <a:pt x="491" y="1945"/>
                    <a:pt x="499" y="1937"/>
                  </a:cubicBezTo>
                  <a:lnTo>
                    <a:pt x="499" y="1937"/>
                  </a:lnTo>
                  <a:cubicBezTo>
                    <a:pt x="422" y="2075"/>
                    <a:pt x="338" y="2197"/>
                    <a:pt x="238" y="2312"/>
                  </a:cubicBezTo>
                  <a:cubicBezTo>
                    <a:pt x="169" y="2381"/>
                    <a:pt x="101" y="2442"/>
                    <a:pt x="24" y="2496"/>
                  </a:cubicBezTo>
                  <a:cubicBezTo>
                    <a:pt x="9" y="2511"/>
                    <a:pt x="1" y="2534"/>
                    <a:pt x="9" y="2550"/>
                  </a:cubicBezTo>
                  <a:cubicBezTo>
                    <a:pt x="14" y="2567"/>
                    <a:pt x="33" y="2575"/>
                    <a:pt x="52" y="2575"/>
                  </a:cubicBezTo>
                  <a:cubicBezTo>
                    <a:pt x="58" y="2575"/>
                    <a:pt x="64" y="2574"/>
                    <a:pt x="70" y="2573"/>
                  </a:cubicBezTo>
                  <a:cubicBezTo>
                    <a:pt x="154" y="2511"/>
                    <a:pt x="238" y="2450"/>
                    <a:pt x="323" y="2381"/>
                  </a:cubicBezTo>
                  <a:cubicBezTo>
                    <a:pt x="407" y="2305"/>
                    <a:pt x="483" y="2220"/>
                    <a:pt x="560" y="2136"/>
                  </a:cubicBezTo>
                  <a:cubicBezTo>
                    <a:pt x="721" y="1937"/>
                    <a:pt x="858" y="1723"/>
                    <a:pt x="950" y="1485"/>
                  </a:cubicBezTo>
                  <a:cubicBezTo>
                    <a:pt x="996" y="1363"/>
                    <a:pt x="1035" y="1240"/>
                    <a:pt x="1058" y="1110"/>
                  </a:cubicBezTo>
                  <a:cubicBezTo>
                    <a:pt x="1088" y="995"/>
                    <a:pt x="1103" y="881"/>
                    <a:pt x="1103" y="758"/>
                  </a:cubicBezTo>
                  <a:cubicBezTo>
                    <a:pt x="1111" y="636"/>
                    <a:pt x="1096" y="521"/>
                    <a:pt x="1080" y="398"/>
                  </a:cubicBezTo>
                  <a:cubicBezTo>
                    <a:pt x="1065" y="337"/>
                    <a:pt x="1042" y="276"/>
                    <a:pt x="1027" y="222"/>
                  </a:cubicBezTo>
                  <a:cubicBezTo>
                    <a:pt x="1004" y="169"/>
                    <a:pt x="981" y="123"/>
                    <a:pt x="950" y="69"/>
                  </a:cubicBezTo>
                  <a:cubicBezTo>
                    <a:pt x="927" y="31"/>
                    <a:pt x="889" y="0"/>
                    <a:pt x="843" y="0"/>
                  </a:cubicBez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2"/>
            <p:cNvSpPr/>
            <p:nvPr/>
          </p:nvSpPr>
          <p:spPr>
            <a:xfrm>
              <a:off x="8142234" y="2754320"/>
              <a:ext cx="123935" cy="36754"/>
            </a:xfrm>
            <a:custGeom>
              <a:avLst/>
              <a:gdLst/>
              <a:ahLst/>
              <a:cxnLst/>
              <a:rect l="l" t="t" r="r" b="b"/>
              <a:pathLst>
                <a:path w="2084" h="618" extrusionOk="0">
                  <a:moveTo>
                    <a:pt x="805" y="1"/>
                  </a:moveTo>
                  <a:lnTo>
                    <a:pt x="805" y="9"/>
                  </a:lnTo>
                  <a:cubicBezTo>
                    <a:pt x="705" y="9"/>
                    <a:pt x="598" y="32"/>
                    <a:pt x="499" y="55"/>
                  </a:cubicBezTo>
                  <a:cubicBezTo>
                    <a:pt x="399" y="85"/>
                    <a:pt x="307" y="131"/>
                    <a:pt x="223" y="185"/>
                  </a:cubicBezTo>
                  <a:cubicBezTo>
                    <a:pt x="185" y="215"/>
                    <a:pt x="146" y="246"/>
                    <a:pt x="108" y="277"/>
                  </a:cubicBezTo>
                  <a:cubicBezTo>
                    <a:pt x="93" y="300"/>
                    <a:pt x="70" y="315"/>
                    <a:pt x="55" y="338"/>
                  </a:cubicBezTo>
                  <a:cubicBezTo>
                    <a:pt x="39" y="361"/>
                    <a:pt x="32" y="384"/>
                    <a:pt x="16" y="399"/>
                  </a:cubicBezTo>
                  <a:cubicBezTo>
                    <a:pt x="9" y="414"/>
                    <a:pt x="1" y="430"/>
                    <a:pt x="1" y="453"/>
                  </a:cubicBezTo>
                  <a:cubicBezTo>
                    <a:pt x="1" y="476"/>
                    <a:pt x="9" y="506"/>
                    <a:pt x="32" y="522"/>
                  </a:cubicBezTo>
                  <a:cubicBezTo>
                    <a:pt x="47" y="545"/>
                    <a:pt x="78" y="552"/>
                    <a:pt x="101" y="560"/>
                  </a:cubicBezTo>
                  <a:cubicBezTo>
                    <a:pt x="123" y="560"/>
                    <a:pt x="154" y="545"/>
                    <a:pt x="169" y="529"/>
                  </a:cubicBezTo>
                  <a:cubicBezTo>
                    <a:pt x="231" y="499"/>
                    <a:pt x="284" y="468"/>
                    <a:pt x="338" y="437"/>
                  </a:cubicBezTo>
                  <a:cubicBezTo>
                    <a:pt x="391" y="399"/>
                    <a:pt x="453" y="376"/>
                    <a:pt x="514" y="353"/>
                  </a:cubicBezTo>
                  <a:cubicBezTo>
                    <a:pt x="652" y="300"/>
                    <a:pt x="805" y="269"/>
                    <a:pt x="958" y="254"/>
                  </a:cubicBezTo>
                  <a:cubicBezTo>
                    <a:pt x="1011" y="248"/>
                    <a:pt x="1063" y="245"/>
                    <a:pt x="1116" y="245"/>
                  </a:cubicBezTo>
                  <a:cubicBezTo>
                    <a:pt x="1201" y="245"/>
                    <a:pt x="1286" y="252"/>
                    <a:pt x="1371" y="261"/>
                  </a:cubicBezTo>
                  <a:cubicBezTo>
                    <a:pt x="1486" y="284"/>
                    <a:pt x="1593" y="315"/>
                    <a:pt x="1701" y="361"/>
                  </a:cubicBezTo>
                  <a:lnTo>
                    <a:pt x="1685" y="353"/>
                  </a:lnTo>
                  <a:lnTo>
                    <a:pt x="1685" y="353"/>
                  </a:lnTo>
                  <a:cubicBezTo>
                    <a:pt x="1754" y="384"/>
                    <a:pt x="1823" y="430"/>
                    <a:pt x="1884" y="476"/>
                  </a:cubicBezTo>
                  <a:cubicBezTo>
                    <a:pt x="1930" y="514"/>
                    <a:pt x="1976" y="552"/>
                    <a:pt x="2007" y="606"/>
                  </a:cubicBezTo>
                  <a:cubicBezTo>
                    <a:pt x="2015" y="613"/>
                    <a:pt x="2026" y="617"/>
                    <a:pt x="2038" y="617"/>
                  </a:cubicBezTo>
                  <a:cubicBezTo>
                    <a:pt x="2049" y="617"/>
                    <a:pt x="2060" y="613"/>
                    <a:pt x="2068" y="606"/>
                  </a:cubicBezTo>
                  <a:cubicBezTo>
                    <a:pt x="2083" y="583"/>
                    <a:pt x="2083" y="560"/>
                    <a:pt x="2068" y="545"/>
                  </a:cubicBezTo>
                  <a:cubicBezTo>
                    <a:pt x="1961" y="399"/>
                    <a:pt x="1823" y="284"/>
                    <a:pt x="1662" y="200"/>
                  </a:cubicBezTo>
                  <a:cubicBezTo>
                    <a:pt x="1624" y="177"/>
                    <a:pt x="1578" y="162"/>
                    <a:pt x="1540" y="139"/>
                  </a:cubicBezTo>
                  <a:cubicBezTo>
                    <a:pt x="1502" y="123"/>
                    <a:pt x="1440" y="100"/>
                    <a:pt x="1387" y="85"/>
                  </a:cubicBezTo>
                  <a:cubicBezTo>
                    <a:pt x="1295" y="55"/>
                    <a:pt x="1188" y="32"/>
                    <a:pt x="1088" y="16"/>
                  </a:cubicBezTo>
                  <a:cubicBezTo>
                    <a:pt x="1019" y="9"/>
                    <a:pt x="950" y="1"/>
                    <a:pt x="881" y="1"/>
                  </a:cubicBez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7499340" y="2162451"/>
              <a:ext cx="739926" cy="599721"/>
            </a:xfrm>
            <a:custGeom>
              <a:avLst/>
              <a:gdLst/>
              <a:ahLst/>
              <a:cxnLst/>
              <a:rect l="l" t="t" r="r" b="b"/>
              <a:pathLst>
                <a:path w="12442" h="10084" extrusionOk="0">
                  <a:moveTo>
                    <a:pt x="5161" y="0"/>
                  </a:moveTo>
                  <a:cubicBezTo>
                    <a:pt x="4763" y="0"/>
                    <a:pt x="4357" y="23"/>
                    <a:pt x="3959" y="61"/>
                  </a:cubicBezTo>
                  <a:cubicBezTo>
                    <a:pt x="3354" y="123"/>
                    <a:pt x="2757" y="230"/>
                    <a:pt x="2167" y="383"/>
                  </a:cubicBezTo>
                  <a:cubicBezTo>
                    <a:pt x="1486" y="551"/>
                    <a:pt x="827" y="819"/>
                    <a:pt x="223" y="1171"/>
                  </a:cubicBezTo>
                  <a:cubicBezTo>
                    <a:pt x="215" y="1164"/>
                    <a:pt x="207" y="1148"/>
                    <a:pt x="192" y="1141"/>
                  </a:cubicBezTo>
                  <a:cubicBezTo>
                    <a:pt x="169" y="1133"/>
                    <a:pt x="154" y="1125"/>
                    <a:pt x="131" y="1125"/>
                  </a:cubicBezTo>
                  <a:lnTo>
                    <a:pt x="100" y="1125"/>
                  </a:lnTo>
                  <a:cubicBezTo>
                    <a:pt x="62" y="1141"/>
                    <a:pt x="31" y="1164"/>
                    <a:pt x="16" y="1194"/>
                  </a:cubicBezTo>
                  <a:cubicBezTo>
                    <a:pt x="8" y="1217"/>
                    <a:pt x="1" y="1256"/>
                    <a:pt x="16" y="1279"/>
                  </a:cubicBezTo>
                  <a:cubicBezTo>
                    <a:pt x="69" y="1439"/>
                    <a:pt x="146" y="1592"/>
                    <a:pt x="223" y="1738"/>
                  </a:cubicBezTo>
                  <a:cubicBezTo>
                    <a:pt x="307" y="1876"/>
                    <a:pt x="399" y="2006"/>
                    <a:pt x="506" y="2128"/>
                  </a:cubicBezTo>
                  <a:cubicBezTo>
                    <a:pt x="705" y="2366"/>
                    <a:pt x="942" y="2572"/>
                    <a:pt x="1210" y="2726"/>
                  </a:cubicBezTo>
                  <a:cubicBezTo>
                    <a:pt x="1670" y="3001"/>
                    <a:pt x="2190" y="3147"/>
                    <a:pt x="2718" y="3147"/>
                  </a:cubicBezTo>
                  <a:cubicBezTo>
                    <a:pt x="2795" y="3147"/>
                    <a:pt x="2872" y="3147"/>
                    <a:pt x="2948" y="3139"/>
                  </a:cubicBezTo>
                  <a:cubicBezTo>
                    <a:pt x="3369" y="3101"/>
                    <a:pt x="3775" y="2978"/>
                    <a:pt x="4142" y="2764"/>
                  </a:cubicBezTo>
                  <a:cubicBezTo>
                    <a:pt x="4303" y="2664"/>
                    <a:pt x="4456" y="2549"/>
                    <a:pt x="4602" y="2419"/>
                  </a:cubicBezTo>
                  <a:cubicBezTo>
                    <a:pt x="4602" y="2442"/>
                    <a:pt x="4610" y="2465"/>
                    <a:pt x="4625" y="2488"/>
                  </a:cubicBezTo>
                  <a:cubicBezTo>
                    <a:pt x="4724" y="2741"/>
                    <a:pt x="4877" y="2978"/>
                    <a:pt x="5069" y="3177"/>
                  </a:cubicBezTo>
                  <a:cubicBezTo>
                    <a:pt x="5268" y="3384"/>
                    <a:pt x="5490" y="3560"/>
                    <a:pt x="5735" y="3706"/>
                  </a:cubicBezTo>
                  <a:cubicBezTo>
                    <a:pt x="5995" y="3859"/>
                    <a:pt x="6263" y="3974"/>
                    <a:pt x="6547" y="4058"/>
                  </a:cubicBezTo>
                  <a:cubicBezTo>
                    <a:pt x="6853" y="4150"/>
                    <a:pt x="7174" y="4203"/>
                    <a:pt x="7488" y="4203"/>
                  </a:cubicBezTo>
                  <a:cubicBezTo>
                    <a:pt x="7825" y="4203"/>
                    <a:pt x="8154" y="4142"/>
                    <a:pt x="8461" y="4012"/>
                  </a:cubicBezTo>
                  <a:lnTo>
                    <a:pt x="8461" y="4012"/>
                  </a:lnTo>
                  <a:cubicBezTo>
                    <a:pt x="8453" y="4065"/>
                    <a:pt x="8453" y="4119"/>
                    <a:pt x="8453" y="4173"/>
                  </a:cubicBezTo>
                  <a:cubicBezTo>
                    <a:pt x="8445" y="4333"/>
                    <a:pt x="8453" y="4502"/>
                    <a:pt x="8484" y="4663"/>
                  </a:cubicBezTo>
                  <a:cubicBezTo>
                    <a:pt x="8506" y="4823"/>
                    <a:pt x="8545" y="4976"/>
                    <a:pt x="8598" y="5130"/>
                  </a:cubicBezTo>
                  <a:cubicBezTo>
                    <a:pt x="8706" y="5428"/>
                    <a:pt x="8859" y="5704"/>
                    <a:pt x="9065" y="5941"/>
                  </a:cubicBezTo>
                  <a:cubicBezTo>
                    <a:pt x="9280" y="6178"/>
                    <a:pt x="9532" y="6362"/>
                    <a:pt x="9823" y="6485"/>
                  </a:cubicBezTo>
                  <a:cubicBezTo>
                    <a:pt x="10045" y="6584"/>
                    <a:pt x="10283" y="6638"/>
                    <a:pt x="10528" y="6646"/>
                  </a:cubicBezTo>
                  <a:cubicBezTo>
                    <a:pt x="10482" y="6737"/>
                    <a:pt x="10436" y="6845"/>
                    <a:pt x="10398" y="6952"/>
                  </a:cubicBezTo>
                  <a:cubicBezTo>
                    <a:pt x="10267" y="7281"/>
                    <a:pt x="10153" y="7625"/>
                    <a:pt x="10061" y="7970"/>
                  </a:cubicBezTo>
                  <a:cubicBezTo>
                    <a:pt x="9969" y="8299"/>
                    <a:pt x="9915" y="8636"/>
                    <a:pt x="9892" y="8981"/>
                  </a:cubicBezTo>
                  <a:cubicBezTo>
                    <a:pt x="9885" y="9325"/>
                    <a:pt x="9931" y="9585"/>
                    <a:pt x="10053" y="9792"/>
                  </a:cubicBezTo>
                  <a:cubicBezTo>
                    <a:pt x="10076" y="9846"/>
                    <a:pt x="10114" y="9892"/>
                    <a:pt x="10153" y="9938"/>
                  </a:cubicBezTo>
                  <a:cubicBezTo>
                    <a:pt x="10199" y="9984"/>
                    <a:pt x="10244" y="10014"/>
                    <a:pt x="10298" y="10045"/>
                  </a:cubicBezTo>
                  <a:cubicBezTo>
                    <a:pt x="10352" y="10075"/>
                    <a:pt x="10405" y="10083"/>
                    <a:pt x="10466" y="10083"/>
                  </a:cubicBezTo>
                  <a:cubicBezTo>
                    <a:pt x="10505" y="10083"/>
                    <a:pt x="10543" y="10083"/>
                    <a:pt x="10574" y="10068"/>
                  </a:cubicBezTo>
                  <a:cubicBezTo>
                    <a:pt x="10681" y="10037"/>
                    <a:pt x="10780" y="9984"/>
                    <a:pt x="10865" y="9915"/>
                  </a:cubicBezTo>
                  <a:cubicBezTo>
                    <a:pt x="10956" y="9838"/>
                    <a:pt x="11048" y="9746"/>
                    <a:pt x="11125" y="9647"/>
                  </a:cubicBezTo>
                  <a:cubicBezTo>
                    <a:pt x="11293" y="9425"/>
                    <a:pt x="11446" y="9195"/>
                    <a:pt x="11577" y="8950"/>
                  </a:cubicBezTo>
                  <a:cubicBezTo>
                    <a:pt x="11676" y="8766"/>
                    <a:pt x="11776" y="8567"/>
                    <a:pt x="11860" y="8376"/>
                  </a:cubicBezTo>
                  <a:cubicBezTo>
                    <a:pt x="12181" y="7664"/>
                    <a:pt x="12365" y="6891"/>
                    <a:pt x="12403" y="6110"/>
                  </a:cubicBezTo>
                  <a:cubicBezTo>
                    <a:pt x="12442" y="5321"/>
                    <a:pt x="12312" y="4540"/>
                    <a:pt x="12028" y="3805"/>
                  </a:cubicBezTo>
                  <a:cubicBezTo>
                    <a:pt x="11737" y="3055"/>
                    <a:pt x="11278" y="2381"/>
                    <a:pt x="10681" y="1837"/>
                  </a:cubicBezTo>
                  <a:cubicBezTo>
                    <a:pt x="10099" y="1317"/>
                    <a:pt x="9425" y="911"/>
                    <a:pt x="8698" y="628"/>
                  </a:cubicBezTo>
                  <a:cubicBezTo>
                    <a:pt x="7948" y="337"/>
                    <a:pt x="7174" y="145"/>
                    <a:pt x="6378" y="61"/>
                  </a:cubicBezTo>
                  <a:cubicBezTo>
                    <a:pt x="5972" y="15"/>
                    <a:pt x="5567" y="0"/>
                    <a:pt x="5161" y="0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2"/>
            <p:cNvSpPr/>
            <p:nvPr/>
          </p:nvSpPr>
          <p:spPr>
            <a:xfrm>
              <a:off x="8010643" y="2519000"/>
              <a:ext cx="257857" cy="101174"/>
            </a:xfrm>
            <a:custGeom>
              <a:avLst/>
              <a:gdLst/>
              <a:ahLst/>
              <a:cxnLst/>
              <a:rect l="l" t="t" r="r" b="b"/>
              <a:pathLst>
                <a:path w="4794" h="1881" extrusionOk="0">
                  <a:moveTo>
                    <a:pt x="39" y="0"/>
                  </a:moveTo>
                  <a:lnTo>
                    <a:pt x="39" y="8"/>
                  </a:lnTo>
                  <a:cubicBezTo>
                    <a:pt x="16" y="15"/>
                    <a:pt x="1" y="46"/>
                    <a:pt x="9" y="69"/>
                  </a:cubicBezTo>
                  <a:cubicBezTo>
                    <a:pt x="123" y="383"/>
                    <a:pt x="300" y="674"/>
                    <a:pt x="529" y="919"/>
                  </a:cubicBezTo>
                  <a:cubicBezTo>
                    <a:pt x="759" y="1156"/>
                    <a:pt x="1027" y="1355"/>
                    <a:pt x="1325" y="1508"/>
                  </a:cubicBezTo>
                  <a:cubicBezTo>
                    <a:pt x="1624" y="1669"/>
                    <a:pt x="1946" y="1776"/>
                    <a:pt x="2282" y="1830"/>
                  </a:cubicBezTo>
                  <a:cubicBezTo>
                    <a:pt x="2478" y="1862"/>
                    <a:pt x="2679" y="1880"/>
                    <a:pt x="2881" y="1880"/>
                  </a:cubicBezTo>
                  <a:cubicBezTo>
                    <a:pt x="3018" y="1880"/>
                    <a:pt x="3156" y="1872"/>
                    <a:pt x="3293" y="1853"/>
                  </a:cubicBezTo>
                  <a:cubicBezTo>
                    <a:pt x="3500" y="1822"/>
                    <a:pt x="3707" y="1776"/>
                    <a:pt x="3906" y="1700"/>
                  </a:cubicBezTo>
                  <a:cubicBezTo>
                    <a:pt x="4036" y="1646"/>
                    <a:pt x="4166" y="1585"/>
                    <a:pt x="4288" y="1516"/>
                  </a:cubicBezTo>
                  <a:cubicBezTo>
                    <a:pt x="4434" y="1432"/>
                    <a:pt x="4579" y="1340"/>
                    <a:pt x="4709" y="1240"/>
                  </a:cubicBezTo>
                  <a:cubicBezTo>
                    <a:pt x="4793" y="1170"/>
                    <a:pt x="4736" y="1050"/>
                    <a:pt x="4648" y="1050"/>
                  </a:cubicBezTo>
                  <a:cubicBezTo>
                    <a:pt x="4631" y="1050"/>
                    <a:pt x="4613" y="1055"/>
                    <a:pt x="4595" y="1064"/>
                  </a:cubicBezTo>
                  <a:cubicBezTo>
                    <a:pt x="4434" y="1179"/>
                    <a:pt x="4273" y="1279"/>
                    <a:pt x="4105" y="1371"/>
                  </a:cubicBezTo>
                  <a:lnTo>
                    <a:pt x="4112" y="1363"/>
                  </a:lnTo>
                  <a:lnTo>
                    <a:pt x="4097" y="1371"/>
                  </a:lnTo>
                  <a:cubicBezTo>
                    <a:pt x="3875" y="1478"/>
                    <a:pt x="3645" y="1562"/>
                    <a:pt x="3400" y="1616"/>
                  </a:cubicBezTo>
                  <a:lnTo>
                    <a:pt x="3431" y="1608"/>
                  </a:lnTo>
                  <a:lnTo>
                    <a:pt x="3431" y="1608"/>
                  </a:lnTo>
                  <a:cubicBezTo>
                    <a:pt x="3210" y="1657"/>
                    <a:pt x="2985" y="1681"/>
                    <a:pt x="2759" y="1681"/>
                  </a:cubicBezTo>
                  <a:cubicBezTo>
                    <a:pt x="2702" y="1681"/>
                    <a:pt x="2645" y="1680"/>
                    <a:pt x="2589" y="1677"/>
                  </a:cubicBezTo>
                  <a:lnTo>
                    <a:pt x="2581" y="1677"/>
                  </a:lnTo>
                  <a:cubicBezTo>
                    <a:pt x="2298" y="1662"/>
                    <a:pt x="2015" y="1608"/>
                    <a:pt x="1747" y="1524"/>
                  </a:cubicBezTo>
                  <a:cubicBezTo>
                    <a:pt x="1624" y="1478"/>
                    <a:pt x="1502" y="1432"/>
                    <a:pt x="1387" y="1378"/>
                  </a:cubicBezTo>
                  <a:cubicBezTo>
                    <a:pt x="1257" y="1325"/>
                    <a:pt x="1134" y="1256"/>
                    <a:pt x="1019" y="1172"/>
                  </a:cubicBezTo>
                  <a:cubicBezTo>
                    <a:pt x="846" y="1059"/>
                    <a:pt x="680" y="916"/>
                    <a:pt x="544" y="766"/>
                  </a:cubicBezTo>
                  <a:lnTo>
                    <a:pt x="544" y="766"/>
                  </a:lnTo>
                  <a:cubicBezTo>
                    <a:pt x="544" y="766"/>
                    <a:pt x="544" y="766"/>
                    <a:pt x="545" y="766"/>
                  </a:cubicBezTo>
                  <a:cubicBezTo>
                    <a:pt x="414" y="620"/>
                    <a:pt x="300" y="460"/>
                    <a:pt x="215" y="291"/>
                  </a:cubicBezTo>
                  <a:lnTo>
                    <a:pt x="215" y="291"/>
                  </a:lnTo>
                  <a:lnTo>
                    <a:pt x="223" y="299"/>
                  </a:lnTo>
                  <a:cubicBezTo>
                    <a:pt x="177" y="215"/>
                    <a:pt x="139" y="123"/>
                    <a:pt x="100" y="38"/>
                  </a:cubicBezTo>
                  <a:cubicBezTo>
                    <a:pt x="93" y="15"/>
                    <a:pt x="78" y="0"/>
                    <a:pt x="55" y="0"/>
                  </a:cubicBezTo>
                  <a:close/>
                </a:path>
              </a:pathLst>
            </a:custGeom>
            <a:solidFill>
              <a:srgbClr val="191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2"/>
            <p:cNvSpPr/>
            <p:nvPr/>
          </p:nvSpPr>
          <p:spPr>
            <a:xfrm>
              <a:off x="7990640" y="2388744"/>
              <a:ext cx="244124" cy="176276"/>
            </a:xfrm>
            <a:custGeom>
              <a:avLst/>
              <a:gdLst/>
              <a:ahLst/>
              <a:cxnLst/>
              <a:rect l="l" t="t" r="r" b="b"/>
              <a:pathLst>
                <a:path w="4105" h="2964" extrusionOk="0">
                  <a:moveTo>
                    <a:pt x="230" y="0"/>
                  </a:moveTo>
                  <a:cubicBezTo>
                    <a:pt x="192" y="0"/>
                    <a:pt x="161" y="8"/>
                    <a:pt x="131" y="31"/>
                  </a:cubicBezTo>
                  <a:lnTo>
                    <a:pt x="123" y="38"/>
                  </a:lnTo>
                  <a:cubicBezTo>
                    <a:pt x="85" y="61"/>
                    <a:pt x="54" y="107"/>
                    <a:pt x="39" y="161"/>
                  </a:cubicBezTo>
                  <a:cubicBezTo>
                    <a:pt x="23" y="214"/>
                    <a:pt x="16" y="268"/>
                    <a:pt x="8" y="322"/>
                  </a:cubicBezTo>
                  <a:cubicBezTo>
                    <a:pt x="0" y="391"/>
                    <a:pt x="0" y="452"/>
                    <a:pt x="0" y="521"/>
                  </a:cubicBezTo>
                  <a:cubicBezTo>
                    <a:pt x="8" y="651"/>
                    <a:pt x="23" y="773"/>
                    <a:pt x="46" y="904"/>
                  </a:cubicBezTo>
                  <a:cubicBezTo>
                    <a:pt x="77" y="1087"/>
                    <a:pt x="123" y="1279"/>
                    <a:pt x="192" y="1455"/>
                  </a:cubicBezTo>
                  <a:cubicBezTo>
                    <a:pt x="322" y="1769"/>
                    <a:pt x="513" y="2052"/>
                    <a:pt x="758" y="2274"/>
                  </a:cubicBezTo>
                  <a:cubicBezTo>
                    <a:pt x="881" y="2389"/>
                    <a:pt x="1019" y="2481"/>
                    <a:pt x="1157" y="2565"/>
                  </a:cubicBezTo>
                  <a:cubicBezTo>
                    <a:pt x="1294" y="2649"/>
                    <a:pt x="1432" y="2718"/>
                    <a:pt x="1585" y="2772"/>
                  </a:cubicBezTo>
                  <a:cubicBezTo>
                    <a:pt x="1738" y="2825"/>
                    <a:pt x="1899" y="2871"/>
                    <a:pt x="2060" y="2909"/>
                  </a:cubicBezTo>
                  <a:cubicBezTo>
                    <a:pt x="2221" y="2940"/>
                    <a:pt x="2389" y="2955"/>
                    <a:pt x="2550" y="2963"/>
                  </a:cubicBezTo>
                  <a:cubicBezTo>
                    <a:pt x="2566" y="2963"/>
                    <a:pt x="2581" y="2963"/>
                    <a:pt x="2597" y="2963"/>
                  </a:cubicBezTo>
                  <a:cubicBezTo>
                    <a:pt x="3116" y="2963"/>
                    <a:pt x="3620" y="2841"/>
                    <a:pt x="4074" y="2588"/>
                  </a:cubicBezTo>
                  <a:cubicBezTo>
                    <a:pt x="4097" y="2573"/>
                    <a:pt x="4104" y="2542"/>
                    <a:pt x="4089" y="2519"/>
                  </a:cubicBezTo>
                  <a:cubicBezTo>
                    <a:pt x="4079" y="2504"/>
                    <a:pt x="4063" y="2496"/>
                    <a:pt x="4046" y="2496"/>
                  </a:cubicBezTo>
                  <a:cubicBezTo>
                    <a:pt x="4037" y="2496"/>
                    <a:pt x="4028" y="2498"/>
                    <a:pt x="4020" y="2504"/>
                  </a:cubicBezTo>
                  <a:cubicBezTo>
                    <a:pt x="3982" y="2519"/>
                    <a:pt x="3951" y="2534"/>
                    <a:pt x="3920" y="2557"/>
                  </a:cubicBezTo>
                  <a:cubicBezTo>
                    <a:pt x="3752" y="2634"/>
                    <a:pt x="3576" y="2687"/>
                    <a:pt x="3392" y="2726"/>
                  </a:cubicBezTo>
                  <a:lnTo>
                    <a:pt x="3377" y="2726"/>
                  </a:lnTo>
                  <a:cubicBezTo>
                    <a:pt x="3262" y="2749"/>
                    <a:pt x="3147" y="2764"/>
                    <a:pt x="3025" y="2772"/>
                  </a:cubicBezTo>
                  <a:cubicBezTo>
                    <a:pt x="2985" y="2773"/>
                    <a:pt x="2946" y="2774"/>
                    <a:pt x="2907" y="2774"/>
                  </a:cubicBezTo>
                  <a:cubicBezTo>
                    <a:pt x="2556" y="2774"/>
                    <a:pt x="2207" y="2713"/>
                    <a:pt x="1876" y="2596"/>
                  </a:cubicBezTo>
                  <a:lnTo>
                    <a:pt x="1876" y="2596"/>
                  </a:lnTo>
                  <a:lnTo>
                    <a:pt x="1915" y="2603"/>
                  </a:lnTo>
                  <a:cubicBezTo>
                    <a:pt x="1693" y="2527"/>
                    <a:pt x="1493" y="2419"/>
                    <a:pt x="1302" y="2289"/>
                  </a:cubicBezTo>
                  <a:cubicBezTo>
                    <a:pt x="1149" y="2174"/>
                    <a:pt x="1003" y="2044"/>
                    <a:pt x="881" y="1899"/>
                  </a:cubicBezTo>
                  <a:cubicBezTo>
                    <a:pt x="781" y="1769"/>
                    <a:pt x="690" y="1631"/>
                    <a:pt x="613" y="1485"/>
                  </a:cubicBezTo>
                  <a:cubicBezTo>
                    <a:pt x="536" y="1325"/>
                    <a:pt x="483" y="1149"/>
                    <a:pt x="452" y="980"/>
                  </a:cubicBezTo>
                  <a:cubicBezTo>
                    <a:pt x="429" y="858"/>
                    <a:pt x="422" y="735"/>
                    <a:pt x="414" y="613"/>
                  </a:cubicBezTo>
                  <a:lnTo>
                    <a:pt x="414" y="406"/>
                  </a:lnTo>
                  <a:cubicBezTo>
                    <a:pt x="414" y="337"/>
                    <a:pt x="429" y="260"/>
                    <a:pt x="429" y="184"/>
                  </a:cubicBezTo>
                  <a:cubicBezTo>
                    <a:pt x="422" y="146"/>
                    <a:pt x="414" y="115"/>
                    <a:pt x="399" y="84"/>
                  </a:cubicBezTo>
                  <a:cubicBezTo>
                    <a:pt x="368" y="46"/>
                    <a:pt x="322" y="15"/>
                    <a:pt x="276" y="0"/>
                  </a:cubicBezTo>
                  <a:close/>
                </a:path>
              </a:pathLst>
            </a:custGeom>
            <a:solidFill>
              <a:srgbClr val="191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2"/>
            <p:cNvSpPr/>
            <p:nvPr/>
          </p:nvSpPr>
          <p:spPr>
            <a:xfrm>
              <a:off x="8272478" y="2560381"/>
              <a:ext cx="47873" cy="118886"/>
            </a:xfrm>
            <a:custGeom>
              <a:avLst/>
              <a:gdLst/>
              <a:ahLst/>
              <a:cxnLst/>
              <a:rect l="l" t="t" r="r" b="b"/>
              <a:pathLst>
                <a:path w="805" h="1999" extrusionOk="0">
                  <a:moveTo>
                    <a:pt x="537" y="0"/>
                  </a:moveTo>
                  <a:cubicBezTo>
                    <a:pt x="529" y="0"/>
                    <a:pt x="521" y="0"/>
                    <a:pt x="514" y="8"/>
                  </a:cubicBezTo>
                  <a:cubicBezTo>
                    <a:pt x="483" y="23"/>
                    <a:pt x="468" y="62"/>
                    <a:pt x="483" y="92"/>
                  </a:cubicBezTo>
                  <a:cubicBezTo>
                    <a:pt x="498" y="115"/>
                    <a:pt x="506" y="146"/>
                    <a:pt x="521" y="169"/>
                  </a:cubicBezTo>
                  <a:cubicBezTo>
                    <a:pt x="544" y="238"/>
                    <a:pt x="560" y="314"/>
                    <a:pt x="567" y="391"/>
                  </a:cubicBezTo>
                  <a:cubicBezTo>
                    <a:pt x="575" y="506"/>
                    <a:pt x="575" y="628"/>
                    <a:pt x="552" y="751"/>
                  </a:cubicBezTo>
                  <a:cubicBezTo>
                    <a:pt x="529" y="881"/>
                    <a:pt x="491" y="1011"/>
                    <a:pt x="445" y="1134"/>
                  </a:cubicBezTo>
                  <a:cubicBezTo>
                    <a:pt x="368" y="1302"/>
                    <a:pt x="276" y="1455"/>
                    <a:pt x="161" y="1608"/>
                  </a:cubicBezTo>
                  <a:lnTo>
                    <a:pt x="54" y="1731"/>
                  </a:lnTo>
                  <a:cubicBezTo>
                    <a:pt x="24" y="1761"/>
                    <a:pt x="8" y="1800"/>
                    <a:pt x="1" y="1846"/>
                  </a:cubicBezTo>
                  <a:cubicBezTo>
                    <a:pt x="1" y="1884"/>
                    <a:pt x="16" y="1922"/>
                    <a:pt x="47" y="1953"/>
                  </a:cubicBezTo>
                  <a:cubicBezTo>
                    <a:pt x="77" y="1983"/>
                    <a:pt x="115" y="1999"/>
                    <a:pt x="154" y="1999"/>
                  </a:cubicBezTo>
                  <a:cubicBezTo>
                    <a:pt x="200" y="1999"/>
                    <a:pt x="238" y="1983"/>
                    <a:pt x="269" y="1953"/>
                  </a:cubicBezTo>
                  <a:cubicBezTo>
                    <a:pt x="330" y="1899"/>
                    <a:pt x="383" y="1838"/>
                    <a:pt x="437" y="1761"/>
                  </a:cubicBezTo>
                  <a:cubicBezTo>
                    <a:pt x="483" y="1700"/>
                    <a:pt x="529" y="1624"/>
                    <a:pt x="567" y="1555"/>
                  </a:cubicBezTo>
                  <a:cubicBezTo>
                    <a:pt x="605" y="1470"/>
                    <a:pt x="644" y="1386"/>
                    <a:pt x="674" y="1302"/>
                  </a:cubicBezTo>
                  <a:cubicBezTo>
                    <a:pt x="697" y="1210"/>
                    <a:pt x="720" y="1118"/>
                    <a:pt x="736" y="1026"/>
                  </a:cubicBezTo>
                  <a:cubicBezTo>
                    <a:pt x="805" y="690"/>
                    <a:pt x="751" y="337"/>
                    <a:pt x="598" y="31"/>
                  </a:cubicBezTo>
                  <a:cubicBezTo>
                    <a:pt x="583" y="8"/>
                    <a:pt x="560" y="0"/>
                    <a:pt x="537" y="0"/>
                  </a:cubicBezTo>
                  <a:close/>
                </a:path>
              </a:pathLst>
            </a:custGeom>
            <a:solidFill>
              <a:srgbClr val="191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8386784" y="2452022"/>
              <a:ext cx="17782" cy="53644"/>
            </a:xfrm>
            <a:custGeom>
              <a:avLst/>
              <a:gdLst/>
              <a:ahLst/>
              <a:cxnLst/>
              <a:rect l="l" t="t" r="r" b="b"/>
              <a:pathLst>
                <a:path w="299" h="902" extrusionOk="0">
                  <a:moveTo>
                    <a:pt x="192" y="0"/>
                  </a:moveTo>
                  <a:cubicBezTo>
                    <a:pt x="153" y="8"/>
                    <a:pt x="138" y="46"/>
                    <a:pt x="146" y="77"/>
                  </a:cubicBezTo>
                  <a:cubicBezTo>
                    <a:pt x="146" y="107"/>
                    <a:pt x="153" y="138"/>
                    <a:pt x="153" y="169"/>
                  </a:cubicBezTo>
                  <a:cubicBezTo>
                    <a:pt x="161" y="222"/>
                    <a:pt x="169" y="276"/>
                    <a:pt x="169" y="330"/>
                  </a:cubicBezTo>
                  <a:cubicBezTo>
                    <a:pt x="161" y="375"/>
                    <a:pt x="161" y="421"/>
                    <a:pt x="153" y="467"/>
                  </a:cubicBezTo>
                  <a:cubicBezTo>
                    <a:pt x="146" y="529"/>
                    <a:pt x="130" y="590"/>
                    <a:pt x="108" y="651"/>
                  </a:cubicBezTo>
                  <a:cubicBezTo>
                    <a:pt x="85" y="697"/>
                    <a:pt x="54" y="743"/>
                    <a:pt x="23" y="781"/>
                  </a:cubicBezTo>
                  <a:cubicBezTo>
                    <a:pt x="0" y="820"/>
                    <a:pt x="16" y="865"/>
                    <a:pt x="54" y="888"/>
                  </a:cubicBezTo>
                  <a:cubicBezTo>
                    <a:pt x="68" y="897"/>
                    <a:pt x="84" y="901"/>
                    <a:pt x="99" y="901"/>
                  </a:cubicBezTo>
                  <a:cubicBezTo>
                    <a:pt x="123" y="901"/>
                    <a:pt x="147" y="889"/>
                    <a:pt x="161" y="865"/>
                  </a:cubicBezTo>
                  <a:cubicBezTo>
                    <a:pt x="238" y="751"/>
                    <a:pt x="284" y="620"/>
                    <a:pt x="291" y="483"/>
                  </a:cubicBezTo>
                  <a:cubicBezTo>
                    <a:pt x="299" y="414"/>
                    <a:pt x="299" y="345"/>
                    <a:pt x="291" y="268"/>
                  </a:cubicBezTo>
                  <a:cubicBezTo>
                    <a:pt x="291" y="199"/>
                    <a:pt x="276" y="123"/>
                    <a:pt x="261" y="46"/>
                  </a:cubicBezTo>
                  <a:cubicBezTo>
                    <a:pt x="253" y="16"/>
                    <a:pt x="230" y="0"/>
                    <a:pt x="199" y="0"/>
                  </a:cubicBezTo>
                  <a:close/>
                </a:path>
              </a:pathLst>
            </a:custGeom>
            <a:solidFill>
              <a:srgbClr val="191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8072592" y="2404325"/>
              <a:ext cx="138922" cy="82310"/>
            </a:xfrm>
            <a:custGeom>
              <a:avLst/>
              <a:gdLst/>
              <a:ahLst/>
              <a:cxnLst/>
              <a:rect l="l" t="t" r="r" b="b"/>
              <a:pathLst>
                <a:path w="2336" h="1384" extrusionOk="0">
                  <a:moveTo>
                    <a:pt x="43" y="0"/>
                  </a:moveTo>
                  <a:cubicBezTo>
                    <a:pt x="39" y="0"/>
                    <a:pt x="35" y="2"/>
                    <a:pt x="31" y="6"/>
                  </a:cubicBezTo>
                  <a:lnTo>
                    <a:pt x="39" y="14"/>
                  </a:lnTo>
                  <a:cubicBezTo>
                    <a:pt x="16" y="21"/>
                    <a:pt x="1" y="52"/>
                    <a:pt x="16" y="75"/>
                  </a:cubicBezTo>
                  <a:cubicBezTo>
                    <a:pt x="100" y="282"/>
                    <a:pt x="207" y="473"/>
                    <a:pt x="345" y="649"/>
                  </a:cubicBezTo>
                  <a:cubicBezTo>
                    <a:pt x="491" y="825"/>
                    <a:pt x="659" y="971"/>
                    <a:pt x="850" y="1093"/>
                  </a:cubicBezTo>
                  <a:cubicBezTo>
                    <a:pt x="935" y="1147"/>
                    <a:pt x="1027" y="1193"/>
                    <a:pt x="1126" y="1239"/>
                  </a:cubicBezTo>
                  <a:cubicBezTo>
                    <a:pt x="1226" y="1285"/>
                    <a:pt x="1333" y="1315"/>
                    <a:pt x="1440" y="1338"/>
                  </a:cubicBezTo>
                  <a:cubicBezTo>
                    <a:pt x="1572" y="1368"/>
                    <a:pt x="1709" y="1384"/>
                    <a:pt x="1846" y="1384"/>
                  </a:cubicBezTo>
                  <a:cubicBezTo>
                    <a:pt x="1954" y="1384"/>
                    <a:pt x="2062" y="1374"/>
                    <a:pt x="2167" y="1354"/>
                  </a:cubicBezTo>
                  <a:cubicBezTo>
                    <a:pt x="2274" y="1331"/>
                    <a:pt x="2336" y="1231"/>
                    <a:pt x="2320" y="1132"/>
                  </a:cubicBezTo>
                  <a:cubicBezTo>
                    <a:pt x="2313" y="1086"/>
                    <a:pt x="2282" y="1040"/>
                    <a:pt x="2236" y="1009"/>
                  </a:cubicBezTo>
                  <a:cubicBezTo>
                    <a:pt x="2211" y="989"/>
                    <a:pt x="2178" y="978"/>
                    <a:pt x="2146" y="978"/>
                  </a:cubicBezTo>
                  <a:cubicBezTo>
                    <a:pt x="2130" y="978"/>
                    <a:pt x="2114" y="981"/>
                    <a:pt x="2098" y="986"/>
                  </a:cubicBezTo>
                  <a:cubicBezTo>
                    <a:pt x="1961" y="1024"/>
                    <a:pt x="1815" y="1055"/>
                    <a:pt x="1670" y="1070"/>
                  </a:cubicBezTo>
                  <a:cubicBezTo>
                    <a:pt x="1644" y="1072"/>
                    <a:pt x="1618" y="1072"/>
                    <a:pt x="1592" y="1072"/>
                  </a:cubicBezTo>
                  <a:cubicBezTo>
                    <a:pt x="1473" y="1072"/>
                    <a:pt x="1353" y="1059"/>
                    <a:pt x="1233" y="1040"/>
                  </a:cubicBezTo>
                  <a:cubicBezTo>
                    <a:pt x="1126" y="1009"/>
                    <a:pt x="1027" y="978"/>
                    <a:pt x="927" y="925"/>
                  </a:cubicBezTo>
                  <a:cubicBezTo>
                    <a:pt x="804" y="864"/>
                    <a:pt x="690" y="787"/>
                    <a:pt x="590" y="703"/>
                  </a:cubicBezTo>
                  <a:cubicBezTo>
                    <a:pt x="460" y="596"/>
                    <a:pt x="353" y="465"/>
                    <a:pt x="253" y="328"/>
                  </a:cubicBezTo>
                  <a:cubicBezTo>
                    <a:pt x="192" y="236"/>
                    <a:pt x="138" y="136"/>
                    <a:pt x="92" y="29"/>
                  </a:cubicBezTo>
                  <a:cubicBezTo>
                    <a:pt x="85" y="14"/>
                    <a:pt x="70" y="6"/>
                    <a:pt x="54" y="6"/>
                  </a:cubicBezTo>
                  <a:cubicBezTo>
                    <a:pt x="50" y="2"/>
                    <a:pt x="47" y="0"/>
                    <a:pt x="43" y="0"/>
                  </a:cubicBezTo>
                  <a:close/>
                </a:path>
              </a:pathLst>
            </a:custGeom>
            <a:solidFill>
              <a:srgbClr val="191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6671547" y="2945583"/>
              <a:ext cx="310136" cy="368432"/>
            </a:xfrm>
            <a:custGeom>
              <a:avLst/>
              <a:gdLst/>
              <a:ahLst/>
              <a:cxnLst/>
              <a:rect l="l" t="t" r="r" b="b"/>
              <a:pathLst>
                <a:path w="5215" h="6195" extrusionOk="0">
                  <a:moveTo>
                    <a:pt x="4426" y="1"/>
                  </a:moveTo>
                  <a:cubicBezTo>
                    <a:pt x="4342" y="192"/>
                    <a:pt x="4257" y="391"/>
                    <a:pt x="4181" y="598"/>
                  </a:cubicBezTo>
                  <a:cubicBezTo>
                    <a:pt x="4112" y="797"/>
                    <a:pt x="4058" y="996"/>
                    <a:pt x="4020" y="1210"/>
                  </a:cubicBezTo>
                  <a:lnTo>
                    <a:pt x="3308" y="1394"/>
                  </a:lnTo>
                  <a:lnTo>
                    <a:pt x="1" y="2251"/>
                  </a:lnTo>
                  <a:cubicBezTo>
                    <a:pt x="161" y="2986"/>
                    <a:pt x="468" y="3675"/>
                    <a:pt x="889" y="4296"/>
                  </a:cubicBezTo>
                  <a:cubicBezTo>
                    <a:pt x="1340" y="4962"/>
                    <a:pt x="1853" y="5589"/>
                    <a:pt x="2420" y="6164"/>
                  </a:cubicBezTo>
                  <a:cubicBezTo>
                    <a:pt x="2443" y="6187"/>
                    <a:pt x="2474" y="6194"/>
                    <a:pt x="2504" y="6194"/>
                  </a:cubicBezTo>
                  <a:cubicBezTo>
                    <a:pt x="2543" y="6194"/>
                    <a:pt x="2573" y="6187"/>
                    <a:pt x="2596" y="6164"/>
                  </a:cubicBezTo>
                  <a:cubicBezTo>
                    <a:pt x="2642" y="6118"/>
                    <a:pt x="2642" y="6034"/>
                    <a:pt x="2596" y="5988"/>
                  </a:cubicBezTo>
                  <a:lnTo>
                    <a:pt x="2420" y="5804"/>
                  </a:lnTo>
                  <a:cubicBezTo>
                    <a:pt x="2466" y="5804"/>
                    <a:pt x="2512" y="5812"/>
                    <a:pt x="2558" y="5812"/>
                  </a:cubicBezTo>
                  <a:lnTo>
                    <a:pt x="2619" y="5812"/>
                  </a:lnTo>
                  <a:cubicBezTo>
                    <a:pt x="2696" y="5812"/>
                    <a:pt x="2772" y="5812"/>
                    <a:pt x="2849" y="5804"/>
                  </a:cubicBezTo>
                  <a:cubicBezTo>
                    <a:pt x="3033" y="5796"/>
                    <a:pt x="3209" y="5773"/>
                    <a:pt x="3392" y="5743"/>
                  </a:cubicBezTo>
                  <a:cubicBezTo>
                    <a:pt x="3729" y="5681"/>
                    <a:pt x="4051" y="5567"/>
                    <a:pt x="4349" y="5390"/>
                  </a:cubicBezTo>
                  <a:cubicBezTo>
                    <a:pt x="4633" y="5222"/>
                    <a:pt x="4862" y="4977"/>
                    <a:pt x="5015" y="4678"/>
                  </a:cubicBezTo>
                  <a:cubicBezTo>
                    <a:pt x="5100" y="4518"/>
                    <a:pt x="5153" y="4349"/>
                    <a:pt x="5176" y="4165"/>
                  </a:cubicBezTo>
                  <a:cubicBezTo>
                    <a:pt x="5199" y="4028"/>
                    <a:pt x="5214" y="3890"/>
                    <a:pt x="5214" y="3744"/>
                  </a:cubicBezTo>
                  <a:cubicBezTo>
                    <a:pt x="5214" y="3469"/>
                    <a:pt x="5199" y="3193"/>
                    <a:pt x="5169" y="2925"/>
                  </a:cubicBezTo>
                  <a:cubicBezTo>
                    <a:pt x="5138" y="2604"/>
                    <a:pt x="5092" y="2274"/>
                    <a:pt x="5023" y="1938"/>
                  </a:cubicBezTo>
                  <a:cubicBezTo>
                    <a:pt x="4901" y="1271"/>
                    <a:pt x="4702" y="621"/>
                    <a:pt x="4426" y="1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6910625" y="2870469"/>
              <a:ext cx="180313" cy="146659"/>
            </a:xfrm>
            <a:custGeom>
              <a:avLst/>
              <a:gdLst/>
              <a:ahLst/>
              <a:cxnLst/>
              <a:rect l="l" t="t" r="r" b="b"/>
              <a:pathLst>
                <a:path w="3032" h="2466" extrusionOk="0">
                  <a:moveTo>
                    <a:pt x="1631" y="0"/>
                  </a:moveTo>
                  <a:cubicBezTo>
                    <a:pt x="1516" y="0"/>
                    <a:pt x="1409" y="31"/>
                    <a:pt x="1317" y="84"/>
                  </a:cubicBezTo>
                  <a:lnTo>
                    <a:pt x="1309" y="84"/>
                  </a:lnTo>
                  <a:cubicBezTo>
                    <a:pt x="1202" y="153"/>
                    <a:pt x="1095" y="230"/>
                    <a:pt x="1011" y="329"/>
                  </a:cubicBezTo>
                  <a:cubicBezTo>
                    <a:pt x="911" y="437"/>
                    <a:pt x="819" y="552"/>
                    <a:pt x="735" y="682"/>
                  </a:cubicBezTo>
                  <a:cubicBezTo>
                    <a:pt x="651" y="812"/>
                    <a:pt x="574" y="942"/>
                    <a:pt x="498" y="1080"/>
                  </a:cubicBezTo>
                  <a:cubicBezTo>
                    <a:pt x="368" y="1332"/>
                    <a:pt x="260" y="1593"/>
                    <a:pt x="161" y="1861"/>
                  </a:cubicBezTo>
                  <a:cubicBezTo>
                    <a:pt x="92" y="2060"/>
                    <a:pt x="38" y="2259"/>
                    <a:pt x="0" y="2466"/>
                  </a:cubicBezTo>
                  <a:lnTo>
                    <a:pt x="3032" y="1677"/>
                  </a:lnTo>
                  <a:lnTo>
                    <a:pt x="3032" y="1677"/>
                  </a:lnTo>
                  <a:lnTo>
                    <a:pt x="2167" y="1899"/>
                  </a:lnTo>
                  <a:cubicBezTo>
                    <a:pt x="2213" y="1677"/>
                    <a:pt x="2243" y="1447"/>
                    <a:pt x="2266" y="1218"/>
                  </a:cubicBezTo>
                  <a:cubicBezTo>
                    <a:pt x="2282" y="1080"/>
                    <a:pt x="2282" y="934"/>
                    <a:pt x="2274" y="789"/>
                  </a:cubicBezTo>
                  <a:cubicBezTo>
                    <a:pt x="2266" y="659"/>
                    <a:pt x="2236" y="536"/>
                    <a:pt x="2197" y="414"/>
                  </a:cubicBezTo>
                  <a:cubicBezTo>
                    <a:pt x="2159" y="299"/>
                    <a:pt x="2090" y="199"/>
                    <a:pt x="1998" y="123"/>
                  </a:cubicBezTo>
                  <a:cubicBezTo>
                    <a:pt x="1899" y="46"/>
                    <a:pt x="1784" y="0"/>
                    <a:pt x="1662" y="0"/>
                  </a:cubicBezTo>
                  <a:close/>
                </a:path>
              </a:pathLst>
            </a:custGeom>
            <a:solidFill>
              <a:srgbClr val="F1F3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6903786" y="2869993"/>
              <a:ext cx="142550" cy="365221"/>
            </a:xfrm>
            <a:custGeom>
              <a:avLst/>
              <a:gdLst/>
              <a:ahLst/>
              <a:cxnLst/>
              <a:rect l="l" t="t" r="r" b="b"/>
              <a:pathLst>
                <a:path w="2397" h="6141" extrusionOk="0">
                  <a:moveTo>
                    <a:pt x="1746" y="1"/>
                  </a:moveTo>
                  <a:cubicBezTo>
                    <a:pt x="1639" y="1"/>
                    <a:pt x="1532" y="31"/>
                    <a:pt x="1432" y="85"/>
                  </a:cubicBezTo>
                  <a:lnTo>
                    <a:pt x="1424" y="92"/>
                  </a:lnTo>
                  <a:cubicBezTo>
                    <a:pt x="1317" y="161"/>
                    <a:pt x="1210" y="238"/>
                    <a:pt x="1126" y="337"/>
                  </a:cubicBezTo>
                  <a:cubicBezTo>
                    <a:pt x="1026" y="445"/>
                    <a:pt x="934" y="560"/>
                    <a:pt x="850" y="690"/>
                  </a:cubicBezTo>
                  <a:cubicBezTo>
                    <a:pt x="766" y="820"/>
                    <a:pt x="689" y="950"/>
                    <a:pt x="613" y="1088"/>
                  </a:cubicBezTo>
                  <a:cubicBezTo>
                    <a:pt x="483" y="1340"/>
                    <a:pt x="375" y="1601"/>
                    <a:pt x="276" y="1869"/>
                  </a:cubicBezTo>
                  <a:cubicBezTo>
                    <a:pt x="207" y="2068"/>
                    <a:pt x="153" y="2267"/>
                    <a:pt x="115" y="2481"/>
                  </a:cubicBezTo>
                  <a:cubicBezTo>
                    <a:pt x="92" y="2588"/>
                    <a:pt x="69" y="2711"/>
                    <a:pt x="54" y="2841"/>
                  </a:cubicBezTo>
                  <a:cubicBezTo>
                    <a:pt x="0" y="3385"/>
                    <a:pt x="39" y="3936"/>
                    <a:pt x="153" y="4464"/>
                  </a:cubicBezTo>
                  <a:cubicBezTo>
                    <a:pt x="268" y="5008"/>
                    <a:pt x="452" y="5528"/>
                    <a:pt x="712" y="6026"/>
                  </a:cubicBezTo>
                  <a:cubicBezTo>
                    <a:pt x="735" y="6064"/>
                    <a:pt x="774" y="6087"/>
                    <a:pt x="820" y="6087"/>
                  </a:cubicBezTo>
                  <a:cubicBezTo>
                    <a:pt x="842" y="6087"/>
                    <a:pt x="865" y="6080"/>
                    <a:pt x="881" y="6064"/>
                  </a:cubicBezTo>
                  <a:cubicBezTo>
                    <a:pt x="904" y="6057"/>
                    <a:pt x="927" y="6034"/>
                    <a:pt x="934" y="6003"/>
                  </a:cubicBezTo>
                  <a:cubicBezTo>
                    <a:pt x="1065" y="6087"/>
                    <a:pt x="1218" y="6141"/>
                    <a:pt x="1371" y="6141"/>
                  </a:cubicBezTo>
                  <a:cubicBezTo>
                    <a:pt x="1432" y="6141"/>
                    <a:pt x="1493" y="6133"/>
                    <a:pt x="1547" y="6118"/>
                  </a:cubicBezTo>
                  <a:cubicBezTo>
                    <a:pt x="1692" y="6072"/>
                    <a:pt x="1822" y="5972"/>
                    <a:pt x="1899" y="5835"/>
                  </a:cubicBezTo>
                  <a:cubicBezTo>
                    <a:pt x="1945" y="5750"/>
                    <a:pt x="1983" y="5658"/>
                    <a:pt x="2014" y="5567"/>
                  </a:cubicBezTo>
                  <a:cubicBezTo>
                    <a:pt x="2037" y="5475"/>
                    <a:pt x="2060" y="5383"/>
                    <a:pt x="2075" y="5283"/>
                  </a:cubicBezTo>
                  <a:cubicBezTo>
                    <a:pt x="2113" y="4893"/>
                    <a:pt x="2121" y="4495"/>
                    <a:pt x="2090" y="4104"/>
                  </a:cubicBezTo>
                  <a:lnTo>
                    <a:pt x="2090" y="4035"/>
                  </a:lnTo>
                  <a:lnTo>
                    <a:pt x="2090" y="3944"/>
                  </a:lnTo>
                  <a:cubicBezTo>
                    <a:pt x="2060" y="3561"/>
                    <a:pt x="2067" y="3170"/>
                    <a:pt x="2106" y="2795"/>
                  </a:cubicBezTo>
                  <a:cubicBezTo>
                    <a:pt x="2121" y="2696"/>
                    <a:pt x="2136" y="2604"/>
                    <a:pt x="2159" y="2512"/>
                  </a:cubicBezTo>
                  <a:lnTo>
                    <a:pt x="2175" y="2428"/>
                  </a:lnTo>
                  <a:lnTo>
                    <a:pt x="2244" y="2137"/>
                  </a:lnTo>
                  <a:cubicBezTo>
                    <a:pt x="2259" y="2068"/>
                    <a:pt x="2274" y="1984"/>
                    <a:pt x="2289" y="1907"/>
                  </a:cubicBezTo>
                  <a:cubicBezTo>
                    <a:pt x="2335" y="1677"/>
                    <a:pt x="2366" y="1448"/>
                    <a:pt x="2381" y="1226"/>
                  </a:cubicBezTo>
                  <a:cubicBezTo>
                    <a:pt x="2397" y="1080"/>
                    <a:pt x="2397" y="935"/>
                    <a:pt x="2389" y="789"/>
                  </a:cubicBezTo>
                  <a:cubicBezTo>
                    <a:pt x="2381" y="667"/>
                    <a:pt x="2358" y="537"/>
                    <a:pt x="2312" y="414"/>
                  </a:cubicBezTo>
                  <a:cubicBezTo>
                    <a:pt x="2274" y="307"/>
                    <a:pt x="2205" y="207"/>
                    <a:pt x="2121" y="131"/>
                  </a:cubicBezTo>
                  <a:cubicBezTo>
                    <a:pt x="2022" y="47"/>
                    <a:pt x="1899" y="8"/>
                    <a:pt x="1777" y="1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6779489" y="3175502"/>
              <a:ext cx="1901434" cy="1910614"/>
            </a:xfrm>
            <a:custGeom>
              <a:avLst/>
              <a:gdLst/>
              <a:ahLst/>
              <a:cxnLst/>
              <a:rect l="l" t="t" r="r" b="b"/>
              <a:pathLst>
                <a:path w="31973" h="32126" extrusionOk="0">
                  <a:moveTo>
                    <a:pt x="4180" y="1"/>
                  </a:moveTo>
                  <a:cubicBezTo>
                    <a:pt x="4066" y="24"/>
                    <a:pt x="3951" y="54"/>
                    <a:pt x="3836" y="77"/>
                  </a:cubicBezTo>
                  <a:lnTo>
                    <a:pt x="3828" y="77"/>
                  </a:lnTo>
                  <a:cubicBezTo>
                    <a:pt x="3017" y="284"/>
                    <a:pt x="2228" y="590"/>
                    <a:pt x="1493" y="996"/>
                  </a:cubicBezTo>
                  <a:cubicBezTo>
                    <a:pt x="957" y="1295"/>
                    <a:pt x="460" y="1647"/>
                    <a:pt x="0" y="2053"/>
                  </a:cubicBezTo>
                  <a:cubicBezTo>
                    <a:pt x="306" y="2857"/>
                    <a:pt x="590" y="3691"/>
                    <a:pt x="865" y="4495"/>
                  </a:cubicBezTo>
                  <a:cubicBezTo>
                    <a:pt x="1240" y="5575"/>
                    <a:pt x="1623" y="6685"/>
                    <a:pt x="2060" y="7764"/>
                  </a:cubicBezTo>
                  <a:cubicBezTo>
                    <a:pt x="2197" y="8116"/>
                    <a:pt x="2351" y="8461"/>
                    <a:pt x="2496" y="8805"/>
                  </a:cubicBezTo>
                  <a:lnTo>
                    <a:pt x="2634" y="9119"/>
                  </a:lnTo>
                  <a:cubicBezTo>
                    <a:pt x="2818" y="9548"/>
                    <a:pt x="3017" y="10015"/>
                    <a:pt x="3231" y="10474"/>
                  </a:cubicBezTo>
                  <a:cubicBezTo>
                    <a:pt x="3453" y="10934"/>
                    <a:pt x="3683" y="11370"/>
                    <a:pt x="3928" y="11784"/>
                  </a:cubicBezTo>
                  <a:cubicBezTo>
                    <a:pt x="4165" y="12189"/>
                    <a:pt x="4441" y="12588"/>
                    <a:pt x="4670" y="12932"/>
                  </a:cubicBezTo>
                  <a:lnTo>
                    <a:pt x="4969" y="13368"/>
                  </a:lnTo>
                  <a:cubicBezTo>
                    <a:pt x="5229" y="13736"/>
                    <a:pt x="5490" y="14119"/>
                    <a:pt x="5735" y="14502"/>
                  </a:cubicBezTo>
                  <a:cubicBezTo>
                    <a:pt x="6087" y="15030"/>
                    <a:pt x="6393" y="15589"/>
                    <a:pt x="6646" y="16171"/>
                  </a:cubicBezTo>
                  <a:lnTo>
                    <a:pt x="6638" y="16140"/>
                  </a:lnTo>
                  <a:lnTo>
                    <a:pt x="6638" y="16140"/>
                  </a:lnTo>
                  <a:cubicBezTo>
                    <a:pt x="6868" y="16706"/>
                    <a:pt x="7059" y="17288"/>
                    <a:pt x="7212" y="17886"/>
                  </a:cubicBezTo>
                  <a:cubicBezTo>
                    <a:pt x="7358" y="18483"/>
                    <a:pt x="7473" y="19088"/>
                    <a:pt x="7557" y="19692"/>
                  </a:cubicBezTo>
                  <a:cubicBezTo>
                    <a:pt x="7718" y="20917"/>
                    <a:pt x="7779" y="22165"/>
                    <a:pt x="7832" y="23367"/>
                  </a:cubicBezTo>
                  <a:cubicBezTo>
                    <a:pt x="7863" y="24033"/>
                    <a:pt x="7894" y="24707"/>
                    <a:pt x="7940" y="25381"/>
                  </a:cubicBezTo>
                  <a:cubicBezTo>
                    <a:pt x="7978" y="25886"/>
                    <a:pt x="8024" y="26346"/>
                    <a:pt x="8077" y="26797"/>
                  </a:cubicBezTo>
                  <a:cubicBezTo>
                    <a:pt x="8108" y="27019"/>
                    <a:pt x="8139" y="27234"/>
                    <a:pt x="8169" y="27448"/>
                  </a:cubicBezTo>
                  <a:cubicBezTo>
                    <a:pt x="8208" y="27701"/>
                    <a:pt x="8246" y="27892"/>
                    <a:pt x="8284" y="28068"/>
                  </a:cubicBezTo>
                  <a:cubicBezTo>
                    <a:pt x="8430" y="28696"/>
                    <a:pt x="8698" y="29285"/>
                    <a:pt x="9088" y="29806"/>
                  </a:cubicBezTo>
                  <a:cubicBezTo>
                    <a:pt x="9264" y="30036"/>
                    <a:pt x="9471" y="30242"/>
                    <a:pt x="9693" y="30426"/>
                  </a:cubicBezTo>
                  <a:cubicBezTo>
                    <a:pt x="9907" y="30610"/>
                    <a:pt x="10145" y="30771"/>
                    <a:pt x="10397" y="30909"/>
                  </a:cubicBezTo>
                  <a:cubicBezTo>
                    <a:pt x="10918" y="31192"/>
                    <a:pt x="11477" y="31399"/>
                    <a:pt x="12059" y="31521"/>
                  </a:cubicBezTo>
                  <a:cubicBezTo>
                    <a:pt x="12679" y="31667"/>
                    <a:pt x="13299" y="31758"/>
                    <a:pt x="13927" y="31812"/>
                  </a:cubicBezTo>
                  <a:cubicBezTo>
                    <a:pt x="14570" y="31866"/>
                    <a:pt x="15228" y="31896"/>
                    <a:pt x="15864" y="31919"/>
                  </a:cubicBezTo>
                  <a:cubicBezTo>
                    <a:pt x="17908" y="32003"/>
                    <a:pt x="19914" y="32088"/>
                    <a:pt x="21927" y="32111"/>
                  </a:cubicBezTo>
                  <a:cubicBezTo>
                    <a:pt x="22371" y="32118"/>
                    <a:pt x="22808" y="32126"/>
                    <a:pt x="23252" y="32126"/>
                  </a:cubicBezTo>
                  <a:cubicBezTo>
                    <a:pt x="23864" y="32126"/>
                    <a:pt x="24469" y="32118"/>
                    <a:pt x="25051" y="32103"/>
                  </a:cubicBezTo>
                  <a:cubicBezTo>
                    <a:pt x="25541" y="32095"/>
                    <a:pt x="26054" y="32080"/>
                    <a:pt x="26605" y="32057"/>
                  </a:cubicBezTo>
                  <a:cubicBezTo>
                    <a:pt x="27103" y="32034"/>
                    <a:pt x="27593" y="32011"/>
                    <a:pt x="28136" y="31973"/>
                  </a:cubicBezTo>
                  <a:cubicBezTo>
                    <a:pt x="28343" y="31965"/>
                    <a:pt x="28558" y="31957"/>
                    <a:pt x="28764" y="31942"/>
                  </a:cubicBezTo>
                  <a:cubicBezTo>
                    <a:pt x="29170" y="31927"/>
                    <a:pt x="29591" y="31904"/>
                    <a:pt x="30005" y="31866"/>
                  </a:cubicBezTo>
                  <a:cubicBezTo>
                    <a:pt x="30318" y="31835"/>
                    <a:pt x="30625" y="31797"/>
                    <a:pt x="30916" y="31743"/>
                  </a:cubicBezTo>
                  <a:cubicBezTo>
                    <a:pt x="31061" y="31712"/>
                    <a:pt x="31214" y="31674"/>
                    <a:pt x="31390" y="31628"/>
                  </a:cubicBezTo>
                  <a:cubicBezTo>
                    <a:pt x="31459" y="31613"/>
                    <a:pt x="31528" y="31590"/>
                    <a:pt x="31597" y="31575"/>
                  </a:cubicBezTo>
                  <a:lnTo>
                    <a:pt x="31628" y="31559"/>
                  </a:lnTo>
                  <a:lnTo>
                    <a:pt x="31750" y="31521"/>
                  </a:lnTo>
                  <a:cubicBezTo>
                    <a:pt x="31773" y="31552"/>
                    <a:pt x="31811" y="31567"/>
                    <a:pt x="31850" y="31567"/>
                  </a:cubicBezTo>
                  <a:lnTo>
                    <a:pt x="31880" y="31567"/>
                  </a:lnTo>
                  <a:cubicBezTo>
                    <a:pt x="31911" y="31559"/>
                    <a:pt x="31942" y="31536"/>
                    <a:pt x="31957" y="31506"/>
                  </a:cubicBezTo>
                  <a:cubicBezTo>
                    <a:pt x="31972" y="31475"/>
                    <a:pt x="31972" y="31444"/>
                    <a:pt x="31965" y="31414"/>
                  </a:cubicBezTo>
                  <a:cubicBezTo>
                    <a:pt x="31352" y="29523"/>
                    <a:pt x="30839" y="27578"/>
                    <a:pt x="30387" y="25764"/>
                  </a:cubicBezTo>
                  <a:cubicBezTo>
                    <a:pt x="30265" y="25289"/>
                    <a:pt x="30150" y="24814"/>
                    <a:pt x="30035" y="24340"/>
                  </a:cubicBezTo>
                  <a:lnTo>
                    <a:pt x="29982" y="24141"/>
                  </a:lnTo>
                  <a:cubicBezTo>
                    <a:pt x="29890" y="23742"/>
                    <a:pt x="29783" y="23344"/>
                    <a:pt x="29691" y="22946"/>
                  </a:cubicBezTo>
                  <a:cubicBezTo>
                    <a:pt x="29530" y="22250"/>
                    <a:pt x="29377" y="21537"/>
                    <a:pt x="29231" y="20856"/>
                  </a:cubicBezTo>
                  <a:lnTo>
                    <a:pt x="29093" y="20182"/>
                  </a:lnTo>
                  <a:cubicBezTo>
                    <a:pt x="28902" y="19310"/>
                    <a:pt x="28695" y="18376"/>
                    <a:pt x="28443" y="17434"/>
                  </a:cubicBezTo>
                  <a:cubicBezTo>
                    <a:pt x="28320" y="16974"/>
                    <a:pt x="28182" y="16523"/>
                    <a:pt x="28037" y="16086"/>
                  </a:cubicBezTo>
                  <a:cubicBezTo>
                    <a:pt x="27899" y="15665"/>
                    <a:pt x="27746" y="15244"/>
                    <a:pt x="27562" y="14792"/>
                  </a:cubicBezTo>
                  <a:cubicBezTo>
                    <a:pt x="27072" y="13590"/>
                    <a:pt x="26483" y="12411"/>
                    <a:pt x="25901" y="11278"/>
                  </a:cubicBezTo>
                  <a:cubicBezTo>
                    <a:pt x="25671" y="10819"/>
                    <a:pt x="25426" y="10344"/>
                    <a:pt x="25204" y="9870"/>
                  </a:cubicBezTo>
                  <a:cubicBezTo>
                    <a:pt x="24890" y="9242"/>
                    <a:pt x="24630" y="8668"/>
                    <a:pt x="24400" y="8132"/>
                  </a:cubicBezTo>
                  <a:cubicBezTo>
                    <a:pt x="24186" y="7611"/>
                    <a:pt x="23979" y="7067"/>
                    <a:pt x="23795" y="6509"/>
                  </a:cubicBezTo>
                  <a:cubicBezTo>
                    <a:pt x="23627" y="6019"/>
                    <a:pt x="23459" y="5467"/>
                    <a:pt x="23282" y="4840"/>
                  </a:cubicBezTo>
                  <a:cubicBezTo>
                    <a:pt x="23015" y="3875"/>
                    <a:pt x="22785" y="2880"/>
                    <a:pt x="22555" y="1923"/>
                  </a:cubicBezTo>
                  <a:lnTo>
                    <a:pt x="22433" y="1425"/>
                  </a:lnTo>
                  <a:cubicBezTo>
                    <a:pt x="22417" y="1371"/>
                    <a:pt x="22371" y="1333"/>
                    <a:pt x="22318" y="1333"/>
                  </a:cubicBezTo>
                  <a:cubicBezTo>
                    <a:pt x="22295" y="1302"/>
                    <a:pt x="22264" y="1279"/>
                    <a:pt x="22234" y="1264"/>
                  </a:cubicBezTo>
                  <a:lnTo>
                    <a:pt x="22203" y="1264"/>
                  </a:lnTo>
                  <a:cubicBezTo>
                    <a:pt x="22142" y="1264"/>
                    <a:pt x="22096" y="1302"/>
                    <a:pt x="22080" y="1356"/>
                  </a:cubicBezTo>
                  <a:cubicBezTo>
                    <a:pt x="22042" y="1486"/>
                    <a:pt x="21996" y="1616"/>
                    <a:pt x="21943" y="1739"/>
                  </a:cubicBezTo>
                  <a:cubicBezTo>
                    <a:pt x="21797" y="2060"/>
                    <a:pt x="21621" y="2367"/>
                    <a:pt x="21399" y="2642"/>
                  </a:cubicBezTo>
                  <a:cubicBezTo>
                    <a:pt x="21269" y="2811"/>
                    <a:pt x="21131" y="2971"/>
                    <a:pt x="20986" y="3117"/>
                  </a:cubicBezTo>
                  <a:cubicBezTo>
                    <a:pt x="20626" y="3484"/>
                    <a:pt x="20197" y="3768"/>
                    <a:pt x="19730" y="3967"/>
                  </a:cubicBezTo>
                  <a:lnTo>
                    <a:pt x="19707" y="3974"/>
                  </a:lnTo>
                  <a:cubicBezTo>
                    <a:pt x="19401" y="4105"/>
                    <a:pt x="19087" y="4189"/>
                    <a:pt x="18758" y="4235"/>
                  </a:cubicBezTo>
                  <a:lnTo>
                    <a:pt x="18735" y="4242"/>
                  </a:lnTo>
                  <a:cubicBezTo>
                    <a:pt x="18582" y="4258"/>
                    <a:pt x="18428" y="4265"/>
                    <a:pt x="18268" y="4265"/>
                  </a:cubicBezTo>
                  <a:cubicBezTo>
                    <a:pt x="18240" y="4267"/>
                    <a:pt x="18212" y="4267"/>
                    <a:pt x="18184" y="4267"/>
                  </a:cubicBezTo>
                  <a:cubicBezTo>
                    <a:pt x="18061" y="4267"/>
                    <a:pt x="17941" y="4255"/>
                    <a:pt x="17816" y="4242"/>
                  </a:cubicBezTo>
                  <a:cubicBezTo>
                    <a:pt x="17548" y="4204"/>
                    <a:pt x="17280" y="4128"/>
                    <a:pt x="17027" y="4020"/>
                  </a:cubicBezTo>
                  <a:cubicBezTo>
                    <a:pt x="16576" y="3829"/>
                    <a:pt x="16193" y="3530"/>
                    <a:pt x="15894" y="3140"/>
                  </a:cubicBezTo>
                  <a:cubicBezTo>
                    <a:pt x="15749" y="2948"/>
                    <a:pt x="15619" y="2734"/>
                    <a:pt x="15512" y="2512"/>
                  </a:cubicBezTo>
                  <a:cubicBezTo>
                    <a:pt x="15496" y="2481"/>
                    <a:pt x="15466" y="2458"/>
                    <a:pt x="15427" y="2451"/>
                  </a:cubicBezTo>
                  <a:cubicBezTo>
                    <a:pt x="15228" y="2703"/>
                    <a:pt x="15037" y="2964"/>
                    <a:pt x="14845" y="3232"/>
                  </a:cubicBezTo>
                  <a:cubicBezTo>
                    <a:pt x="14110" y="4342"/>
                    <a:pt x="13398" y="5483"/>
                    <a:pt x="12709" y="6585"/>
                  </a:cubicBezTo>
                  <a:cubicBezTo>
                    <a:pt x="12441" y="7006"/>
                    <a:pt x="12181" y="7435"/>
                    <a:pt x="11913" y="7856"/>
                  </a:cubicBezTo>
                  <a:cubicBezTo>
                    <a:pt x="11530" y="8469"/>
                    <a:pt x="11209" y="8959"/>
                    <a:pt x="10910" y="9410"/>
                  </a:cubicBezTo>
                  <a:cubicBezTo>
                    <a:pt x="10619" y="8744"/>
                    <a:pt x="10267" y="8109"/>
                    <a:pt x="9861" y="7496"/>
                  </a:cubicBezTo>
                  <a:cubicBezTo>
                    <a:pt x="9387" y="6799"/>
                    <a:pt x="8881" y="6126"/>
                    <a:pt x="8338" y="5483"/>
                  </a:cubicBezTo>
                  <a:cubicBezTo>
                    <a:pt x="8016" y="5092"/>
                    <a:pt x="7687" y="4702"/>
                    <a:pt x="7358" y="4327"/>
                  </a:cubicBezTo>
                  <a:cubicBezTo>
                    <a:pt x="6806" y="3683"/>
                    <a:pt x="6240" y="3017"/>
                    <a:pt x="5712" y="2344"/>
                  </a:cubicBezTo>
                  <a:cubicBezTo>
                    <a:pt x="5137" y="1609"/>
                    <a:pt x="4624" y="828"/>
                    <a:pt x="4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7007148" y="3180082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7007148" y="3180082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7007148" y="3180082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7007148" y="3180082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8440487" y="3988964"/>
              <a:ext cx="14630" cy="14749"/>
            </a:xfrm>
            <a:custGeom>
              <a:avLst/>
              <a:gdLst/>
              <a:ahLst/>
              <a:cxnLst/>
              <a:rect l="l" t="t" r="r" b="b"/>
              <a:pathLst>
                <a:path w="246" h="248" extrusionOk="0">
                  <a:moveTo>
                    <a:pt x="123" y="0"/>
                  </a:moveTo>
                  <a:cubicBezTo>
                    <a:pt x="62" y="0"/>
                    <a:pt x="1" y="43"/>
                    <a:pt x="1" y="127"/>
                  </a:cubicBezTo>
                  <a:cubicBezTo>
                    <a:pt x="1" y="207"/>
                    <a:pt x="62" y="247"/>
                    <a:pt x="123" y="247"/>
                  </a:cubicBezTo>
                  <a:cubicBezTo>
                    <a:pt x="185" y="247"/>
                    <a:pt x="246" y="207"/>
                    <a:pt x="246" y="127"/>
                  </a:cubicBezTo>
                  <a:cubicBezTo>
                    <a:pt x="246" y="43"/>
                    <a:pt x="185" y="0"/>
                    <a:pt x="123" y="0"/>
                  </a:cubicBezTo>
                  <a:close/>
                </a:path>
              </a:pathLst>
            </a:custGeom>
            <a:solidFill>
              <a:srgbClr val="709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8117672" y="3524783"/>
              <a:ext cx="563300" cy="1561332"/>
            </a:xfrm>
            <a:custGeom>
              <a:avLst/>
              <a:gdLst/>
              <a:ahLst/>
              <a:cxnLst/>
              <a:rect l="l" t="t" r="r" b="b"/>
              <a:pathLst>
                <a:path w="9472" h="26253" extrusionOk="0">
                  <a:moveTo>
                    <a:pt x="1088" y="0"/>
                  </a:moveTo>
                  <a:cubicBezTo>
                    <a:pt x="1080" y="107"/>
                    <a:pt x="1072" y="207"/>
                    <a:pt x="1072" y="314"/>
                  </a:cubicBezTo>
                  <a:cubicBezTo>
                    <a:pt x="1042" y="1011"/>
                    <a:pt x="1042" y="1700"/>
                    <a:pt x="1065" y="2396"/>
                  </a:cubicBezTo>
                  <a:cubicBezTo>
                    <a:pt x="1088" y="3116"/>
                    <a:pt x="1134" y="3836"/>
                    <a:pt x="1195" y="4555"/>
                  </a:cubicBezTo>
                  <a:cubicBezTo>
                    <a:pt x="1264" y="5245"/>
                    <a:pt x="1340" y="5941"/>
                    <a:pt x="1432" y="6630"/>
                  </a:cubicBezTo>
                  <a:cubicBezTo>
                    <a:pt x="1486" y="7021"/>
                    <a:pt x="1539" y="7404"/>
                    <a:pt x="1601" y="7794"/>
                  </a:cubicBezTo>
                  <a:cubicBezTo>
                    <a:pt x="1754" y="8797"/>
                    <a:pt x="1930" y="9800"/>
                    <a:pt x="2114" y="10811"/>
                  </a:cubicBezTo>
                  <a:cubicBezTo>
                    <a:pt x="2167" y="11063"/>
                    <a:pt x="2213" y="11323"/>
                    <a:pt x="2259" y="11584"/>
                  </a:cubicBezTo>
                  <a:cubicBezTo>
                    <a:pt x="2305" y="11836"/>
                    <a:pt x="2351" y="12074"/>
                    <a:pt x="2389" y="12319"/>
                  </a:cubicBezTo>
                  <a:cubicBezTo>
                    <a:pt x="2481" y="12832"/>
                    <a:pt x="2558" y="13345"/>
                    <a:pt x="2619" y="13858"/>
                  </a:cubicBezTo>
                  <a:cubicBezTo>
                    <a:pt x="2757" y="14922"/>
                    <a:pt x="2826" y="15994"/>
                    <a:pt x="2826" y="17073"/>
                  </a:cubicBezTo>
                  <a:cubicBezTo>
                    <a:pt x="2826" y="17349"/>
                    <a:pt x="2826" y="17624"/>
                    <a:pt x="2810" y="17908"/>
                  </a:cubicBezTo>
                  <a:cubicBezTo>
                    <a:pt x="2803" y="18160"/>
                    <a:pt x="2787" y="18413"/>
                    <a:pt x="2772" y="18666"/>
                  </a:cubicBezTo>
                  <a:cubicBezTo>
                    <a:pt x="2734" y="19140"/>
                    <a:pt x="2665" y="19623"/>
                    <a:pt x="2581" y="20090"/>
                  </a:cubicBezTo>
                  <a:cubicBezTo>
                    <a:pt x="2489" y="20580"/>
                    <a:pt x="2374" y="21062"/>
                    <a:pt x="2228" y="21537"/>
                  </a:cubicBezTo>
                  <a:cubicBezTo>
                    <a:pt x="2091" y="22011"/>
                    <a:pt x="1922" y="22478"/>
                    <a:pt x="1731" y="22930"/>
                  </a:cubicBezTo>
                  <a:cubicBezTo>
                    <a:pt x="1639" y="23160"/>
                    <a:pt x="1539" y="23382"/>
                    <a:pt x="1440" y="23604"/>
                  </a:cubicBezTo>
                  <a:cubicBezTo>
                    <a:pt x="1348" y="23788"/>
                    <a:pt x="1256" y="23971"/>
                    <a:pt x="1164" y="24155"/>
                  </a:cubicBezTo>
                  <a:cubicBezTo>
                    <a:pt x="988" y="24515"/>
                    <a:pt x="804" y="24867"/>
                    <a:pt x="605" y="25219"/>
                  </a:cubicBezTo>
                  <a:cubicBezTo>
                    <a:pt x="414" y="25571"/>
                    <a:pt x="215" y="25916"/>
                    <a:pt x="1" y="26253"/>
                  </a:cubicBezTo>
                  <a:lnTo>
                    <a:pt x="743" y="26253"/>
                  </a:lnTo>
                  <a:cubicBezTo>
                    <a:pt x="1348" y="26253"/>
                    <a:pt x="1953" y="26245"/>
                    <a:pt x="2542" y="26238"/>
                  </a:cubicBezTo>
                  <a:cubicBezTo>
                    <a:pt x="3063" y="26222"/>
                    <a:pt x="3576" y="26207"/>
                    <a:pt x="4097" y="26184"/>
                  </a:cubicBezTo>
                  <a:cubicBezTo>
                    <a:pt x="4594" y="26169"/>
                    <a:pt x="5061" y="26138"/>
                    <a:pt x="5628" y="26107"/>
                  </a:cubicBezTo>
                  <a:cubicBezTo>
                    <a:pt x="5827" y="26092"/>
                    <a:pt x="6034" y="26084"/>
                    <a:pt x="6233" y="26077"/>
                  </a:cubicBezTo>
                  <a:cubicBezTo>
                    <a:pt x="6669" y="26054"/>
                    <a:pt x="7090" y="26031"/>
                    <a:pt x="7496" y="25993"/>
                  </a:cubicBezTo>
                  <a:cubicBezTo>
                    <a:pt x="7810" y="25962"/>
                    <a:pt x="8116" y="25924"/>
                    <a:pt x="8407" y="25870"/>
                  </a:cubicBezTo>
                  <a:cubicBezTo>
                    <a:pt x="8552" y="25839"/>
                    <a:pt x="8706" y="25809"/>
                    <a:pt x="8882" y="25755"/>
                  </a:cubicBezTo>
                  <a:cubicBezTo>
                    <a:pt x="8951" y="25740"/>
                    <a:pt x="9019" y="25717"/>
                    <a:pt x="9088" y="25702"/>
                  </a:cubicBezTo>
                  <a:lnTo>
                    <a:pt x="9119" y="25686"/>
                  </a:lnTo>
                  <a:lnTo>
                    <a:pt x="9242" y="25648"/>
                  </a:lnTo>
                  <a:cubicBezTo>
                    <a:pt x="9261" y="25675"/>
                    <a:pt x="9293" y="25695"/>
                    <a:pt x="9326" y="25695"/>
                  </a:cubicBezTo>
                  <a:cubicBezTo>
                    <a:pt x="9331" y="25695"/>
                    <a:pt x="9336" y="25695"/>
                    <a:pt x="9341" y="25694"/>
                  </a:cubicBezTo>
                  <a:cubicBezTo>
                    <a:pt x="9344" y="25697"/>
                    <a:pt x="9347" y="25697"/>
                    <a:pt x="9351" y="25697"/>
                  </a:cubicBezTo>
                  <a:cubicBezTo>
                    <a:pt x="9358" y="25697"/>
                    <a:pt x="9367" y="25694"/>
                    <a:pt x="9372" y="25694"/>
                  </a:cubicBezTo>
                  <a:cubicBezTo>
                    <a:pt x="9410" y="25686"/>
                    <a:pt x="9433" y="25663"/>
                    <a:pt x="9456" y="25625"/>
                  </a:cubicBezTo>
                  <a:cubicBezTo>
                    <a:pt x="9471" y="25602"/>
                    <a:pt x="9471" y="25564"/>
                    <a:pt x="9464" y="25533"/>
                  </a:cubicBezTo>
                  <a:cubicBezTo>
                    <a:pt x="8843" y="23642"/>
                    <a:pt x="8338" y="21698"/>
                    <a:pt x="7879" y="19875"/>
                  </a:cubicBezTo>
                  <a:cubicBezTo>
                    <a:pt x="7772" y="19447"/>
                    <a:pt x="7664" y="19018"/>
                    <a:pt x="7557" y="18589"/>
                  </a:cubicBezTo>
                  <a:lnTo>
                    <a:pt x="7527" y="18451"/>
                  </a:lnTo>
                  <a:lnTo>
                    <a:pt x="7481" y="18260"/>
                  </a:lnTo>
                  <a:cubicBezTo>
                    <a:pt x="7373" y="17854"/>
                    <a:pt x="7282" y="17464"/>
                    <a:pt x="7182" y="17058"/>
                  </a:cubicBezTo>
                  <a:cubicBezTo>
                    <a:pt x="7021" y="16354"/>
                    <a:pt x="6868" y="15626"/>
                    <a:pt x="6730" y="14975"/>
                  </a:cubicBezTo>
                  <a:lnTo>
                    <a:pt x="6585" y="14302"/>
                  </a:lnTo>
                  <a:cubicBezTo>
                    <a:pt x="6393" y="13429"/>
                    <a:pt x="6187" y="12487"/>
                    <a:pt x="5934" y="11553"/>
                  </a:cubicBezTo>
                  <a:cubicBezTo>
                    <a:pt x="5812" y="11101"/>
                    <a:pt x="5681" y="10650"/>
                    <a:pt x="5536" y="10206"/>
                  </a:cubicBezTo>
                  <a:cubicBezTo>
                    <a:pt x="5398" y="9785"/>
                    <a:pt x="5237" y="9356"/>
                    <a:pt x="5054" y="8904"/>
                  </a:cubicBezTo>
                  <a:cubicBezTo>
                    <a:pt x="4571" y="7702"/>
                    <a:pt x="3974" y="6538"/>
                    <a:pt x="3408" y="5405"/>
                  </a:cubicBezTo>
                  <a:cubicBezTo>
                    <a:pt x="3163" y="4938"/>
                    <a:pt x="2925" y="4456"/>
                    <a:pt x="2696" y="3989"/>
                  </a:cubicBezTo>
                  <a:cubicBezTo>
                    <a:pt x="2382" y="3346"/>
                    <a:pt x="2121" y="2779"/>
                    <a:pt x="1899" y="2243"/>
                  </a:cubicBezTo>
                  <a:cubicBezTo>
                    <a:pt x="1670" y="1715"/>
                    <a:pt x="1478" y="1187"/>
                    <a:pt x="1287" y="628"/>
                  </a:cubicBezTo>
                  <a:cubicBezTo>
                    <a:pt x="1218" y="429"/>
                    <a:pt x="1157" y="222"/>
                    <a:pt x="1088" y="0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8091742" y="3247940"/>
              <a:ext cx="28486" cy="19031"/>
            </a:xfrm>
            <a:custGeom>
              <a:avLst/>
              <a:gdLst/>
              <a:ahLst/>
              <a:cxnLst/>
              <a:rect l="l" t="t" r="r" b="b"/>
              <a:pathLst>
                <a:path w="479" h="320" extrusionOk="0">
                  <a:moveTo>
                    <a:pt x="146" y="0"/>
                  </a:moveTo>
                  <a:cubicBezTo>
                    <a:pt x="100" y="0"/>
                    <a:pt x="54" y="23"/>
                    <a:pt x="31" y="69"/>
                  </a:cubicBezTo>
                  <a:cubicBezTo>
                    <a:pt x="0" y="130"/>
                    <a:pt x="31" y="199"/>
                    <a:pt x="92" y="230"/>
                  </a:cubicBezTo>
                  <a:cubicBezTo>
                    <a:pt x="138" y="260"/>
                    <a:pt x="192" y="283"/>
                    <a:pt x="245" y="306"/>
                  </a:cubicBezTo>
                  <a:cubicBezTo>
                    <a:pt x="265" y="316"/>
                    <a:pt x="284" y="320"/>
                    <a:pt x="302" y="320"/>
                  </a:cubicBezTo>
                  <a:cubicBezTo>
                    <a:pt x="415" y="320"/>
                    <a:pt x="478" y="152"/>
                    <a:pt x="352" y="92"/>
                  </a:cubicBezTo>
                  <a:cubicBezTo>
                    <a:pt x="299" y="61"/>
                    <a:pt x="245" y="38"/>
                    <a:pt x="199" y="15"/>
                  </a:cubicBezTo>
                  <a:cubicBezTo>
                    <a:pt x="176" y="8"/>
                    <a:pt x="161" y="0"/>
                    <a:pt x="146" y="0"/>
                  </a:cubicBez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8093110" y="3248832"/>
              <a:ext cx="30270" cy="20459"/>
            </a:xfrm>
            <a:custGeom>
              <a:avLst/>
              <a:gdLst/>
              <a:ahLst/>
              <a:cxnLst/>
              <a:rect l="l" t="t" r="r" b="b"/>
              <a:pathLst>
                <a:path w="509" h="344" extrusionOk="0">
                  <a:moveTo>
                    <a:pt x="138" y="0"/>
                  </a:moveTo>
                  <a:cubicBezTo>
                    <a:pt x="92" y="0"/>
                    <a:pt x="54" y="31"/>
                    <a:pt x="31" y="69"/>
                  </a:cubicBezTo>
                  <a:cubicBezTo>
                    <a:pt x="0" y="131"/>
                    <a:pt x="23" y="200"/>
                    <a:pt x="84" y="238"/>
                  </a:cubicBezTo>
                  <a:cubicBezTo>
                    <a:pt x="146" y="268"/>
                    <a:pt x="215" y="299"/>
                    <a:pt x="276" y="330"/>
                  </a:cubicBezTo>
                  <a:cubicBezTo>
                    <a:pt x="295" y="339"/>
                    <a:pt x="314" y="343"/>
                    <a:pt x="332" y="343"/>
                  </a:cubicBezTo>
                  <a:cubicBezTo>
                    <a:pt x="446" y="343"/>
                    <a:pt x="509" y="175"/>
                    <a:pt x="383" y="115"/>
                  </a:cubicBezTo>
                  <a:cubicBezTo>
                    <a:pt x="322" y="85"/>
                    <a:pt x="260" y="46"/>
                    <a:pt x="192" y="16"/>
                  </a:cubicBezTo>
                  <a:cubicBezTo>
                    <a:pt x="176" y="8"/>
                    <a:pt x="161" y="0"/>
                    <a:pt x="138" y="0"/>
                  </a:cubicBez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8091742" y="3246988"/>
              <a:ext cx="32471" cy="22421"/>
            </a:xfrm>
            <a:custGeom>
              <a:avLst/>
              <a:gdLst/>
              <a:ahLst/>
              <a:cxnLst/>
              <a:rect l="l" t="t" r="r" b="b"/>
              <a:pathLst>
                <a:path w="546" h="377" extrusionOk="0">
                  <a:moveTo>
                    <a:pt x="138" y="1"/>
                  </a:moveTo>
                  <a:cubicBezTo>
                    <a:pt x="92" y="1"/>
                    <a:pt x="46" y="31"/>
                    <a:pt x="31" y="70"/>
                  </a:cubicBezTo>
                  <a:cubicBezTo>
                    <a:pt x="0" y="131"/>
                    <a:pt x="23" y="200"/>
                    <a:pt x="84" y="231"/>
                  </a:cubicBezTo>
                  <a:cubicBezTo>
                    <a:pt x="161" y="276"/>
                    <a:pt x="238" y="315"/>
                    <a:pt x="314" y="361"/>
                  </a:cubicBezTo>
                  <a:cubicBezTo>
                    <a:pt x="335" y="372"/>
                    <a:pt x="355" y="377"/>
                    <a:pt x="374" y="377"/>
                  </a:cubicBezTo>
                  <a:cubicBezTo>
                    <a:pt x="485" y="377"/>
                    <a:pt x="546" y="205"/>
                    <a:pt x="421" y="146"/>
                  </a:cubicBezTo>
                  <a:cubicBezTo>
                    <a:pt x="345" y="100"/>
                    <a:pt x="268" y="54"/>
                    <a:pt x="192" y="16"/>
                  </a:cubicBezTo>
                  <a:cubicBezTo>
                    <a:pt x="176" y="9"/>
                    <a:pt x="153" y="1"/>
                    <a:pt x="138" y="1"/>
                  </a:cubicBez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7689651" y="3242885"/>
              <a:ext cx="415338" cy="193286"/>
            </a:xfrm>
            <a:custGeom>
              <a:avLst/>
              <a:gdLst/>
              <a:ahLst/>
              <a:cxnLst/>
              <a:rect l="l" t="t" r="r" b="b"/>
              <a:pathLst>
                <a:path w="6984" h="3250" extrusionOk="0">
                  <a:moveTo>
                    <a:pt x="6845" y="1"/>
                  </a:moveTo>
                  <a:cubicBezTo>
                    <a:pt x="6792" y="1"/>
                    <a:pt x="6746" y="39"/>
                    <a:pt x="6731" y="93"/>
                  </a:cubicBezTo>
                  <a:lnTo>
                    <a:pt x="6738" y="85"/>
                  </a:lnTo>
                  <a:lnTo>
                    <a:pt x="6738" y="85"/>
                  </a:lnTo>
                  <a:cubicBezTo>
                    <a:pt x="6715" y="146"/>
                    <a:pt x="6700" y="200"/>
                    <a:pt x="6677" y="254"/>
                  </a:cubicBezTo>
                  <a:cubicBezTo>
                    <a:pt x="6623" y="376"/>
                    <a:pt x="6562" y="491"/>
                    <a:pt x="6509" y="606"/>
                  </a:cubicBezTo>
                  <a:cubicBezTo>
                    <a:pt x="6455" y="698"/>
                    <a:pt x="6409" y="797"/>
                    <a:pt x="6355" y="889"/>
                  </a:cubicBezTo>
                  <a:cubicBezTo>
                    <a:pt x="6248" y="1080"/>
                    <a:pt x="6126" y="1264"/>
                    <a:pt x="5988" y="1440"/>
                  </a:cubicBezTo>
                  <a:lnTo>
                    <a:pt x="6003" y="1417"/>
                  </a:lnTo>
                  <a:lnTo>
                    <a:pt x="6003" y="1417"/>
                  </a:lnTo>
                  <a:cubicBezTo>
                    <a:pt x="5774" y="1716"/>
                    <a:pt x="5513" y="1984"/>
                    <a:pt x="5215" y="2214"/>
                  </a:cubicBezTo>
                  <a:cubicBezTo>
                    <a:pt x="4954" y="2420"/>
                    <a:pt x="4663" y="2589"/>
                    <a:pt x="4357" y="2719"/>
                  </a:cubicBezTo>
                  <a:lnTo>
                    <a:pt x="4365" y="2719"/>
                  </a:lnTo>
                  <a:cubicBezTo>
                    <a:pt x="4066" y="2841"/>
                    <a:pt x="3760" y="2933"/>
                    <a:pt x="3438" y="2979"/>
                  </a:cubicBezTo>
                  <a:cubicBezTo>
                    <a:pt x="3297" y="2995"/>
                    <a:pt x="3155" y="3002"/>
                    <a:pt x="3013" y="3002"/>
                  </a:cubicBezTo>
                  <a:cubicBezTo>
                    <a:pt x="2872" y="3002"/>
                    <a:pt x="2730" y="2995"/>
                    <a:pt x="2589" y="2979"/>
                  </a:cubicBezTo>
                  <a:cubicBezTo>
                    <a:pt x="2336" y="2941"/>
                    <a:pt x="2091" y="2872"/>
                    <a:pt x="1854" y="2780"/>
                  </a:cubicBezTo>
                  <a:cubicBezTo>
                    <a:pt x="1616" y="2673"/>
                    <a:pt x="1394" y="2543"/>
                    <a:pt x="1180" y="2390"/>
                  </a:cubicBezTo>
                  <a:cubicBezTo>
                    <a:pt x="958" y="2214"/>
                    <a:pt x="759" y="2007"/>
                    <a:pt x="583" y="1785"/>
                  </a:cubicBezTo>
                  <a:cubicBezTo>
                    <a:pt x="453" y="1609"/>
                    <a:pt x="338" y="1433"/>
                    <a:pt x="238" y="1249"/>
                  </a:cubicBezTo>
                  <a:cubicBezTo>
                    <a:pt x="218" y="1208"/>
                    <a:pt x="177" y="1188"/>
                    <a:pt x="136" y="1188"/>
                  </a:cubicBezTo>
                  <a:cubicBezTo>
                    <a:pt x="116" y="1188"/>
                    <a:pt x="95" y="1193"/>
                    <a:pt x="77" y="1203"/>
                  </a:cubicBezTo>
                  <a:cubicBezTo>
                    <a:pt x="16" y="1241"/>
                    <a:pt x="1" y="1310"/>
                    <a:pt x="31" y="1371"/>
                  </a:cubicBezTo>
                  <a:cubicBezTo>
                    <a:pt x="215" y="1724"/>
                    <a:pt x="453" y="2037"/>
                    <a:pt x="736" y="2313"/>
                  </a:cubicBezTo>
                  <a:cubicBezTo>
                    <a:pt x="996" y="2581"/>
                    <a:pt x="1310" y="2795"/>
                    <a:pt x="1647" y="2949"/>
                  </a:cubicBezTo>
                  <a:cubicBezTo>
                    <a:pt x="1991" y="3109"/>
                    <a:pt x="2359" y="3209"/>
                    <a:pt x="2734" y="3239"/>
                  </a:cubicBezTo>
                  <a:cubicBezTo>
                    <a:pt x="2823" y="3246"/>
                    <a:pt x="2911" y="3250"/>
                    <a:pt x="2999" y="3250"/>
                  </a:cubicBezTo>
                  <a:cubicBezTo>
                    <a:pt x="3308" y="3250"/>
                    <a:pt x="3615" y="3208"/>
                    <a:pt x="3913" y="3125"/>
                  </a:cubicBezTo>
                  <a:cubicBezTo>
                    <a:pt x="4610" y="2941"/>
                    <a:pt x="5245" y="2573"/>
                    <a:pt x="5758" y="2068"/>
                  </a:cubicBezTo>
                  <a:cubicBezTo>
                    <a:pt x="6011" y="1815"/>
                    <a:pt x="6241" y="1532"/>
                    <a:pt x="6432" y="1226"/>
                  </a:cubicBezTo>
                  <a:cubicBezTo>
                    <a:pt x="6531" y="1073"/>
                    <a:pt x="6616" y="920"/>
                    <a:pt x="6700" y="759"/>
                  </a:cubicBezTo>
                  <a:cubicBezTo>
                    <a:pt x="6799" y="568"/>
                    <a:pt x="6891" y="361"/>
                    <a:pt x="6960" y="154"/>
                  </a:cubicBezTo>
                  <a:cubicBezTo>
                    <a:pt x="6983" y="93"/>
                    <a:pt x="6945" y="24"/>
                    <a:pt x="6876" y="9"/>
                  </a:cubicBezTo>
                  <a:cubicBezTo>
                    <a:pt x="6868" y="1"/>
                    <a:pt x="6861" y="1"/>
                    <a:pt x="6845" y="1"/>
                  </a:cubicBezTo>
                  <a:close/>
                </a:path>
              </a:pathLst>
            </a:custGeom>
            <a:solidFill>
              <a:srgbClr val="597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7966078" y="4477767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7965602" y="4477767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79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6291341" y="2066761"/>
              <a:ext cx="925710" cy="1047787"/>
            </a:xfrm>
            <a:custGeom>
              <a:avLst/>
              <a:gdLst/>
              <a:ahLst/>
              <a:cxnLst/>
              <a:rect l="l" t="t" r="r" b="b"/>
              <a:pathLst>
                <a:path w="15566" h="17618" extrusionOk="0">
                  <a:moveTo>
                    <a:pt x="11517" y="1"/>
                  </a:moveTo>
                  <a:cubicBezTo>
                    <a:pt x="11511" y="1"/>
                    <a:pt x="11506" y="1"/>
                    <a:pt x="11500" y="1"/>
                  </a:cubicBezTo>
                  <a:cubicBezTo>
                    <a:pt x="11462" y="1"/>
                    <a:pt x="11431" y="9"/>
                    <a:pt x="11393" y="17"/>
                  </a:cubicBezTo>
                  <a:lnTo>
                    <a:pt x="4227" y="1877"/>
                  </a:lnTo>
                  <a:lnTo>
                    <a:pt x="4181" y="1892"/>
                  </a:lnTo>
                  <a:lnTo>
                    <a:pt x="1264" y="2650"/>
                  </a:lnTo>
                  <a:lnTo>
                    <a:pt x="322" y="2895"/>
                  </a:lnTo>
                  <a:cubicBezTo>
                    <a:pt x="131" y="2941"/>
                    <a:pt x="1" y="3117"/>
                    <a:pt x="8" y="3316"/>
                  </a:cubicBezTo>
                  <a:cubicBezTo>
                    <a:pt x="8" y="3355"/>
                    <a:pt x="16" y="3385"/>
                    <a:pt x="24" y="3424"/>
                  </a:cubicBezTo>
                  <a:lnTo>
                    <a:pt x="322" y="4572"/>
                  </a:lnTo>
                  <a:lnTo>
                    <a:pt x="621" y="5720"/>
                  </a:lnTo>
                  <a:lnTo>
                    <a:pt x="1119" y="7634"/>
                  </a:lnTo>
                  <a:lnTo>
                    <a:pt x="1486" y="9051"/>
                  </a:lnTo>
                  <a:lnTo>
                    <a:pt x="2014" y="11072"/>
                  </a:lnTo>
                  <a:lnTo>
                    <a:pt x="2535" y="13086"/>
                  </a:lnTo>
                  <a:lnTo>
                    <a:pt x="2543" y="13101"/>
                  </a:lnTo>
                  <a:lnTo>
                    <a:pt x="3170" y="15520"/>
                  </a:lnTo>
                  <a:lnTo>
                    <a:pt x="3637" y="17304"/>
                  </a:lnTo>
                  <a:cubicBezTo>
                    <a:pt x="3683" y="17488"/>
                    <a:pt x="3859" y="17618"/>
                    <a:pt x="4051" y="17618"/>
                  </a:cubicBezTo>
                  <a:cubicBezTo>
                    <a:pt x="4089" y="17618"/>
                    <a:pt x="4127" y="17610"/>
                    <a:pt x="4166" y="17603"/>
                  </a:cubicBezTo>
                  <a:lnTo>
                    <a:pt x="9701" y="16171"/>
                  </a:lnTo>
                  <a:lnTo>
                    <a:pt x="10413" y="15987"/>
                  </a:lnTo>
                  <a:cubicBezTo>
                    <a:pt x="10451" y="15773"/>
                    <a:pt x="10505" y="15574"/>
                    <a:pt x="10574" y="15375"/>
                  </a:cubicBezTo>
                  <a:cubicBezTo>
                    <a:pt x="10673" y="15107"/>
                    <a:pt x="10781" y="14846"/>
                    <a:pt x="10911" y="14594"/>
                  </a:cubicBezTo>
                  <a:cubicBezTo>
                    <a:pt x="10995" y="14433"/>
                    <a:pt x="11072" y="14303"/>
                    <a:pt x="11148" y="14196"/>
                  </a:cubicBezTo>
                  <a:cubicBezTo>
                    <a:pt x="11232" y="14066"/>
                    <a:pt x="11324" y="13951"/>
                    <a:pt x="11424" y="13843"/>
                  </a:cubicBezTo>
                  <a:cubicBezTo>
                    <a:pt x="11508" y="13744"/>
                    <a:pt x="11615" y="13667"/>
                    <a:pt x="11730" y="13598"/>
                  </a:cubicBezTo>
                  <a:cubicBezTo>
                    <a:pt x="11822" y="13545"/>
                    <a:pt x="11929" y="13514"/>
                    <a:pt x="12036" y="13514"/>
                  </a:cubicBezTo>
                  <a:lnTo>
                    <a:pt x="12067" y="13514"/>
                  </a:lnTo>
                  <a:cubicBezTo>
                    <a:pt x="12197" y="13522"/>
                    <a:pt x="12312" y="13568"/>
                    <a:pt x="12411" y="13644"/>
                  </a:cubicBezTo>
                  <a:cubicBezTo>
                    <a:pt x="12503" y="13721"/>
                    <a:pt x="12565" y="13821"/>
                    <a:pt x="12610" y="13928"/>
                  </a:cubicBezTo>
                  <a:cubicBezTo>
                    <a:pt x="12649" y="14050"/>
                    <a:pt x="12679" y="14180"/>
                    <a:pt x="12679" y="14310"/>
                  </a:cubicBezTo>
                  <a:cubicBezTo>
                    <a:pt x="12695" y="14448"/>
                    <a:pt x="12695" y="14594"/>
                    <a:pt x="12679" y="14739"/>
                  </a:cubicBezTo>
                  <a:cubicBezTo>
                    <a:pt x="12656" y="14961"/>
                    <a:pt x="12626" y="15191"/>
                    <a:pt x="12580" y="15421"/>
                  </a:cubicBezTo>
                  <a:lnTo>
                    <a:pt x="15237" y="14732"/>
                  </a:lnTo>
                  <a:cubicBezTo>
                    <a:pt x="15344" y="14701"/>
                    <a:pt x="15436" y="14624"/>
                    <a:pt x="15489" y="14525"/>
                  </a:cubicBezTo>
                  <a:cubicBezTo>
                    <a:pt x="15550" y="14425"/>
                    <a:pt x="15566" y="14310"/>
                    <a:pt x="15535" y="14203"/>
                  </a:cubicBezTo>
                  <a:lnTo>
                    <a:pt x="12542" y="2696"/>
                  </a:lnTo>
                  <a:lnTo>
                    <a:pt x="11921" y="315"/>
                  </a:lnTo>
                  <a:cubicBezTo>
                    <a:pt x="11869" y="129"/>
                    <a:pt x="11709" y="1"/>
                    <a:pt x="11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7546263" y="2708348"/>
              <a:ext cx="30092" cy="82013"/>
            </a:xfrm>
            <a:custGeom>
              <a:avLst/>
              <a:gdLst/>
              <a:ahLst/>
              <a:cxnLst/>
              <a:rect l="l" t="t" r="r" b="b"/>
              <a:pathLst>
                <a:path w="506" h="1379" extrusionOk="0">
                  <a:moveTo>
                    <a:pt x="255" y="1"/>
                  </a:moveTo>
                  <a:cubicBezTo>
                    <a:pt x="120" y="1"/>
                    <a:pt x="8" y="311"/>
                    <a:pt x="0" y="682"/>
                  </a:cubicBezTo>
                  <a:cubicBezTo>
                    <a:pt x="0" y="1065"/>
                    <a:pt x="107" y="1379"/>
                    <a:pt x="245" y="1379"/>
                  </a:cubicBezTo>
                  <a:cubicBezTo>
                    <a:pt x="383" y="1379"/>
                    <a:pt x="498" y="1073"/>
                    <a:pt x="505" y="690"/>
                  </a:cubicBezTo>
                  <a:cubicBezTo>
                    <a:pt x="505" y="307"/>
                    <a:pt x="398" y="1"/>
                    <a:pt x="260" y="1"/>
                  </a:cubicBezTo>
                  <a:cubicBezTo>
                    <a:pt x="259" y="1"/>
                    <a:pt x="257" y="1"/>
                    <a:pt x="255" y="1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7627265" y="2881828"/>
              <a:ext cx="180373" cy="141247"/>
            </a:xfrm>
            <a:custGeom>
              <a:avLst/>
              <a:gdLst/>
              <a:ahLst/>
              <a:cxnLst/>
              <a:rect l="l" t="t" r="r" b="b"/>
              <a:pathLst>
                <a:path w="3033" h="2375" extrusionOk="0">
                  <a:moveTo>
                    <a:pt x="2872" y="1"/>
                  </a:moveTo>
                  <a:cubicBezTo>
                    <a:pt x="2772" y="54"/>
                    <a:pt x="2681" y="108"/>
                    <a:pt x="2581" y="154"/>
                  </a:cubicBezTo>
                  <a:cubicBezTo>
                    <a:pt x="2543" y="192"/>
                    <a:pt x="2512" y="230"/>
                    <a:pt x="2466" y="269"/>
                  </a:cubicBezTo>
                  <a:cubicBezTo>
                    <a:pt x="2382" y="345"/>
                    <a:pt x="2298" y="414"/>
                    <a:pt x="2206" y="483"/>
                  </a:cubicBezTo>
                  <a:cubicBezTo>
                    <a:pt x="2014" y="613"/>
                    <a:pt x="1815" y="720"/>
                    <a:pt x="1601" y="797"/>
                  </a:cubicBezTo>
                  <a:cubicBezTo>
                    <a:pt x="1494" y="835"/>
                    <a:pt x="1387" y="866"/>
                    <a:pt x="1279" y="896"/>
                  </a:cubicBezTo>
                  <a:cubicBezTo>
                    <a:pt x="1165" y="919"/>
                    <a:pt x="1050" y="935"/>
                    <a:pt x="935" y="942"/>
                  </a:cubicBezTo>
                  <a:cubicBezTo>
                    <a:pt x="878" y="946"/>
                    <a:pt x="822" y="948"/>
                    <a:pt x="767" y="948"/>
                  </a:cubicBezTo>
                  <a:cubicBezTo>
                    <a:pt x="713" y="948"/>
                    <a:pt x="659" y="946"/>
                    <a:pt x="606" y="942"/>
                  </a:cubicBezTo>
                  <a:cubicBezTo>
                    <a:pt x="552" y="942"/>
                    <a:pt x="506" y="935"/>
                    <a:pt x="453" y="927"/>
                  </a:cubicBezTo>
                  <a:cubicBezTo>
                    <a:pt x="307" y="958"/>
                    <a:pt x="154" y="988"/>
                    <a:pt x="1" y="1004"/>
                  </a:cubicBezTo>
                  <a:cubicBezTo>
                    <a:pt x="1" y="1019"/>
                    <a:pt x="1" y="1034"/>
                    <a:pt x="9" y="1042"/>
                  </a:cubicBezTo>
                  <a:cubicBezTo>
                    <a:pt x="131" y="1409"/>
                    <a:pt x="338" y="1739"/>
                    <a:pt x="613" y="2007"/>
                  </a:cubicBezTo>
                  <a:cubicBezTo>
                    <a:pt x="744" y="2144"/>
                    <a:pt x="904" y="2259"/>
                    <a:pt x="1073" y="2343"/>
                  </a:cubicBezTo>
                  <a:lnTo>
                    <a:pt x="1134" y="2374"/>
                  </a:lnTo>
                  <a:cubicBezTo>
                    <a:pt x="1157" y="2336"/>
                    <a:pt x="1180" y="2305"/>
                    <a:pt x="1203" y="2275"/>
                  </a:cubicBezTo>
                  <a:cubicBezTo>
                    <a:pt x="1257" y="2213"/>
                    <a:pt x="1310" y="2152"/>
                    <a:pt x="1379" y="2098"/>
                  </a:cubicBezTo>
                  <a:cubicBezTo>
                    <a:pt x="1532" y="1976"/>
                    <a:pt x="1701" y="1884"/>
                    <a:pt x="1884" y="1808"/>
                  </a:cubicBezTo>
                  <a:cubicBezTo>
                    <a:pt x="1930" y="1792"/>
                    <a:pt x="1984" y="1777"/>
                    <a:pt x="2030" y="1762"/>
                  </a:cubicBezTo>
                  <a:cubicBezTo>
                    <a:pt x="2168" y="1716"/>
                    <a:pt x="2313" y="1677"/>
                    <a:pt x="2466" y="1647"/>
                  </a:cubicBezTo>
                  <a:cubicBezTo>
                    <a:pt x="2596" y="1624"/>
                    <a:pt x="2742" y="1601"/>
                    <a:pt x="2880" y="1593"/>
                  </a:cubicBezTo>
                  <a:cubicBezTo>
                    <a:pt x="2903" y="1532"/>
                    <a:pt x="2926" y="1471"/>
                    <a:pt x="2949" y="1402"/>
                  </a:cubicBezTo>
                  <a:cubicBezTo>
                    <a:pt x="3002" y="1210"/>
                    <a:pt x="3033" y="1004"/>
                    <a:pt x="3033" y="805"/>
                  </a:cubicBezTo>
                  <a:cubicBezTo>
                    <a:pt x="3025" y="690"/>
                    <a:pt x="3017" y="583"/>
                    <a:pt x="3002" y="475"/>
                  </a:cubicBezTo>
                  <a:cubicBezTo>
                    <a:pt x="2987" y="338"/>
                    <a:pt x="2956" y="200"/>
                    <a:pt x="2918" y="70"/>
                  </a:cubicBezTo>
                  <a:cubicBezTo>
                    <a:pt x="2910" y="47"/>
                    <a:pt x="2895" y="16"/>
                    <a:pt x="2872" y="1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7643679" y="2885040"/>
              <a:ext cx="147129" cy="59116"/>
            </a:xfrm>
            <a:custGeom>
              <a:avLst/>
              <a:gdLst/>
              <a:ahLst/>
              <a:cxnLst/>
              <a:rect l="l" t="t" r="r" b="b"/>
              <a:pathLst>
                <a:path w="2474" h="994" extrusionOk="0">
                  <a:moveTo>
                    <a:pt x="2473" y="0"/>
                  </a:moveTo>
                  <a:lnTo>
                    <a:pt x="2473" y="0"/>
                  </a:lnTo>
                  <a:cubicBezTo>
                    <a:pt x="2351" y="69"/>
                    <a:pt x="2236" y="130"/>
                    <a:pt x="2121" y="184"/>
                  </a:cubicBezTo>
                  <a:cubicBezTo>
                    <a:pt x="1838" y="322"/>
                    <a:pt x="1547" y="444"/>
                    <a:pt x="1256" y="551"/>
                  </a:cubicBezTo>
                  <a:cubicBezTo>
                    <a:pt x="1187" y="574"/>
                    <a:pt x="1118" y="597"/>
                    <a:pt x="1049" y="620"/>
                  </a:cubicBezTo>
                  <a:cubicBezTo>
                    <a:pt x="705" y="735"/>
                    <a:pt x="360" y="827"/>
                    <a:pt x="1" y="896"/>
                  </a:cubicBezTo>
                  <a:lnTo>
                    <a:pt x="23" y="904"/>
                  </a:lnTo>
                  <a:cubicBezTo>
                    <a:pt x="92" y="927"/>
                    <a:pt x="161" y="950"/>
                    <a:pt x="230" y="965"/>
                  </a:cubicBezTo>
                  <a:cubicBezTo>
                    <a:pt x="299" y="973"/>
                    <a:pt x="360" y="980"/>
                    <a:pt x="429" y="988"/>
                  </a:cubicBezTo>
                  <a:lnTo>
                    <a:pt x="414" y="988"/>
                  </a:lnTo>
                  <a:cubicBezTo>
                    <a:pt x="460" y="992"/>
                    <a:pt x="506" y="994"/>
                    <a:pt x="552" y="994"/>
                  </a:cubicBezTo>
                  <a:cubicBezTo>
                    <a:pt x="598" y="994"/>
                    <a:pt x="644" y="992"/>
                    <a:pt x="690" y="988"/>
                  </a:cubicBezTo>
                  <a:cubicBezTo>
                    <a:pt x="774" y="980"/>
                    <a:pt x="850" y="973"/>
                    <a:pt x="935" y="957"/>
                  </a:cubicBezTo>
                  <a:lnTo>
                    <a:pt x="927" y="957"/>
                  </a:lnTo>
                  <a:cubicBezTo>
                    <a:pt x="1042" y="934"/>
                    <a:pt x="1149" y="904"/>
                    <a:pt x="1264" y="865"/>
                  </a:cubicBezTo>
                  <a:cubicBezTo>
                    <a:pt x="1363" y="827"/>
                    <a:pt x="1455" y="789"/>
                    <a:pt x="1555" y="743"/>
                  </a:cubicBezTo>
                  <a:cubicBezTo>
                    <a:pt x="1769" y="636"/>
                    <a:pt x="1968" y="506"/>
                    <a:pt x="2152" y="345"/>
                  </a:cubicBezTo>
                  <a:cubicBezTo>
                    <a:pt x="2221" y="284"/>
                    <a:pt x="2290" y="215"/>
                    <a:pt x="2351" y="146"/>
                  </a:cubicBezTo>
                  <a:cubicBezTo>
                    <a:pt x="2382" y="115"/>
                    <a:pt x="2412" y="84"/>
                    <a:pt x="2435" y="54"/>
                  </a:cubicBezTo>
                  <a:lnTo>
                    <a:pt x="2473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7691495" y="2969074"/>
              <a:ext cx="109306" cy="61257"/>
            </a:xfrm>
            <a:custGeom>
              <a:avLst/>
              <a:gdLst/>
              <a:ahLst/>
              <a:cxnLst/>
              <a:rect l="l" t="t" r="r" b="b"/>
              <a:pathLst>
                <a:path w="1838" h="1030" extrusionOk="0">
                  <a:moveTo>
                    <a:pt x="1580" y="1"/>
                  </a:moveTo>
                  <a:cubicBezTo>
                    <a:pt x="1474" y="1"/>
                    <a:pt x="1369" y="11"/>
                    <a:pt x="1264" y="34"/>
                  </a:cubicBezTo>
                  <a:cubicBezTo>
                    <a:pt x="1172" y="50"/>
                    <a:pt x="1088" y="73"/>
                    <a:pt x="996" y="103"/>
                  </a:cubicBezTo>
                  <a:lnTo>
                    <a:pt x="1003" y="111"/>
                  </a:lnTo>
                  <a:cubicBezTo>
                    <a:pt x="904" y="141"/>
                    <a:pt x="812" y="172"/>
                    <a:pt x="728" y="218"/>
                  </a:cubicBezTo>
                  <a:cubicBezTo>
                    <a:pt x="567" y="295"/>
                    <a:pt x="414" y="394"/>
                    <a:pt x="284" y="509"/>
                  </a:cubicBezTo>
                  <a:cubicBezTo>
                    <a:pt x="207" y="578"/>
                    <a:pt x="131" y="662"/>
                    <a:pt x="69" y="746"/>
                  </a:cubicBezTo>
                  <a:cubicBezTo>
                    <a:pt x="46" y="792"/>
                    <a:pt x="23" y="830"/>
                    <a:pt x="0" y="876"/>
                  </a:cubicBezTo>
                  <a:cubicBezTo>
                    <a:pt x="169" y="968"/>
                    <a:pt x="353" y="1014"/>
                    <a:pt x="544" y="1030"/>
                  </a:cubicBezTo>
                  <a:cubicBezTo>
                    <a:pt x="644" y="1030"/>
                    <a:pt x="735" y="1022"/>
                    <a:pt x="835" y="1007"/>
                  </a:cubicBezTo>
                  <a:cubicBezTo>
                    <a:pt x="881" y="999"/>
                    <a:pt x="934" y="991"/>
                    <a:pt x="980" y="968"/>
                  </a:cubicBezTo>
                  <a:cubicBezTo>
                    <a:pt x="1042" y="953"/>
                    <a:pt x="1095" y="930"/>
                    <a:pt x="1149" y="907"/>
                  </a:cubicBezTo>
                  <a:cubicBezTo>
                    <a:pt x="1233" y="861"/>
                    <a:pt x="1317" y="800"/>
                    <a:pt x="1386" y="739"/>
                  </a:cubicBezTo>
                  <a:cubicBezTo>
                    <a:pt x="1470" y="662"/>
                    <a:pt x="1539" y="586"/>
                    <a:pt x="1601" y="494"/>
                  </a:cubicBezTo>
                  <a:cubicBezTo>
                    <a:pt x="1700" y="356"/>
                    <a:pt x="1784" y="203"/>
                    <a:pt x="1838" y="34"/>
                  </a:cubicBezTo>
                  <a:cubicBezTo>
                    <a:pt x="1784" y="19"/>
                    <a:pt x="1731" y="11"/>
                    <a:pt x="1677" y="4"/>
                  </a:cubicBezTo>
                  <a:cubicBezTo>
                    <a:pt x="1645" y="2"/>
                    <a:pt x="1612" y="1"/>
                    <a:pt x="1580" y="1"/>
                  </a:cubicBezTo>
                  <a:close/>
                </a:path>
              </a:pathLst>
            </a:custGeom>
            <a:solidFill>
              <a:srgbClr val="F68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7827626" y="2711975"/>
              <a:ext cx="36515" cy="87544"/>
            </a:xfrm>
            <a:custGeom>
              <a:avLst/>
              <a:gdLst/>
              <a:ahLst/>
              <a:cxnLst/>
              <a:rect l="l" t="t" r="r" b="b"/>
              <a:pathLst>
                <a:path w="614" h="1472" extrusionOk="0">
                  <a:moveTo>
                    <a:pt x="347" y="1"/>
                  </a:moveTo>
                  <a:cubicBezTo>
                    <a:pt x="189" y="1"/>
                    <a:pt x="46" y="320"/>
                    <a:pt x="24" y="721"/>
                  </a:cubicBezTo>
                  <a:cubicBezTo>
                    <a:pt x="1" y="1119"/>
                    <a:pt x="108" y="1456"/>
                    <a:pt x="269" y="1471"/>
                  </a:cubicBezTo>
                  <a:cubicBezTo>
                    <a:pt x="270" y="1471"/>
                    <a:pt x="272" y="1471"/>
                    <a:pt x="274" y="1471"/>
                  </a:cubicBezTo>
                  <a:cubicBezTo>
                    <a:pt x="425" y="1471"/>
                    <a:pt x="567" y="1152"/>
                    <a:pt x="590" y="751"/>
                  </a:cubicBezTo>
                  <a:cubicBezTo>
                    <a:pt x="613" y="345"/>
                    <a:pt x="506" y="9"/>
                    <a:pt x="353" y="1"/>
                  </a:cubicBezTo>
                  <a:cubicBezTo>
                    <a:pt x="351" y="1"/>
                    <a:pt x="349" y="1"/>
                    <a:pt x="347" y="1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7632736" y="2615928"/>
              <a:ext cx="82961" cy="277380"/>
            </a:xfrm>
            <a:custGeom>
              <a:avLst/>
              <a:gdLst/>
              <a:ahLst/>
              <a:cxnLst/>
              <a:rect l="l" t="t" r="r" b="b"/>
              <a:pathLst>
                <a:path w="1395" h="4664" extrusionOk="0">
                  <a:moveTo>
                    <a:pt x="1348" y="0"/>
                  </a:moveTo>
                  <a:lnTo>
                    <a:pt x="1348" y="8"/>
                  </a:lnTo>
                  <a:cubicBezTo>
                    <a:pt x="1333" y="8"/>
                    <a:pt x="1318" y="16"/>
                    <a:pt x="1310" y="23"/>
                  </a:cubicBezTo>
                  <a:cubicBezTo>
                    <a:pt x="1256" y="131"/>
                    <a:pt x="1203" y="238"/>
                    <a:pt x="1149" y="345"/>
                  </a:cubicBezTo>
                  <a:cubicBezTo>
                    <a:pt x="1065" y="521"/>
                    <a:pt x="988" y="697"/>
                    <a:pt x="904" y="873"/>
                  </a:cubicBezTo>
                  <a:cubicBezTo>
                    <a:pt x="736" y="1248"/>
                    <a:pt x="521" y="1738"/>
                    <a:pt x="338" y="2259"/>
                  </a:cubicBezTo>
                  <a:cubicBezTo>
                    <a:pt x="253" y="2504"/>
                    <a:pt x="185" y="2741"/>
                    <a:pt x="123" y="2986"/>
                  </a:cubicBezTo>
                  <a:cubicBezTo>
                    <a:pt x="70" y="3208"/>
                    <a:pt x="31" y="3430"/>
                    <a:pt x="16" y="3660"/>
                  </a:cubicBezTo>
                  <a:cubicBezTo>
                    <a:pt x="1" y="3982"/>
                    <a:pt x="54" y="4403"/>
                    <a:pt x="391" y="4587"/>
                  </a:cubicBezTo>
                  <a:cubicBezTo>
                    <a:pt x="491" y="4632"/>
                    <a:pt x="606" y="4663"/>
                    <a:pt x="713" y="4663"/>
                  </a:cubicBezTo>
                  <a:lnTo>
                    <a:pt x="751" y="4663"/>
                  </a:lnTo>
                  <a:cubicBezTo>
                    <a:pt x="874" y="4663"/>
                    <a:pt x="988" y="4640"/>
                    <a:pt x="1111" y="4609"/>
                  </a:cubicBezTo>
                  <a:cubicBezTo>
                    <a:pt x="1142" y="4602"/>
                    <a:pt x="1172" y="4579"/>
                    <a:pt x="1187" y="4548"/>
                  </a:cubicBezTo>
                  <a:cubicBezTo>
                    <a:pt x="1249" y="4449"/>
                    <a:pt x="1180" y="4334"/>
                    <a:pt x="1073" y="4334"/>
                  </a:cubicBezTo>
                  <a:cubicBezTo>
                    <a:pt x="1057" y="4334"/>
                    <a:pt x="1042" y="4334"/>
                    <a:pt x="1034" y="4342"/>
                  </a:cubicBezTo>
                  <a:cubicBezTo>
                    <a:pt x="988" y="4349"/>
                    <a:pt x="935" y="4357"/>
                    <a:pt x="897" y="4364"/>
                  </a:cubicBezTo>
                  <a:cubicBezTo>
                    <a:pt x="851" y="4372"/>
                    <a:pt x="797" y="4372"/>
                    <a:pt x="751" y="4372"/>
                  </a:cubicBezTo>
                  <a:cubicBezTo>
                    <a:pt x="720" y="4372"/>
                    <a:pt x="690" y="4372"/>
                    <a:pt x="659" y="4364"/>
                  </a:cubicBezTo>
                  <a:cubicBezTo>
                    <a:pt x="613" y="4364"/>
                    <a:pt x="575" y="4349"/>
                    <a:pt x="537" y="4334"/>
                  </a:cubicBezTo>
                  <a:cubicBezTo>
                    <a:pt x="514" y="4326"/>
                    <a:pt x="483" y="4311"/>
                    <a:pt x="460" y="4296"/>
                  </a:cubicBezTo>
                  <a:cubicBezTo>
                    <a:pt x="437" y="4273"/>
                    <a:pt x="414" y="4250"/>
                    <a:pt x="391" y="4227"/>
                  </a:cubicBezTo>
                  <a:cubicBezTo>
                    <a:pt x="368" y="4188"/>
                    <a:pt x="345" y="4158"/>
                    <a:pt x="330" y="4119"/>
                  </a:cubicBezTo>
                  <a:cubicBezTo>
                    <a:pt x="307" y="4043"/>
                    <a:pt x="284" y="3966"/>
                    <a:pt x="276" y="3890"/>
                  </a:cubicBezTo>
                  <a:cubicBezTo>
                    <a:pt x="253" y="3675"/>
                    <a:pt x="261" y="3461"/>
                    <a:pt x="292" y="3254"/>
                  </a:cubicBezTo>
                  <a:cubicBezTo>
                    <a:pt x="353" y="2856"/>
                    <a:pt x="445" y="2458"/>
                    <a:pt x="567" y="2075"/>
                  </a:cubicBezTo>
                  <a:cubicBezTo>
                    <a:pt x="682" y="1708"/>
                    <a:pt x="820" y="1325"/>
                    <a:pt x="981" y="942"/>
                  </a:cubicBezTo>
                  <a:cubicBezTo>
                    <a:pt x="1050" y="774"/>
                    <a:pt x="1134" y="590"/>
                    <a:pt x="1218" y="406"/>
                  </a:cubicBezTo>
                  <a:cubicBezTo>
                    <a:pt x="1264" y="299"/>
                    <a:pt x="1325" y="184"/>
                    <a:pt x="1387" y="69"/>
                  </a:cubicBezTo>
                  <a:cubicBezTo>
                    <a:pt x="1394" y="46"/>
                    <a:pt x="1394" y="16"/>
                    <a:pt x="1371" y="8"/>
                  </a:cubicBezTo>
                  <a:cubicBezTo>
                    <a:pt x="1364" y="0"/>
                    <a:pt x="1356" y="0"/>
                    <a:pt x="1348" y="0"/>
                  </a:cubicBez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7491609" y="2497994"/>
              <a:ext cx="154384" cy="83380"/>
            </a:xfrm>
            <a:custGeom>
              <a:avLst/>
              <a:gdLst/>
              <a:ahLst/>
              <a:cxnLst/>
              <a:rect l="l" t="t" r="r" b="b"/>
              <a:pathLst>
                <a:path w="2596" h="1402" extrusionOk="0">
                  <a:moveTo>
                    <a:pt x="1792" y="1"/>
                  </a:moveTo>
                  <a:cubicBezTo>
                    <a:pt x="1570" y="8"/>
                    <a:pt x="1356" y="39"/>
                    <a:pt x="1149" y="100"/>
                  </a:cubicBezTo>
                  <a:cubicBezTo>
                    <a:pt x="475" y="299"/>
                    <a:pt x="0" y="728"/>
                    <a:pt x="100" y="1057"/>
                  </a:cubicBezTo>
                  <a:cubicBezTo>
                    <a:pt x="161" y="1271"/>
                    <a:pt x="452" y="1402"/>
                    <a:pt x="858" y="1402"/>
                  </a:cubicBezTo>
                  <a:cubicBezTo>
                    <a:pt x="1072" y="1402"/>
                    <a:pt x="1287" y="1363"/>
                    <a:pt x="1501" y="1302"/>
                  </a:cubicBezTo>
                  <a:cubicBezTo>
                    <a:pt x="1800" y="1226"/>
                    <a:pt x="2075" y="1080"/>
                    <a:pt x="2313" y="881"/>
                  </a:cubicBezTo>
                  <a:cubicBezTo>
                    <a:pt x="2512" y="697"/>
                    <a:pt x="2596" y="506"/>
                    <a:pt x="2542" y="345"/>
                  </a:cubicBezTo>
                  <a:cubicBezTo>
                    <a:pt x="2481" y="131"/>
                    <a:pt x="2198" y="1"/>
                    <a:pt x="1792" y="1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7823999" y="2512565"/>
              <a:ext cx="160331" cy="92480"/>
            </a:xfrm>
            <a:custGeom>
              <a:avLst/>
              <a:gdLst/>
              <a:ahLst/>
              <a:cxnLst/>
              <a:rect l="l" t="t" r="r" b="b"/>
              <a:pathLst>
                <a:path w="2696" h="1555" extrusionOk="0">
                  <a:moveTo>
                    <a:pt x="743" y="1"/>
                  </a:moveTo>
                  <a:cubicBezTo>
                    <a:pt x="383" y="1"/>
                    <a:pt x="131" y="115"/>
                    <a:pt x="62" y="307"/>
                  </a:cubicBezTo>
                  <a:cubicBezTo>
                    <a:pt x="0" y="475"/>
                    <a:pt x="69" y="682"/>
                    <a:pt x="261" y="881"/>
                  </a:cubicBezTo>
                  <a:cubicBezTo>
                    <a:pt x="490" y="1111"/>
                    <a:pt x="774" y="1287"/>
                    <a:pt x="1080" y="1402"/>
                  </a:cubicBezTo>
                  <a:cubicBezTo>
                    <a:pt x="1333" y="1501"/>
                    <a:pt x="1608" y="1555"/>
                    <a:pt x="1884" y="1555"/>
                  </a:cubicBezTo>
                  <a:cubicBezTo>
                    <a:pt x="2244" y="1555"/>
                    <a:pt x="2489" y="1448"/>
                    <a:pt x="2565" y="1249"/>
                  </a:cubicBezTo>
                  <a:cubicBezTo>
                    <a:pt x="2695" y="912"/>
                    <a:pt x="2236" y="422"/>
                    <a:pt x="1547" y="161"/>
                  </a:cubicBezTo>
                  <a:cubicBezTo>
                    <a:pt x="1287" y="62"/>
                    <a:pt x="1011" y="8"/>
                    <a:pt x="743" y="1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7519382" y="3246988"/>
              <a:ext cx="481291" cy="622082"/>
            </a:xfrm>
            <a:custGeom>
              <a:avLst/>
              <a:gdLst/>
              <a:ahLst/>
              <a:cxnLst/>
              <a:rect l="l" t="t" r="r" b="b"/>
              <a:pathLst>
                <a:path w="8093" h="10460" extrusionOk="0">
                  <a:moveTo>
                    <a:pt x="4755" y="1"/>
                  </a:moveTo>
                  <a:cubicBezTo>
                    <a:pt x="4395" y="1"/>
                    <a:pt x="4043" y="62"/>
                    <a:pt x="3714" y="192"/>
                  </a:cubicBezTo>
                  <a:cubicBezTo>
                    <a:pt x="3530" y="261"/>
                    <a:pt x="3361" y="361"/>
                    <a:pt x="3201" y="476"/>
                  </a:cubicBezTo>
                  <a:cubicBezTo>
                    <a:pt x="3124" y="537"/>
                    <a:pt x="3048" y="606"/>
                    <a:pt x="2971" y="675"/>
                  </a:cubicBezTo>
                  <a:cubicBezTo>
                    <a:pt x="2917" y="728"/>
                    <a:pt x="2871" y="789"/>
                    <a:pt x="2818" y="851"/>
                  </a:cubicBezTo>
                  <a:cubicBezTo>
                    <a:pt x="2764" y="782"/>
                    <a:pt x="2703" y="713"/>
                    <a:pt x="2642" y="659"/>
                  </a:cubicBezTo>
                  <a:cubicBezTo>
                    <a:pt x="2519" y="560"/>
                    <a:pt x="2374" y="476"/>
                    <a:pt x="2228" y="422"/>
                  </a:cubicBezTo>
                  <a:cubicBezTo>
                    <a:pt x="2113" y="384"/>
                    <a:pt x="1991" y="368"/>
                    <a:pt x="1868" y="368"/>
                  </a:cubicBezTo>
                  <a:cubicBezTo>
                    <a:pt x="1830" y="368"/>
                    <a:pt x="1792" y="368"/>
                    <a:pt x="1754" y="376"/>
                  </a:cubicBezTo>
                  <a:cubicBezTo>
                    <a:pt x="1417" y="414"/>
                    <a:pt x="1111" y="560"/>
                    <a:pt x="858" y="789"/>
                  </a:cubicBezTo>
                  <a:cubicBezTo>
                    <a:pt x="644" y="989"/>
                    <a:pt x="467" y="1234"/>
                    <a:pt x="337" y="1501"/>
                  </a:cubicBezTo>
                  <a:cubicBezTo>
                    <a:pt x="199" y="1785"/>
                    <a:pt x="108" y="2091"/>
                    <a:pt x="69" y="2405"/>
                  </a:cubicBezTo>
                  <a:cubicBezTo>
                    <a:pt x="0" y="2834"/>
                    <a:pt x="16" y="3270"/>
                    <a:pt x="123" y="3691"/>
                  </a:cubicBezTo>
                  <a:cubicBezTo>
                    <a:pt x="108" y="3706"/>
                    <a:pt x="100" y="3729"/>
                    <a:pt x="100" y="3760"/>
                  </a:cubicBezTo>
                  <a:cubicBezTo>
                    <a:pt x="92" y="4189"/>
                    <a:pt x="146" y="4618"/>
                    <a:pt x="261" y="5031"/>
                  </a:cubicBezTo>
                  <a:cubicBezTo>
                    <a:pt x="383" y="5437"/>
                    <a:pt x="544" y="5827"/>
                    <a:pt x="743" y="6202"/>
                  </a:cubicBezTo>
                  <a:cubicBezTo>
                    <a:pt x="1065" y="6777"/>
                    <a:pt x="1417" y="7328"/>
                    <a:pt x="1807" y="7864"/>
                  </a:cubicBezTo>
                  <a:lnTo>
                    <a:pt x="1853" y="7925"/>
                  </a:lnTo>
                  <a:lnTo>
                    <a:pt x="2136" y="8331"/>
                  </a:lnTo>
                  <a:cubicBezTo>
                    <a:pt x="2228" y="8469"/>
                    <a:pt x="2328" y="8606"/>
                    <a:pt x="2420" y="8759"/>
                  </a:cubicBezTo>
                  <a:cubicBezTo>
                    <a:pt x="2458" y="8821"/>
                    <a:pt x="2496" y="8882"/>
                    <a:pt x="2527" y="8943"/>
                  </a:cubicBezTo>
                  <a:lnTo>
                    <a:pt x="2550" y="8974"/>
                  </a:lnTo>
                  <a:cubicBezTo>
                    <a:pt x="2596" y="9050"/>
                    <a:pt x="2642" y="9127"/>
                    <a:pt x="2688" y="9196"/>
                  </a:cubicBezTo>
                  <a:cubicBezTo>
                    <a:pt x="2780" y="9341"/>
                    <a:pt x="2879" y="9487"/>
                    <a:pt x="2986" y="9617"/>
                  </a:cubicBezTo>
                  <a:cubicBezTo>
                    <a:pt x="3101" y="9762"/>
                    <a:pt x="3239" y="9885"/>
                    <a:pt x="3384" y="9992"/>
                  </a:cubicBezTo>
                  <a:cubicBezTo>
                    <a:pt x="3407" y="10007"/>
                    <a:pt x="3423" y="10015"/>
                    <a:pt x="3446" y="10015"/>
                  </a:cubicBezTo>
                  <a:lnTo>
                    <a:pt x="3484" y="10015"/>
                  </a:lnTo>
                  <a:cubicBezTo>
                    <a:pt x="3499" y="10007"/>
                    <a:pt x="3515" y="10000"/>
                    <a:pt x="3530" y="9984"/>
                  </a:cubicBezTo>
                  <a:cubicBezTo>
                    <a:pt x="3721" y="10161"/>
                    <a:pt x="3943" y="10291"/>
                    <a:pt x="4181" y="10367"/>
                  </a:cubicBezTo>
                  <a:cubicBezTo>
                    <a:pt x="4357" y="10428"/>
                    <a:pt x="4540" y="10459"/>
                    <a:pt x="4724" y="10459"/>
                  </a:cubicBezTo>
                  <a:cubicBezTo>
                    <a:pt x="4778" y="10459"/>
                    <a:pt x="4831" y="10459"/>
                    <a:pt x="4885" y="10451"/>
                  </a:cubicBezTo>
                  <a:cubicBezTo>
                    <a:pt x="5122" y="10428"/>
                    <a:pt x="5360" y="10360"/>
                    <a:pt x="5582" y="10260"/>
                  </a:cubicBezTo>
                  <a:cubicBezTo>
                    <a:pt x="5796" y="10153"/>
                    <a:pt x="5995" y="10023"/>
                    <a:pt x="6179" y="9854"/>
                  </a:cubicBezTo>
                  <a:cubicBezTo>
                    <a:pt x="6355" y="9694"/>
                    <a:pt x="6516" y="9510"/>
                    <a:pt x="6646" y="9303"/>
                  </a:cubicBezTo>
                  <a:cubicBezTo>
                    <a:pt x="6906" y="8897"/>
                    <a:pt x="7021" y="8423"/>
                    <a:pt x="6975" y="7948"/>
                  </a:cubicBezTo>
                  <a:cubicBezTo>
                    <a:pt x="6967" y="7856"/>
                    <a:pt x="6952" y="7772"/>
                    <a:pt x="6929" y="7680"/>
                  </a:cubicBezTo>
                  <a:cubicBezTo>
                    <a:pt x="7067" y="7657"/>
                    <a:pt x="7197" y="7603"/>
                    <a:pt x="7320" y="7527"/>
                  </a:cubicBezTo>
                  <a:cubicBezTo>
                    <a:pt x="7664" y="7320"/>
                    <a:pt x="7909" y="6983"/>
                    <a:pt x="8009" y="6600"/>
                  </a:cubicBezTo>
                  <a:cubicBezTo>
                    <a:pt x="8070" y="6409"/>
                    <a:pt x="8093" y="6202"/>
                    <a:pt x="8085" y="6003"/>
                  </a:cubicBezTo>
                  <a:cubicBezTo>
                    <a:pt x="8085" y="5797"/>
                    <a:pt x="8047" y="5597"/>
                    <a:pt x="7986" y="5398"/>
                  </a:cubicBezTo>
                  <a:cubicBezTo>
                    <a:pt x="7924" y="5199"/>
                    <a:pt x="7833" y="5016"/>
                    <a:pt x="7710" y="4840"/>
                  </a:cubicBezTo>
                  <a:cubicBezTo>
                    <a:pt x="7580" y="4663"/>
                    <a:pt x="7419" y="4510"/>
                    <a:pt x="7243" y="4388"/>
                  </a:cubicBezTo>
                  <a:cubicBezTo>
                    <a:pt x="7182" y="4342"/>
                    <a:pt x="7113" y="4304"/>
                    <a:pt x="7052" y="4273"/>
                  </a:cubicBezTo>
                  <a:cubicBezTo>
                    <a:pt x="7151" y="4135"/>
                    <a:pt x="7243" y="3990"/>
                    <a:pt x="7320" y="3837"/>
                  </a:cubicBezTo>
                  <a:cubicBezTo>
                    <a:pt x="7381" y="3706"/>
                    <a:pt x="7442" y="3576"/>
                    <a:pt x="7496" y="3438"/>
                  </a:cubicBezTo>
                  <a:cubicBezTo>
                    <a:pt x="7588" y="3209"/>
                    <a:pt x="7641" y="2964"/>
                    <a:pt x="7672" y="2711"/>
                  </a:cubicBezTo>
                  <a:cubicBezTo>
                    <a:pt x="7695" y="2489"/>
                    <a:pt x="7680" y="2267"/>
                    <a:pt x="7641" y="2053"/>
                  </a:cubicBezTo>
                  <a:cubicBezTo>
                    <a:pt x="7565" y="1655"/>
                    <a:pt x="7373" y="1279"/>
                    <a:pt x="7098" y="981"/>
                  </a:cubicBezTo>
                  <a:cubicBezTo>
                    <a:pt x="6814" y="690"/>
                    <a:pt x="6477" y="453"/>
                    <a:pt x="6102" y="299"/>
                  </a:cubicBezTo>
                  <a:cubicBezTo>
                    <a:pt x="5720" y="131"/>
                    <a:pt x="5306" y="39"/>
                    <a:pt x="4885" y="24"/>
                  </a:cubicBezTo>
                  <a:lnTo>
                    <a:pt x="4755" y="24"/>
                  </a:lnTo>
                  <a:lnTo>
                    <a:pt x="4755" y="1"/>
                  </a:lnTo>
                  <a:close/>
                </a:path>
              </a:pathLst>
            </a:custGeom>
            <a:solidFill>
              <a:srgbClr val="FEA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7702437" y="3256087"/>
              <a:ext cx="298242" cy="612507"/>
            </a:xfrm>
            <a:custGeom>
              <a:avLst/>
              <a:gdLst/>
              <a:ahLst/>
              <a:cxnLst/>
              <a:rect l="l" t="t" r="r" b="b"/>
              <a:pathLst>
                <a:path w="5015" h="10299" extrusionOk="0">
                  <a:moveTo>
                    <a:pt x="2695" y="1"/>
                  </a:moveTo>
                  <a:lnTo>
                    <a:pt x="2695" y="1"/>
                  </a:lnTo>
                  <a:cubicBezTo>
                    <a:pt x="2787" y="78"/>
                    <a:pt x="2871" y="169"/>
                    <a:pt x="2955" y="261"/>
                  </a:cubicBezTo>
                  <a:lnTo>
                    <a:pt x="2955" y="254"/>
                  </a:lnTo>
                  <a:cubicBezTo>
                    <a:pt x="3063" y="391"/>
                    <a:pt x="3154" y="537"/>
                    <a:pt x="3231" y="698"/>
                  </a:cubicBezTo>
                  <a:cubicBezTo>
                    <a:pt x="3308" y="866"/>
                    <a:pt x="3361" y="1042"/>
                    <a:pt x="3392" y="1226"/>
                  </a:cubicBezTo>
                  <a:cubicBezTo>
                    <a:pt x="3422" y="1417"/>
                    <a:pt x="3430" y="1616"/>
                    <a:pt x="3407" y="1808"/>
                  </a:cubicBezTo>
                  <a:cubicBezTo>
                    <a:pt x="3399" y="1900"/>
                    <a:pt x="3384" y="1992"/>
                    <a:pt x="3361" y="2076"/>
                  </a:cubicBezTo>
                  <a:cubicBezTo>
                    <a:pt x="3338" y="2160"/>
                    <a:pt x="3315" y="2244"/>
                    <a:pt x="3277" y="2321"/>
                  </a:cubicBezTo>
                  <a:cubicBezTo>
                    <a:pt x="3246" y="2405"/>
                    <a:pt x="3208" y="2482"/>
                    <a:pt x="3162" y="2558"/>
                  </a:cubicBezTo>
                  <a:cubicBezTo>
                    <a:pt x="3124" y="2635"/>
                    <a:pt x="3078" y="2704"/>
                    <a:pt x="3024" y="2773"/>
                  </a:cubicBezTo>
                  <a:cubicBezTo>
                    <a:pt x="2925" y="2918"/>
                    <a:pt x="2802" y="3048"/>
                    <a:pt x="2680" y="3171"/>
                  </a:cubicBezTo>
                  <a:cubicBezTo>
                    <a:pt x="2427" y="3408"/>
                    <a:pt x="2159" y="3615"/>
                    <a:pt x="1868" y="3798"/>
                  </a:cubicBezTo>
                  <a:cubicBezTo>
                    <a:pt x="1983" y="3821"/>
                    <a:pt x="2090" y="3860"/>
                    <a:pt x="2190" y="3906"/>
                  </a:cubicBezTo>
                  <a:cubicBezTo>
                    <a:pt x="2312" y="3959"/>
                    <a:pt x="2435" y="4028"/>
                    <a:pt x="2542" y="4112"/>
                  </a:cubicBezTo>
                  <a:cubicBezTo>
                    <a:pt x="2756" y="4281"/>
                    <a:pt x="2925" y="4495"/>
                    <a:pt x="3040" y="4740"/>
                  </a:cubicBezTo>
                  <a:cubicBezTo>
                    <a:pt x="3132" y="4947"/>
                    <a:pt x="3193" y="5169"/>
                    <a:pt x="3200" y="5391"/>
                  </a:cubicBezTo>
                  <a:cubicBezTo>
                    <a:pt x="3216" y="5605"/>
                    <a:pt x="3170" y="5820"/>
                    <a:pt x="3078" y="6011"/>
                  </a:cubicBezTo>
                  <a:cubicBezTo>
                    <a:pt x="2986" y="6210"/>
                    <a:pt x="2833" y="6371"/>
                    <a:pt x="2642" y="6470"/>
                  </a:cubicBezTo>
                  <a:cubicBezTo>
                    <a:pt x="2527" y="6524"/>
                    <a:pt x="2412" y="6570"/>
                    <a:pt x="2289" y="6601"/>
                  </a:cubicBezTo>
                  <a:cubicBezTo>
                    <a:pt x="2190" y="6616"/>
                    <a:pt x="2083" y="6631"/>
                    <a:pt x="1975" y="6631"/>
                  </a:cubicBezTo>
                  <a:cubicBezTo>
                    <a:pt x="2090" y="6723"/>
                    <a:pt x="2197" y="6823"/>
                    <a:pt x="2289" y="6930"/>
                  </a:cubicBezTo>
                  <a:cubicBezTo>
                    <a:pt x="2412" y="7075"/>
                    <a:pt x="2519" y="7228"/>
                    <a:pt x="2596" y="7397"/>
                  </a:cubicBezTo>
                  <a:cubicBezTo>
                    <a:pt x="2672" y="7558"/>
                    <a:pt x="2726" y="7734"/>
                    <a:pt x="2749" y="7910"/>
                  </a:cubicBezTo>
                  <a:cubicBezTo>
                    <a:pt x="2764" y="8002"/>
                    <a:pt x="2764" y="8101"/>
                    <a:pt x="2756" y="8193"/>
                  </a:cubicBezTo>
                  <a:cubicBezTo>
                    <a:pt x="2749" y="8277"/>
                    <a:pt x="2741" y="8361"/>
                    <a:pt x="2718" y="8446"/>
                  </a:cubicBezTo>
                  <a:cubicBezTo>
                    <a:pt x="2687" y="8538"/>
                    <a:pt x="2657" y="8629"/>
                    <a:pt x="2611" y="8714"/>
                  </a:cubicBezTo>
                  <a:cubicBezTo>
                    <a:pt x="2565" y="8798"/>
                    <a:pt x="2511" y="8874"/>
                    <a:pt x="2458" y="8951"/>
                  </a:cubicBezTo>
                  <a:cubicBezTo>
                    <a:pt x="2358" y="9066"/>
                    <a:pt x="2251" y="9165"/>
                    <a:pt x="2129" y="9257"/>
                  </a:cubicBezTo>
                  <a:cubicBezTo>
                    <a:pt x="2014" y="9341"/>
                    <a:pt x="1891" y="9418"/>
                    <a:pt x="1753" y="9472"/>
                  </a:cubicBezTo>
                  <a:cubicBezTo>
                    <a:pt x="1616" y="9533"/>
                    <a:pt x="1470" y="9571"/>
                    <a:pt x="1325" y="9602"/>
                  </a:cubicBezTo>
                  <a:cubicBezTo>
                    <a:pt x="1146" y="9633"/>
                    <a:pt x="962" y="9649"/>
                    <a:pt x="778" y="9649"/>
                  </a:cubicBezTo>
                  <a:cubicBezTo>
                    <a:pt x="646" y="9649"/>
                    <a:pt x="514" y="9641"/>
                    <a:pt x="383" y="9625"/>
                  </a:cubicBezTo>
                  <a:cubicBezTo>
                    <a:pt x="253" y="9617"/>
                    <a:pt x="130" y="9594"/>
                    <a:pt x="0" y="9571"/>
                  </a:cubicBezTo>
                  <a:lnTo>
                    <a:pt x="0" y="9571"/>
                  </a:lnTo>
                  <a:cubicBezTo>
                    <a:pt x="92" y="9671"/>
                    <a:pt x="199" y="9755"/>
                    <a:pt x="306" y="9839"/>
                  </a:cubicBezTo>
                  <a:cubicBezTo>
                    <a:pt x="322" y="9847"/>
                    <a:pt x="345" y="9854"/>
                    <a:pt x="368" y="9854"/>
                  </a:cubicBezTo>
                  <a:cubicBezTo>
                    <a:pt x="383" y="9854"/>
                    <a:pt x="391" y="9854"/>
                    <a:pt x="406" y="9847"/>
                  </a:cubicBezTo>
                  <a:cubicBezTo>
                    <a:pt x="421" y="9847"/>
                    <a:pt x="444" y="9839"/>
                    <a:pt x="452" y="9824"/>
                  </a:cubicBezTo>
                  <a:cubicBezTo>
                    <a:pt x="643" y="10000"/>
                    <a:pt x="858" y="10130"/>
                    <a:pt x="1103" y="10207"/>
                  </a:cubicBezTo>
                  <a:cubicBezTo>
                    <a:pt x="1279" y="10268"/>
                    <a:pt x="1455" y="10298"/>
                    <a:pt x="1646" y="10298"/>
                  </a:cubicBezTo>
                  <a:cubicBezTo>
                    <a:pt x="1700" y="10298"/>
                    <a:pt x="1753" y="10298"/>
                    <a:pt x="1807" y="10291"/>
                  </a:cubicBezTo>
                  <a:cubicBezTo>
                    <a:pt x="2044" y="10260"/>
                    <a:pt x="2282" y="10199"/>
                    <a:pt x="2504" y="10092"/>
                  </a:cubicBezTo>
                  <a:cubicBezTo>
                    <a:pt x="2718" y="9992"/>
                    <a:pt x="2925" y="9854"/>
                    <a:pt x="3101" y="9694"/>
                  </a:cubicBezTo>
                  <a:cubicBezTo>
                    <a:pt x="3285" y="9525"/>
                    <a:pt x="3438" y="9341"/>
                    <a:pt x="3568" y="9135"/>
                  </a:cubicBezTo>
                  <a:cubicBezTo>
                    <a:pt x="3828" y="8737"/>
                    <a:pt x="3951" y="8254"/>
                    <a:pt x="3905" y="7780"/>
                  </a:cubicBezTo>
                  <a:cubicBezTo>
                    <a:pt x="3889" y="7688"/>
                    <a:pt x="3874" y="7604"/>
                    <a:pt x="3851" y="7512"/>
                  </a:cubicBezTo>
                  <a:cubicBezTo>
                    <a:pt x="3989" y="7489"/>
                    <a:pt x="4127" y="7435"/>
                    <a:pt x="4249" y="7359"/>
                  </a:cubicBezTo>
                  <a:cubicBezTo>
                    <a:pt x="4586" y="7152"/>
                    <a:pt x="4831" y="6823"/>
                    <a:pt x="4938" y="6432"/>
                  </a:cubicBezTo>
                  <a:cubicBezTo>
                    <a:pt x="4992" y="6241"/>
                    <a:pt x="5015" y="6034"/>
                    <a:pt x="5015" y="5835"/>
                  </a:cubicBezTo>
                  <a:cubicBezTo>
                    <a:pt x="5007" y="5628"/>
                    <a:pt x="4977" y="5422"/>
                    <a:pt x="4908" y="5230"/>
                  </a:cubicBezTo>
                  <a:cubicBezTo>
                    <a:pt x="4846" y="5031"/>
                    <a:pt x="4755" y="4840"/>
                    <a:pt x="4632" y="4671"/>
                  </a:cubicBezTo>
                  <a:cubicBezTo>
                    <a:pt x="4502" y="4495"/>
                    <a:pt x="4349" y="4342"/>
                    <a:pt x="4165" y="4212"/>
                  </a:cubicBezTo>
                  <a:cubicBezTo>
                    <a:pt x="4104" y="4174"/>
                    <a:pt x="4035" y="4135"/>
                    <a:pt x="3974" y="4105"/>
                  </a:cubicBezTo>
                  <a:cubicBezTo>
                    <a:pt x="4081" y="3967"/>
                    <a:pt x="4173" y="3821"/>
                    <a:pt x="4242" y="3668"/>
                  </a:cubicBezTo>
                  <a:cubicBezTo>
                    <a:pt x="4311" y="3538"/>
                    <a:pt x="4372" y="3408"/>
                    <a:pt x="4418" y="3270"/>
                  </a:cubicBezTo>
                  <a:cubicBezTo>
                    <a:pt x="4510" y="3040"/>
                    <a:pt x="4571" y="2795"/>
                    <a:pt x="4594" y="2543"/>
                  </a:cubicBezTo>
                  <a:cubicBezTo>
                    <a:pt x="4617" y="2321"/>
                    <a:pt x="4609" y="2099"/>
                    <a:pt x="4571" y="1884"/>
                  </a:cubicBezTo>
                  <a:cubicBezTo>
                    <a:pt x="4487" y="1486"/>
                    <a:pt x="4295" y="1111"/>
                    <a:pt x="4020" y="813"/>
                  </a:cubicBezTo>
                  <a:cubicBezTo>
                    <a:pt x="3744" y="514"/>
                    <a:pt x="3407" y="284"/>
                    <a:pt x="3032" y="131"/>
                  </a:cubicBezTo>
                  <a:cubicBezTo>
                    <a:pt x="2917" y="85"/>
                    <a:pt x="2810" y="39"/>
                    <a:pt x="2695" y="1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7839461" y="3676854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6806786" y="3405482"/>
              <a:ext cx="945751" cy="766363"/>
            </a:xfrm>
            <a:custGeom>
              <a:avLst/>
              <a:gdLst/>
              <a:ahLst/>
              <a:cxnLst/>
              <a:rect l="l" t="t" r="r" b="b"/>
              <a:pathLst>
                <a:path w="15903" h="12886" extrusionOk="0">
                  <a:moveTo>
                    <a:pt x="8223" y="0"/>
                  </a:moveTo>
                  <a:cubicBezTo>
                    <a:pt x="8224" y="0"/>
                    <a:pt x="8226" y="0"/>
                    <a:pt x="8227" y="0"/>
                  </a:cubicBezTo>
                  <a:lnTo>
                    <a:pt x="8227" y="0"/>
                  </a:lnTo>
                  <a:cubicBezTo>
                    <a:pt x="8228" y="0"/>
                    <a:pt x="8230" y="0"/>
                    <a:pt x="8231" y="0"/>
                  </a:cubicBezTo>
                  <a:close/>
                  <a:moveTo>
                    <a:pt x="8227" y="0"/>
                  </a:moveTo>
                  <a:cubicBezTo>
                    <a:pt x="7845" y="0"/>
                    <a:pt x="7449" y="16"/>
                    <a:pt x="7052" y="54"/>
                  </a:cubicBezTo>
                  <a:cubicBezTo>
                    <a:pt x="6240" y="138"/>
                    <a:pt x="5452" y="314"/>
                    <a:pt x="4678" y="574"/>
                  </a:cubicBezTo>
                  <a:cubicBezTo>
                    <a:pt x="3920" y="827"/>
                    <a:pt x="3201" y="1187"/>
                    <a:pt x="2535" y="1639"/>
                  </a:cubicBezTo>
                  <a:cubicBezTo>
                    <a:pt x="2206" y="1861"/>
                    <a:pt x="1892" y="2113"/>
                    <a:pt x="1601" y="2389"/>
                  </a:cubicBezTo>
                  <a:cubicBezTo>
                    <a:pt x="1471" y="2511"/>
                    <a:pt x="1325" y="2657"/>
                    <a:pt x="1180" y="2818"/>
                  </a:cubicBezTo>
                  <a:cubicBezTo>
                    <a:pt x="1026" y="2986"/>
                    <a:pt x="889" y="3155"/>
                    <a:pt x="759" y="3338"/>
                  </a:cubicBezTo>
                  <a:cubicBezTo>
                    <a:pt x="491" y="3706"/>
                    <a:pt x="291" y="4112"/>
                    <a:pt x="154" y="4540"/>
                  </a:cubicBezTo>
                  <a:cubicBezTo>
                    <a:pt x="92" y="4747"/>
                    <a:pt x="46" y="4961"/>
                    <a:pt x="24" y="5183"/>
                  </a:cubicBezTo>
                  <a:cubicBezTo>
                    <a:pt x="1" y="5398"/>
                    <a:pt x="1" y="5620"/>
                    <a:pt x="24" y="5834"/>
                  </a:cubicBezTo>
                  <a:cubicBezTo>
                    <a:pt x="77" y="6294"/>
                    <a:pt x="230" y="6730"/>
                    <a:pt x="460" y="7128"/>
                  </a:cubicBezTo>
                  <a:cubicBezTo>
                    <a:pt x="651" y="7419"/>
                    <a:pt x="873" y="7687"/>
                    <a:pt x="1126" y="7932"/>
                  </a:cubicBezTo>
                  <a:lnTo>
                    <a:pt x="1218" y="8031"/>
                  </a:lnTo>
                  <a:cubicBezTo>
                    <a:pt x="1417" y="8231"/>
                    <a:pt x="1601" y="8445"/>
                    <a:pt x="1761" y="8682"/>
                  </a:cubicBezTo>
                  <a:cubicBezTo>
                    <a:pt x="1838" y="8797"/>
                    <a:pt x="1892" y="8912"/>
                    <a:pt x="1938" y="9042"/>
                  </a:cubicBezTo>
                  <a:lnTo>
                    <a:pt x="1945" y="9065"/>
                  </a:lnTo>
                  <a:lnTo>
                    <a:pt x="1945" y="9088"/>
                  </a:lnTo>
                  <a:lnTo>
                    <a:pt x="1945" y="9103"/>
                  </a:lnTo>
                  <a:lnTo>
                    <a:pt x="1953" y="9126"/>
                  </a:lnTo>
                  <a:cubicBezTo>
                    <a:pt x="1961" y="9157"/>
                    <a:pt x="1983" y="9188"/>
                    <a:pt x="2006" y="9210"/>
                  </a:cubicBezTo>
                  <a:cubicBezTo>
                    <a:pt x="2006" y="9249"/>
                    <a:pt x="2029" y="9279"/>
                    <a:pt x="2060" y="9302"/>
                  </a:cubicBezTo>
                  <a:lnTo>
                    <a:pt x="2098" y="9325"/>
                  </a:lnTo>
                  <a:lnTo>
                    <a:pt x="2121" y="9333"/>
                  </a:lnTo>
                  <a:cubicBezTo>
                    <a:pt x="2137" y="9348"/>
                    <a:pt x="2152" y="9356"/>
                    <a:pt x="2167" y="9364"/>
                  </a:cubicBezTo>
                  <a:lnTo>
                    <a:pt x="2190" y="9379"/>
                  </a:lnTo>
                  <a:lnTo>
                    <a:pt x="2351" y="9463"/>
                  </a:lnTo>
                  <a:cubicBezTo>
                    <a:pt x="2458" y="9532"/>
                    <a:pt x="2565" y="9601"/>
                    <a:pt x="2673" y="9670"/>
                  </a:cubicBezTo>
                  <a:cubicBezTo>
                    <a:pt x="2856" y="9785"/>
                    <a:pt x="3048" y="9915"/>
                    <a:pt x="3277" y="10083"/>
                  </a:cubicBezTo>
                  <a:cubicBezTo>
                    <a:pt x="3507" y="10252"/>
                    <a:pt x="3706" y="10405"/>
                    <a:pt x="3920" y="10573"/>
                  </a:cubicBezTo>
                  <a:lnTo>
                    <a:pt x="3974" y="10619"/>
                  </a:lnTo>
                  <a:cubicBezTo>
                    <a:pt x="4135" y="10734"/>
                    <a:pt x="4288" y="10857"/>
                    <a:pt x="4441" y="10971"/>
                  </a:cubicBezTo>
                  <a:cubicBezTo>
                    <a:pt x="4655" y="11132"/>
                    <a:pt x="4839" y="11262"/>
                    <a:pt x="5015" y="11385"/>
                  </a:cubicBezTo>
                  <a:cubicBezTo>
                    <a:pt x="5184" y="11492"/>
                    <a:pt x="5367" y="11599"/>
                    <a:pt x="5574" y="11714"/>
                  </a:cubicBezTo>
                  <a:cubicBezTo>
                    <a:pt x="6738" y="12365"/>
                    <a:pt x="8032" y="12763"/>
                    <a:pt x="9364" y="12862"/>
                  </a:cubicBezTo>
                  <a:cubicBezTo>
                    <a:pt x="9578" y="12878"/>
                    <a:pt x="9793" y="12885"/>
                    <a:pt x="9984" y="12885"/>
                  </a:cubicBezTo>
                  <a:cubicBezTo>
                    <a:pt x="10010" y="12886"/>
                    <a:pt x="10036" y="12886"/>
                    <a:pt x="10062" y="12886"/>
                  </a:cubicBezTo>
                  <a:cubicBezTo>
                    <a:pt x="10709" y="12886"/>
                    <a:pt x="11349" y="12794"/>
                    <a:pt x="11975" y="12617"/>
                  </a:cubicBezTo>
                  <a:cubicBezTo>
                    <a:pt x="12350" y="12518"/>
                    <a:pt x="12710" y="12372"/>
                    <a:pt x="13054" y="12196"/>
                  </a:cubicBezTo>
                  <a:cubicBezTo>
                    <a:pt x="13682" y="11867"/>
                    <a:pt x="14233" y="11408"/>
                    <a:pt x="14662" y="10849"/>
                  </a:cubicBezTo>
                  <a:cubicBezTo>
                    <a:pt x="14876" y="10581"/>
                    <a:pt x="15060" y="10282"/>
                    <a:pt x="15213" y="9976"/>
                  </a:cubicBezTo>
                  <a:cubicBezTo>
                    <a:pt x="15520" y="9348"/>
                    <a:pt x="15719" y="8675"/>
                    <a:pt x="15810" y="7986"/>
                  </a:cubicBezTo>
                  <a:cubicBezTo>
                    <a:pt x="15902" y="7266"/>
                    <a:pt x="15887" y="6531"/>
                    <a:pt x="15780" y="5819"/>
                  </a:cubicBezTo>
                  <a:cubicBezTo>
                    <a:pt x="15726" y="5444"/>
                    <a:pt x="15642" y="5076"/>
                    <a:pt x="15535" y="4709"/>
                  </a:cubicBezTo>
                  <a:cubicBezTo>
                    <a:pt x="15420" y="4334"/>
                    <a:pt x="15267" y="3974"/>
                    <a:pt x="15083" y="3629"/>
                  </a:cubicBezTo>
                  <a:cubicBezTo>
                    <a:pt x="14907" y="3285"/>
                    <a:pt x="14693" y="2963"/>
                    <a:pt x="14455" y="2665"/>
                  </a:cubicBezTo>
                  <a:cubicBezTo>
                    <a:pt x="14218" y="2366"/>
                    <a:pt x="13958" y="2083"/>
                    <a:pt x="13667" y="1830"/>
                  </a:cubicBezTo>
                  <a:cubicBezTo>
                    <a:pt x="13100" y="1325"/>
                    <a:pt x="12442" y="911"/>
                    <a:pt x="11737" y="620"/>
                  </a:cubicBezTo>
                  <a:cubicBezTo>
                    <a:pt x="11378" y="475"/>
                    <a:pt x="11010" y="352"/>
                    <a:pt x="10627" y="261"/>
                  </a:cubicBezTo>
                  <a:cubicBezTo>
                    <a:pt x="10244" y="169"/>
                    <a:pt x="9854" y="107"/>
                    <a:pt x="9456" y="61"/>
                  </a:cubicBezTo>
                  <a:cubicBezTo>
                    <a:pt x="9051" y="23"/>
                    <a:pt x="8639" y="0"/>
                    <a:pt x="8227" y="0"/>
                  </a:cubicBezTo>
                  <a:close/>
                </a:path>
              </a:pathLst>
            </a:custGeom>
            <a:solidFill>
              <a:srgbClr val="FEA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7409656" y="3414997"/>
              <a:ext cx="348792" cy="570639"/>
            </a:xfrm>
            <a:custGeom>
              <a:avLst/>
              <a:gdLst/>
              <a:ahLst/>
              <a:cxnLst/>
              <a:rect l="l" t="t" r="r" b="b"/>
              <a:pathLst>
                <a:path w="5865" h="9595" extrusionOk="0">
                  <a:moveTo>
                    <a:pt x="0" y="1"/>
                  </a:moveTo>
                  <a:cubicBezTo>
                    <a:pt x="0" y="1"/>
                    <a:pt x="0" y="9"/>
                    <a:pt x="0" y="16"/>
                  </a:cubicBezTo>
                  <a:lnTo>
                    <a:pt x="0" y="24"/>
                  </a:lnTo>
                  <a:cubicBezTo>
                    <a:pt x="146" y="47"/>
                    <a:pt x="291" y="85"/>
                    <a:pt x="437" y="131"/>
                  </a:cubicBezTo>
                  <a:cubicBezTo>
                    <a:pt x="552" y="162"/>
                    <a:pt x="666" y="200"/>
                    <a:pt x="781" y="246"/>
                  </a:cubicBezTo>
                  <a:lnTo>
                    <a:pt x="865" y="277"/>
                  </a:lnTo>
                  <a:lnTo>
                    <a:pt x="911" y="284"/>
                  </a:lnTo>
                  <a:cubicBezTo>
                    <a:pt x="1080" y="338"/>
                    <a:pt x="1248" y="399"/>
                    <a:pt x="1409" y="468"/>
                  </a:cubicBezTo>
                  <a:cubicBezTo>
                    <a:pt x="1463" y="491"/>
                    <a:pt x="1524" y="514"/>
                    <a:pt x="1577" y="545"/>
                  </a:cubicBezTo>
                  <a:cubicBezTo>
                    <a:pt x="1700" y="598"/>
                    <a:pt x="1822" y="659"/>
                    <a:pt x="1953" y="721"/>
                  </a:cubicBezTo>
                  <a:cubicBezTo>
                    <a:pt x="2090" y="790"/>
                    <a:pt x="2228" y="874"/>
                    <a:pt x="2366" y="958"/>
                  </a:cubicBezTo>
                  <a:cubicBezTo>
                    <a:pt x="2642" y="1126"/>
                    <a:pt x="2902" y="1303"/>
                    <a:pt x="3147" y="1502"/>
                  </a:cubicBezTo>
                  <a:lnTo>
                    <a:pt x="3124" y="1479"/>
                  </a:lnTo>
                  <a:lnTo>
                    <a:pt x="3124" y="1479"/>
                  </a:lnTo>
                  <a:cubicBezTo>
                    <a:pt x="3614" y="1869"/>
                    <a:pt x="4050" y="2321"/>
                    <a:pt x="4426" y="2818"/>
                  </a:cubicBezTo>
                  <a:cubicBezTo>
                    <a:pt x="4426" y="2826"/>
                    <a:pt x="4426" y="2826"/>
                    <a:pt x="4433" y="2834"/>
                  </a:cubicBezTo>
                  <a:cubicBezTo>
                    <a:pt x="4755" y="3278"/>
                    <a:pt x="5023" y="3768"/>
                    <a:pt x="5229" y="4281"/>
                  </a:cubicBezTo>
                  <a:lnTo>
                    <a:pt x="5229" y="4288"/>
                  </a:lnTo>
                  <a:lnTo>
                    <a:pt x="5229" y="4296"/>
                  </a:lnTo>
                  <a:cubicBezTo>
                    <a:pt x="5321" y="4549"/>
                    <a:pt x="5398" y="4794"/>
                    <a:pt x="5459" y="5054"/>
                  </a:cubicBezTo>
                  <a:cubicBezTo>
                    <a:pt x="5520" y="5322"/>
                    <a:pt x="5574" y="5590"/>
                    <a:pt x="5597" y="5858"/>
                  </a:cubicBezTo>
                  <a:lnTo>
                    <a:pt x="5597" y="5873"/>
                  </a:lnTo>
                  <a:cubicBezTo>
                    <a:pt x="5666" y="6547"/>
                    <a:pt x="5650" y="7221"/>
                    <a:pt x="5551" y="7887"/>
                  </a:cubicBezTo>
                  <a:lnTo>
                    <a:pt x="5551" y="7864"/>
                  </a:lnTo>
                  <a:cubicBezTo>
                    <a:pt x="5505" y="8162"/>
                    <a:pt x="5444" y="8461"/>
                    <a:pt x="5375" y="8752"/>
                  </a:cubicBezTo>
                  <a:lnTo>
                    <a:pt x="5360" y="8805"/>
                  </a:lnTo>
                  <a:cubicBezTo>
                    <a:pt x="5306" y="9073"/>
                    <a:pt x="5237" y="9334"/>
                    <a:pt x="5168" y="9594"/>
                  </a:cubicBezTo>
                  <a:cubicBezTo>
                    <a:pt x="5237" y="9441"/>
                    <a:pt x="5298" y="9288"/>
                    <a:pt x="5360" y="9127"/>
                  </a:cubicBezTo>
                  <a:cubicBezTo>
                    <a:pt x="5421" y="8974"/>
                    <a:pt x="5474" y="8813"/>
                    <a:pt x="5528" y="8660"/>
                  </a:cubicBezTo>
                  <a:lnTo>
                    <a:pt x="5597" y="8415"/>
                  </a:lnTo>
                  <a:cubicBezTo>
                    <a:pt x="5605" y="8384"/>
                    <a:pt x="5612" y="8354"/>
                    <a:pt x="5620" y="8323"/>
                  </a:cubicBezTo>
                  <a:cubicBezTo>
                    <a:pt x="5712" y="7864"/>
                    <a:pt x="5781" y="7404"/>
                    <a:pt x="5811" y="6937"/>
                  </a:cubicBezTo>
                  <a:cubicBezTo>
                    <a:pt x="5865" y="6003"/>
                    <a:pt x="5742" y="5069"/>
                    <a:pt x="5436" y="4189"/>
                  </a:cubicBezTo>
                  <a:cubicBezTo>
                    <a:pt x="5352" y="3967"/>
                    <a:pt x="5260" y="3752"/>
                    <a:pt x="5153" y="3546"/>
                  </a:cubicBezTo>
                  <a:cubicBezTo>
                    <a:pt x="5061" y="3354"/>
                    <a:pt x="4954" y="3178"/>
                    <a:pt x="4839" y="3002"/>
                  </a:cubicBezTo>
                  <a:cubicBezTo>
                    <a:pt x="4609" y="2642"/>
                    <a:pt x="4341" y="2305"/>
                    <a:pt x="4043" y="1999"/>
                  </a:cubicBezTo>
                  <a:cubicBezTo>
                    <a:pt x="3744" y="1685"/>
                    <a:pt x="3423" y="1410"/>
                    <a:pt x="3070" y="1157"/>
                  </a:cubicBezTo>
                  <a:cubicBezTo>
                    <a:pt x="2902" y="1035"/>
                    <a:pt x="2718" y="920"/>
                    <a:pt x="2534" y="813"/>
                  </a:cubicBezTo>
                  <a:cubicBezTo>
                    <a:pt x="2351" y="705"/>
                    <a:pt x="2159" y="613"/>
                    <a:pt x="1968" y="522"/>
                  </a:cubicBezTo>
                  <a:cubicBezTo>
                    <a:pt x="1838" y="468"/>
                    <a:pt x="1708" y="407"/>
                    <a:pt x="1570" y="361"/>
                  </a:cubicBezTo>
                  <a:cubicBezTo>
                    <a:pt x="1417" y="300"/>
                    <a:pt x="1264" y="254"/>
                    <a:pt x="1103" y="208"/>
                  </a:cubicBezTo>
                  <a:cubicBezTo>
                    <a:pt x="911" y="162"/>
                    <a:pt x="720" y="116"/>
                    <a:pt x="529" y="78"/>
                  </a:cubicBezTo>
                  <a:cubicBezTo>
                    <a:pt x="352" y="47"/>
                    <a:pt x="176" y="24"/>
                    <a:pt x="0" y="1"/>
                  </a:cubicBez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7721112" y="3670490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7721112" y="3670490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7672345" y="3582590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7672820" y="3582590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2"/>
            <p:cNvSpPr/>
            <p:nvPr/>
          </p:nvSpPr>
          <p:spPr>
            <a:xfrm>
              <a:off x="7720160" y="3669539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7720636" y="3669539"/>
              <a:ext cx="59" cy="535"/>
            </a:xfrm>
            <a:custGeom>
              <a:avLst/>
              <a:gdLst/>
              <a:ahLst/>
              <a:cxnLst/>
              <a:rect l="l" t="t" r="r" b="b"/>
              <a:pathLst>
                <a:path w="1" h="9" extrusionOk="0">
                  <a:moveTo>
                    <a:pt x="0" y="8"/>
                  </a:moveTo>
                  <a:cubicBezTo>
                    <a:pt x="0" y="8"/>
                    <a:pt x="0" y="1"/>
                    <a:pt x="0" y="1"/>
                  </a:cubicBezTo>
                  <a:cubicBezTo>
                    <a:pt x="0" y="1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2"/>
            <p:cNvSpPr/>
            <p:nvPr/>
          </p:nvSpPr>
          <p:spPr>
            <a:xfrm>
              <a:off x="7720636" y="3670014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2"/>
            <p:cNvSpPr/>
            <p:nvPr/>
          </p:nvSpPr>
          <p:spPr>
            <a:xfrm>
              <a:off x="6965696" y="4265094"/>
              <a:ext cx="443527" cy="396206"/>
            </a:xfrm>
            <a:custGeom>
              <a:avLst/>
              <a:gdLst/>
              <a:ahLst/>
              <a:cxnLst/>
              <a:rect l="l" t="t" r="r" b="b"/>
              <a:pathLst>
                <a:path w="7458" h="6662" extrusionOk="0">
                  <a:moveTo>
                    <a:pt x="4962" y="1"/>
                  </a:moveTo>
                  <a:cubicBezTo>
                    <a:pt x="4648" y="1"/>
                    <a:pt x="4342" y="77"/>
                    <a:pt x="4066" y="231"/>
                  </a:cubicBezTo>
                  <a:cubicBezTo>
                    <a:pt x="3974" y="284"/>
                    <a:pt x="3890" y="345"/>
                    <a:pt x="3813" y="407"/>
                  </a:cubicBezTo>
                  <a:cubicBezTo>
                    <a:pt x="3653" y="529"/>
                    <a:pt x="3515" y="675"/>
                    <a:pt x="3400" y="835"/>
                  </a:cubicBezTo>
                  <a:cubicBezTo>
                    <a:pt x="3339" y="912"/>
                    <a:pt x="3285" y="989"/>
                    <a:pt x="3239" y="1073"/>
                  </a:cubicBezTo>
                  <a:cubicBezTo>
                    <a:pt x="3239" y="1042"/>
                    <a:pt x="3224" y="1019"/>
                    <a:pt x="3208" y="1004"/>
                  </a:cubicBezTo>
                  <a:cubicBezTo>
                    <a:pt x="3184" y="979"/>
                    <a:pt x="3153" y="968"/>
                    <a:pt x="3122" y="968"/>
                  </a:cubicBezTo>
                  <a:cubicBezTo>
                    <a:pt x="3058" y="968"/>
                    <a:pt x="2994" y="1018"/>
                    <a:pt x="2994" y="1096"/>
                  </a:cubicBezTo>
                  <a:cubicBezTo>
                    <a:pt x="3017" y="1279"/>
                    <a:pt x="3017" y="1479"/>
                    <a:pt x="2994" y="1670"/>
                  </a:cubicBezTo>
                  <a:cubicBezTo>
                    <a:pt x="2963" y="1930"/>
                    <a:pt x="2864" y="2175"/>
                    <a:pt x="2703" y="2382"/>
                  </a:cubicBezTo>
                  <a:cubicBezTo>
                    <a:pt x="2588" y="2520"/>
                    <a:pt x="2466" y="2642"/>
                    <a:pt x="2328" y="2749"/>
                  </a:cubicBezTo>
                  <a:cubicBezTo>
                    <a:pt x="2083" y="2926"/>
                    <a:pt x="1823" y="3086"/>
                    <a:pt x="1555" y="3224"/>
                  </a:cubicBezTo>
                  <a:cubicBezTo>
                    <a:pt x="1409" y="3308"/>
                    <a:pt x="1256" y="3393"/>
                    <a:pt x="1111" y="3477"/>
                  </a:cubicBezTo>
                  <a:cubicBezTo>
                    <a:pt x="904" y="3599"/>
                    <a:pt x="713" y="3745"/>
                    <a:pt x="544" y="3906"/>
                  </a:cubicBezTo>
                  <a:cubicBezTo>
                    <a:pt x="368" y="4074"/>
                    <a:pt x="230" y="4273"/>
                    <a:pt x="138" y="4503"/>
                  </a:cubicBezTo>
                  <a:cubicBezTo>
                    <a:pt x="46" y="4725"/>
                    <a:pt x="1" y="4970"/>
                    <a:pt x="1" y="5222"/>
                  </a:cubicBezTo>
                  <a:cubicBezTo>
                    <a:pt x="8" y="5322"/>
                    <a:pt x="16" y="5429"/>
                    <a:pt x="39" y="5536"/>
                  </a:cubicBezTo>
                  <a:cubicBezTo>
                    <a:pt x="54" y="5628"/>
                    <a:pt x="85" y="5720"/>
                    <a:pt x="123" y="5812"/>
                  </a:cubicBezTo>
                  <a:cubicBezTo>
                    <a:pt x="200" y="5965"/>
                    <a:pt x="299" y="6111"/>
                    <a:pt x="437" y="6225"/>
                  </a:cubicBezTo>
                  <a:cubicBezTo>
                    <a:pt x="582" y="6340"/>
                    <a:pt x="751" y="6440"/>
                    <a:pt x="927" y="6501"/>
                  </a:cubicBezTo>
                  <a:cubicBezTo>
                    <a:pt x="1126" y="6570"/>
                    <a:pt x="1325" y="6616"/>
                    <a:pt x="1532" y="6639"/>
                  </a:cubicBezTo>
                  <a:cubicBezTo>
                    <a:pt x="1685" y="6654"/>
                    <a:pt x="1846" y="6662"/>
                    <a:pt x="2006" y="6662"/>
                  </a:cubicBezTo>
                  <a:lnTo>
                    <a:pt x="2213" y="6662"/>
                  </a:lnTo>
                  <a:cubicBezTo>
                    <a:pt x="2734" y="6639"/>
                    <a:pt x="3247" y="6562"/>
                    <a:pt x="3752" y="6432"/>
                  </a:cubicBezTo>
                  <a:cubicBezTo>
                    <a:pt x="4273" y="6294"/>
                    <a:pt x="4786" y="6126"/>
                    <a:pt x="5283" y="5919"/>
                  </a:cubicBezTo>
                  <a:cubicBezTo>
                    <a:pt x="5720" y="5743"/>
                    <a:pt x="6133" y="5521"/>
                    <a:pt x="6524" y="5261"/>
                  </a:cubicBezTo>
                  <a:cubicBezTo>
                    <a:pt x="6677" y="5161"/>
                    <a:pt x="6814" y="5046"/>
                    <a:pt x="6952" y="4924"/>
                  </a:cubicBezTo>
                  <a:cubicBezTo>
                    <a:pt x="7082" y="4801"/>
                    <a:pt x="7197" y="4663"/>
                    <a:pt x="7297" y="4510"/>
                  </a:cubicBezTo>
                  <a:lnTo>
                    <a:pt x="7320" y="4510"/>
                  </a:lnTo>
                  <a:cubicBezTo>
                    <a:pt x="7358" y="4510"/>
                    <a:pt x="7404" y="4487"/>
                    <a:pt x="7427" y="4449"/>
                  </a:cubicBezTo>
                  <a:cubicBezTo>
                    <a:pt x="7458" y="4388"/>
                    <a:pt x="7442" y="4311"/>
                    <a:pt x="7381" y="4281"/>
                  </a:cubicBezTo>
                  <a:cubicBezTo>
                    <a:pt x="7366" y="4250"/>
                    <a:pt x="7343" y="4227"/>
                    <a:pt x="7320" y="4212"/>
                  </a:cubicBezTo>
                  <a:cubicBezTo>
                    <a:pt x="7304" y="4204"/>
                    <a:pt x="7282" y="4196"/>
                    <a:pt x="7266" y="4196"/>
                  </a:cubicBezTo>
                  <a:lnTo>
                    <a:pt x="7190" y="4143"/>
                  </a:lnTo>
                  <a:cubicBezTo>
                    <a:pt x="7037" y="4020"/>
                    <a:pt x="6899" y="3883"/>
                    <a:pt x="6776" y="3737"/>
                  </a:cubicBezTo>
                  <a:cubicBezTo>
                    <a:pt x="6669" y="3584"/>
                    <a:pt x="6570" y="3423"/>
                    <a:pt x="6501" y="3255"/>
                  </a:cubicBezTo>
                  <a:lnTo>
                    <a:pt x="6485" y="3239"/>
                  </a:lnTo>
                  <a:cubicBezTo>
                    <a:pt x="6401" y="3025"/>
                    <a:pt x="6347" y="2803"/>
                    <a:pt x="6317" y="2581"/>
                  </a:cubicBezTo>
                  <a:cubicBezTo>
                    <a:pt x="6271" y="2237"/>
                    <a:pt x="6279" y="1884"/>
                    <a:pt x="6325" y="1532"/>
                  </a:cubicBezTo>
                  <a:cubicBezTo>
                    <a:pt x="6340" y="1456"/>
                    <a:pt x="6347" y="1379"/>
                    <a:pt x="6363" y="1302"/>
                  </a:cubicBezTo>
                  <a:cubicBezTo>
                    <a:pt x="6370" y="1295"/>
                    <a:pt x="6370" y="1279"/>
                    <a:pt x="6370" y="1272"/>
                  </a:cubicBezTo>
                  <a:cubicBezTo>
                    <a:pt x="6378" y="1241"/>
                    <a:pt x="6386" y="1218"/>
                    <a:pt x="6386" y="1188"/>
                  </a:cubicBezTo>
                  <a:cubicBezTo>
                    <a:pt x="6439" y="927"/>
                    <a:pt x="6508" y="667"/>
                    <a:pt x="6592" y="422"/>
                  </a:cubicBezTo>
                  <a:cubicBezTo>
                    <a:pt x="6600" y="391"/>
                    <a:pt x="6600" y="361"/>
                    <a:pt x="6585" y="330"/>
                  </a:cubicBezTo>
                  <a:cubicBezTo>
                    <a:pt x="6570" y="300"/>
                    <a:pt x="6539" y="277"/>
                    <a:pt x="6508" y="269"/>
                  </a:cubicBezTo>
                  <a:lnTo>
                    <a:pt x="6478" y="269"/>
                  </a:lnTo>
                  <a:cubicBezTo>
                    <a:pt x="6416" y="269"/>
                    <a:pt x="6370" y="307"/>
                    <a:pt x="6355" y="353"/>
                  </a:cubicBezTo>
                  <a:cubicBezTo>
                    <a:pt x="6325" y="445"/>
                    <a:pt x="6302" y="529"/>
                    <a:pt x="6271" y="613"/>
                  </a:cubicBezTo>
                  <a:cubicBezTo>
                    <a:pt x="6233" y="545"/>
                    <a:pt x="6179" y="476"/>
                    <a:pt x="6125" y="414"/>
                  </a:cubicBezTo>
                  <a:cubicBezTo>
                    <a:pt x="6018" y="315"/>
                    <a:pt x="5896" y="231"/>
                    <a:pt x="5758" y="169"/>
                  </a:cubicBezTo>
                  <a:cubicBezTo>
                    <a:pt x="5612" y="108"/>
                    <a:pt x="5467" y="62"/>
                    <a:pt x="5314" y="32"/>
                  </a:cubicBezTo>
                  <a:cubicBezTo>
                    <a:pt x="5199" y="16"/>
                    <a:pt x="5077" y="9"/>
                    <a:pt x="4962" y="9"/>
                  </a:cubicBezTo>
                  <a:lnTo>
                    <a:pt x="4962" y="1"/>
                  </a:lnTo>
                  <a:close/>
                </a:path>
              </a:pathLst>
            </a:custGeom>
            <a:solidFill>
              <a:srgbClr val="FEBE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2"/>
            <p:cNvSpPr/>
            <p:nvPr/>
          </p:nvSpPr>
          <p:spPr>
            <a:xfrm>
              <a:off x="7119610" y="4265094"/>
              <a:ext cx="239069" cy="148979"/>
            </a:xfrm>
            <a:custGeom>
              <a:avLst/>
              <a:gdLst/>
              <a:ahLst/>
              <a:cxnLst/>
              <a:rect l="l" t="t" r="r" b="b"/>
              <a:pathLst>
                <a:path w="4020" h="2505" extrusionOk="0">
                  <a:moveTo>
                    <a:pt x="2381" y="1"/>
                  </a:moveTo>
                  <a:cubicBezTo>
                    <a:pt x="2167" y="1"/>
                    <a:pt x="1953" y="39"/>
                    <a:pt x="1746" y="108"/>
                  </a:cubicBezTo>
                  <a:lnTo>
                    <a:pt x="1738" y="108"/>
                  </a:lnTo>
                  <a:cubicBezTo>
                    <a:pt x="1646" y="139"/>
                    <a:pt x="1562" y="185"/>
                    <a:pt x="1478" y="231"/>
                  </a:cubicBezTo>
                  <a:cubicBezTo>
                    <a:pt x="1386" y="284"/>
                    <a:pt x="1302" y="338"/>
                    <a:pt x="1218" y="407"/>
                  </a:cubicBezTo>
                  <a:cubicBezTo>
                    <a:pt x="1065" y="529"/>
                    <a:pt x="927" y="675"/>
                    <a:pt x="804" y="828"/>
                  </a:cubicBezTo>
                  <a:cubicBezTo>
                    <a:pt x="751" y="912"/>
                    <a:pt x="697" y="989"/>
                    <a:pt x="643" y="1073"/>
                  </a:cubicBezTo>
                  <a:cubicBezTo>
                    <a:pt x="651" y="1042"/>
                    <a:pt x="643" y="1019"/>
                    <a:pt x="620" y="1004"/>
                  </a:cubicBezTo>
                  <a:cubicBezTo>
                    <a:pt x="597" y="981"/>
                    <a:pt x="567" y="966"/>
                    <a:pt x="529" y="966"/>
                  </a:cubicBezTo>
                  <a:cubicBezTo>
                    <a:pt x="498" y="966"/>
                    <a:pt x="467" y="981"/>
                    <a:pt x="444" y="1004"/>
                  </a:cubicBezTo>
                  <a:cubicBezTo>
                    <a:pt x="421" y="1027"/>
                    <a:pt x="406" y="1057"/>
                    <a:pt x="406" y="1088"/>
                  </a:cubicBezTo>
                  <a:cubicBezTo>
                    <a:pt x="429" y="1279"/>
                    <a:pt x="429" y="1471"/>
                    <a:pt x="406" y="1662"/>
                  </a:cubicBezTo>
                  <a:cubicBezTo>
                    <a:pt x="383" y="1800"/>
                    <a:pt x="352" y="1938"/>
                    <a:pt x="299" y="2068"/>
                  </a:cubicBezTo>
                  <a:cubicBezTo>
                    <a:pt x="245" y="2175"/>
                    <a:pt x="184" y="2282"/>
                    <a:pt x="107" y="2374"/>
                  </a:cubicBezTo>
                  <a:cubicBezTo>
                    <a:pt x="77" y="2420"/>
                    <a:pt x="39" y="2466"/>
                    <a:pt x="0" y="2504"/>
                  </a:cubicBezTo>
                  <a:lnTo>
                    <a:pt x="199" y="2504"/>
                  </a:lnTo>
                  <a:cubicBezTo>
                    <a:pt x="406" y="2504"/>
                    <a:pt x="620" y="2489"/>
                    <a:pt x="827" y="2466"/>
                  </a:cubicBezTo>
                  <a:cubicBezTo>
                    <a:pt x="1026" y="2436"/>
                    <a:pt x="1225" y="2397"/>
                    <a:pt x="1417" y="2344"/>
                  </a:cubicBezTo>
                  <a:cubicBezTo>
                    <a:pt x="1608" y="2290"/>
                    <a:pt x="1792" y="2229"/>
                    <a:pt x="1968" y="2152"/>
                  </a:cubicBezTo>
                  <a:cubicBezTo>
                    <a:pt x="2144" y="2076"/>
                    <a:pt x="2312" y="1992"/>
                    <a:pt x="2481" y="1892"/>
                  </a:cubicBezTo>
                  <a:cubicBezTo>
                    <a:pt x="2657" y="1792"/>
                    <a:pt x="2825" y="1678"/>
                    <a:pt x="2986" y="1555"/>
                  </a:cubicBezTo>
                  <a:cubicBezTo>
                    <a:pt x="3147" y="1433"/>
                    <a:pt x="3292" y="1295"/>
                    <a:pt x="3438" y="1157"/>
                  </a:cubicBezTo>
                  <a:cubicBezTo>
                    <a:pt x="3614" y="989"/>
                    <a:pt x="3767" y="805"/>
                    <a:pt x="3920" y="613"/>
                  </a:cubicBezTo>
                  <a:lnTo>
                    <a:pt x="3974" y="537"/>
                  </a:lnTo>
                  <a:lnTo>
                    <a:pt x="4012" y="414"/>
                  </a:lnTo>
                  <a:cubicBezTo>
                    <a:pt x="4020" y="384"/>
                    <a:pt x="4020" y="353"/>
                    <a:pt x="4004" y="322"/>
                  </a:cubicBezTo>
                  <a:cubicBezTo>
                    <a:pt x="3989" y="292"/>
                    <a:pt x="3959" y="269"/>
                    <a:pt x="3920" y="254"/>
                  </a:cubicBezTo>
                  <a:lnTo>
                    <a:pt x="3890" y="254"/>
                  </a:lnTo>
                  <a:cubicBezTo>
                    <a:pt x="3836" y="261"/>
                    <a:pt x="3782" y="300"/>
                    <a:pt x="3767" y="353"/>
                  </a:cubicBezTo>
                  <a:cubicBezTo>
                    <a:pt x="3737" y="437"/>
                    <a:pt x="3714" y="522"/>
                    <a:pt x="3691" y="613"/>
                  </a:cubicBezTo>
                  <a:cubicBezTo>
                    <a:pt x="3652" y="537"/>
                    <a:pt x="3599" y="468"/>
                    <a:pt x="3545" y="407"/>
                  </a:cubicBezTo>
                  <a:cubicBezTo>
                    <a:pt x="3438" y="307"/>
                    <a:pt x="3308" y="223"/>
                    <a:pt x="3178" y="162"/>
                  </a:cubicBezTo>
                  <a:cubicBezTo>
                    <a:pt x="3032" y="100"/>
                    <a:pt x="2879" y="55"/>
                    <a:pt x="2726" y="32"/>
                  </a:cubicBezTo>
                  <a:cubicBezTo>
                    <a:pt x="2611" y="9"/>
                    <a:pt x="2496" y="1"/>
                    <a:pt x="2381" y="1"/>
                  </a:cubicBezTo>
                  <a:close/>
                </a:path>
              </a:pathLst>
            </a:custGeom>
            <a:solidFill>
              <a:srgbClr val="D79D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2"/>
            <p:cNvSpPr/>
            <p:nvPr/>
          </p:nvSpPr>
          <p:spPr>
            <a:xfrm>
              <a:off x="6850498" y="3596269"/>
              <a:ext cx="791367" cy="773202"/>
            </a:xfrm>
            <a:custGeom>
              <a:avLst/>
              <a:gdLst/>
              <a:ahLst/>
              <a:cxnLst/>
              <a:rect l="l" t="t" r="r" b="b"/>
              <a:pathLst>
                <a:path w="13307" h="13001" extrusionOk="0">
                  <a:moveTo>
                    <a:pt x="4847" y="0"/>
                  </a:moveTo>
                  <a:lnTo>
                    <a:pt x="4855" y="8"/>
                  </a:lnTo>
                  <a:cubicBezTo>
                    <a:pt x="4717" y="8"/>
                    <a:pt x="4579" y="8"/>
                    <a:pt x="4449" y="15"/>
                  </a:cubicBezTo>
                  <a:cubicBezTo>
                    <a:pt x="4273" y="31"/>
                    <a:pt x="4097" y="46"/>
                    <a:pt x="3920" y="77"/>
                  </a:cubicBezTo>
                  <a:cubicBezTo>
                    <a:pt x="3423" y="138"/>
                    <a:pt x="2948" y="322"/>
                    <a:pt x="2527" y="597"/>
                  </a:cubicBezTo>
                  <a:cubicBezTo>
                    <a:pt x="2512" y="574"/>
                    <a:pt x="2481" y="559"/>
                    <a:pt x="2450" y="551"/>
                  </a:cubicBezTo>
                  <a:lnTo>
                    <a:pt x="2420" y="551"/>
                  </a:lnTo>
                  <a:cubicBezTo>
                    <a:pt x="2397" y="559"/>
                    <a:pt x="2374" y="567"/>
                    <a:pt x="2359" y="582"/>
                  </a:cubicBezTo>
                  <a:cubicBezTo>
                    <a:pt x="2075" y="781"/>
                    <a:pt x="1838" y="1034"/>
                    <a:pt x="1662" y="1332"/>
                  </a:cubicBezTo>
                  <a:cubicBezTo>
                    <a:pt x="1493" y="1631"/>
                    <a:pt x="1371" y="1960"/>
                    <a:pt x="1294" y="2297"/>
                  </a:cubicBezTo>
                  <a:cubicBezTo>
                    <a:pt x="1141" y="2940"/>
                    <a:pt x="1103" y="3583"/>
                    <a:pt x="1080" y="4295"/>
                  </a:cubicBezTo>
                  <a:lnTo>
                    <a:pt x="1072" y="4487"/>
                  </a:lnTo>
                  <a:lnTo>
                    <a:pt x="1072" y="4517"/>
                  </a:lnTo>
                  <a:cubicBezTo>
                    <a:pt x="1065" y="4739"/>
                    <a:pt x="1057" y="5015"/>
                    <a:pt x="1042" y="5283"/>
                  </a:cubicBezTo>
                  <a:cubicBezTo>
                    <a:pt x="1026" y="5574"/>
                    <a:pt x="988" y="5865"/>
                    <a:pt x="935" y="6156"/>
                  </a:cubicBezTo>
                  <a:cubicBezTo>
                    <a:pt x="904" y="6286"/>
                    <a:pt x="873" y="6408"/>
                    <a:pt x="827" y="6531"/>
                  </a:cubicBezTo>
                  <a:cubicBezTo>
                    <a:pt x="743" y="6799"/>
                    <a:pt x="628" y="7059"/>
                    <a:pt x="513" y="7319"/>
                  </a:cubicBezTo>
                  <a:cubicBezTo>
                    <a:pt x="307" y="7794"/>
                    <a:pt x="92" y="8276"/>
                    <a:pt x="39" y="8797"/>
                  </a:cubicBezTo>
                  <a:cubicBezTo>
                    <a:pt x="1" y="9210"/>
                    <a:pt x="46" y="9631"/>
                    <a:pt x="177" y="10030"/>
                  </a:cubicBezTo>
                  <a:cubicBezTo>
                    <a:pt x="307" y="10405"/>
                    <a:pt x="498" y="10757"/>
                    <a:pt x="751" y="11063"/>
                  </a:cubicBezTo>
                  <a:cubicBezTo>
                    <a:pt x="1256" y="11668"/>
                    <a:pt x="1899" y="12135"/>
                    <a:pt x="2627" y="12434"/>
                  </a:cubicBezTo>
                  <a:cubicBezTo>
                    <a:pt x="3185" y="12671"/>
                    <a:pt x="3775" y="12832"/>
                    <a:pt x="4372" y="12916"/>
                  </a:cubicBezTo>
                  <a:cubicBezTo>
                    <a:pt x="4770" y="12970"/>
                    <a:pt x="5168" y="13000"/>
                    <a:pt x="5567" y="13000"/>
                  </a:cubicBezTo>
                  <a:cubicBezTo>
                    <a:pt x="5819" y="13000"/>
                    <a:pt x="6087" y="12985"/>
                    <a:pt x="6340" y="12962"/>
                  </a:cubicBezTo>
                  <a:cubicBezTo>
                    <a:pt x="6516" y="12947"/>
                    <a:pt x="6700" y="12924"/>
                    <a:pt x="6876" y="12901"/>
                  </a:cubicBezTo>
                  <a:cubicBezTo>
                    <a:pt x="7350" y="12824"/>
                    <a:pt x="7810" y="12702"/>
                    <a:pt x="8262" y="12533"/>
                  </a:cubicBezTo>
                  <a:cubicBezTo>
                    <a:pt x="8859" y="12319"/>
                    <a:pt x="9410" y="11997"/>
                    <a:pt x="9885" y="11576"/>
                  </a:cubicBezTo>
                  <a:cubicBezTo>
                    <a:pt x="10114" y="11369"/>
                    <a:pt x="10321" y="11140"/>
                    <a:pt x="10505" y="10887"/>
                  </a:cubicBezTo>
                  <a:cubicBezTo>
                    <a:pt x="10551" y="10818"/>
                    <a:pt x="10589" y="10749"/>
                    <a:pt x="10635" y="10680"/>
                  </a:cubicBezTo>
                  <a:cubicBezTo>
                    <a:pt x="10710" y="10698"/>
                    <a:pt x="10784" y="10706"/>
                    <a:pt x="10859" y="10706"/>
                  </a:cubicBezTo>
                  <a:cubicBezTo>
                    <a:pt x="10884" y="10706"/>
                    <a:pt x="10909" y="10705"/>
                    <a:pt x="10933" y="10703"/>
                  </a:cubicBezTo>
                  <a:cubicBezTo>
                    <a:pt x="10955" y="10705"/>
                    <a:pt x="10976" y="10705"/>
                    <a:pt x="10997" y="10705"/>
                  </a:cubicBezTo>
                  <a:cubicBezTo>
                    <a:pt x="11090" y="10705"/>
                    <a:pt x="11184" y="10693"/>
                    <a:pt x="11278" y="10680"/>
                  </a:cubicBezTo>
                  <a:cubicBezTo>
                    <a:pt x="11913" y="10573"/>
                    <a:pt x="12495" y="10236"/>
                    <a:pt x="12909" y="9739"/>
                  </a:cubicBezTo>
                  <a:cubicBezTo>
                    <a:pt x="13161" y="9432"/>
                    <a:pt x="13307" y="9042"/>
                    <a:pt x="13307" y="8636"/>
                  </a:cubicBezTo>
                  <a:cubicBezTo>
                    <a:pt x="13307" y="8560"/>
                    <a:pt x="13299" y="8483"/>
                    <a:pt x="13292" y="8399"/>
                  </a:cubicBezTo>
                  <a:cubicBezTo>
                    <a:pt x="13246" y="8031"/>
                    <a:pt x="13039" y="7702"/>
                    <a:pt x="12725" y="7503"/>
                  </a:cubicBezTo>
                  <a:cubicBezTo>
                    <a:pt x="12572" y="7404"/>
                    <a:pt x="12403" y="7335"/>
                    <a:pt x="12227" y="7296"/>
                  </a:cubicBezTo>
                  <a:cubicBezTo>
                    <a:pt x="12128" y="7281"/>
                    <a:pt x="12036" y="7273"/>
                    <a:pt x="11936" y="7273"/>
                  </a:cubicBezTo>
                  <a:cubicBezTo>
                    <a:pt x="11868" y="7273"/>
                    <a:pt x="11791" y="7281"/>
                    <a:pt x="11722" y="7289"/>
                  </a:cubicBezTo>
                  <a:lnTo>
                    <a:pt x="11676" y="7296"/>
                  </a:lnTo>
                  <a:cubicBezTo>
                    <a:pt x="11500" y="7335"/>
                    <a:pt x="11324" y="7396"/>
                    <a:pt x="11171" y="7488"/>
                  </a:cubicBezTo>
                  <a:lnTo>
                    <a:pt x="11194" y="7411"/>
                  </a:lnTo>
                  <a:lnTo>
                    <a:pt x="11255" y="7243"/>
                  </a:lnTo>
                  <a:lnTo>
                    <a:pt x="11270" y="7197"/>
                  </a:lnTo>
                  <a:lnTo>
                    <a:pt x="11278" y="7159"/>
                  </a:lnTo>
                  <a:cubicBezTo>
                    <a:pt x="11301" y="7090"/>
                    <a:pt x="11332" y="7021"/>
                    <a:pt x="11355" y="6944"/>
                  </a:cubicBezTo>
                  <a:lnTo>
                    <a:pt x="11446" y="6699"/>
                  </a:lnTo>
                  <a:lnTo>
                    <a:pt x="11538" y="6447"/>
                  </a:lnTo>
                  <a:cubicBezTo>
                    <a:pt x="11691" y="6041"/>
                    <a:pt x="11814" y="5620"/>
                    <a:pt x="11898" y="5199"/>
                  </a:cubicBezTo>
                  <a:cubicBezTo>
                    <a:pt x="11982" y="4755"/>
                    <a:pt x="11982" y="4310"/>
                    <a:pt x="11891" y="3874"/>
                  </a:cubicBezTo>
                  <a:cubicBezTo>
                    <a:pt x="11852" y="3675"/>
                    <a:pt x="11799" y="3491"/>
                    <a:pt x="11722" y="3308"/>
                  </a:cubicBezTo>
                  <a:cubicBezTo>
                    <a:pt x="11653" y="3131"/>
                    <a:pt x="11561" y="2963"/>
                    <a:pt x="11462" y="2802"/>
                  </a:cubicBezTo>
                  <a:cubicBezTo>
                    <a:pt x="11263" y="2488"/>
                    <a:pt x="11025" y="2205"/>
                    <a:pt x="10742" y="1968"/>
                  </a:cubicBezTo>
                  <a:cubicBezTo>
                    <a:pt x="10459" y="1715"/>
                    <a:pt x="10153" y="1501"/>
                    <a:pt x="9823" y="1325"/>
                  </a:cubicBezTo>
                  <a:cubicBezTo>
                    <a:pt x="9486" y="1133"/>
                    <a:pt x="9142" y="972"/>
                    <a:pt x="8790" y="827"/>
                  </a:cubicBezTo>
                  <a:cubicBezTo>
                    <a:pt x="8139" y="567"/>
                    <a:pt x="7465" y="360"/>
                    <a:pt x="6776" y="214"/>
                  </a:cubicBezTo>
                  <a:cubicBezTo>
                    <a:pt x="6141" y="77"/>
                    <a:pt x="5498" y="0"/>
                    <a:pt x="4847" y="0"/>
                  </a:cubicBezTo>
                  <a:close/>
                </a:path>
              </a:pathLst>
            </a:custGeom>
            <a:solidFill>
              <a:srgbClr val="FEBE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2"/>
            <p:cNvSpPr/>
            <p:nvPr/>
          </p:nvSpPr>
          <p:spPr>
            <a:xfrm>
              <a:off x="6920140" y="3596685"/>
              <a:ext cx="642990" cy="414404"/>
            </a:xfrm>
            <a:custGeom>
              <a:avLst/>
              <a:gdLst/>
              <a:ahLst/>
              <a:cxnLst/>
              <a:rect l="l" t="t" r="r" b="b"/>
              <a:pathLst>
                <a:path w="10812" h="6968" extrusionOk="0">
                  <a:moveTo>
                    <a:pt x="5321" y="4104"/>
                  </a:moveTo>
                  <a:cubicBezTo>
                    <a:pt x="5319" y="4104"/>
                    <a:pt x="5317" y="4104"/>
                    <a:pt x="5314" y="4104"/>
                  </a:cubicBezTo>
                  <a:lnTo>
                    <a:pt x="5322" y="4104"/>
                  </a:lnTo>
                  <a:cubicBezTo>
                    <a:pt x="5322" y="4104"/>
                    <a:pt x="5321" y="4104"/>
                    <a:pt x="5321" y="4104"/>
                  </a:cubicBezTo>
                  <a:close/>
                  <a:moveTo>
                    <a:pt x="3668" y="1"/>
                  </a:moveTo>
                  <a:cubicBezTo>
                    <a:pt x="3538" y="1"/>
                    <a:pt x="3400" y="1"/>
                    <a:pt x="3270" y="16"/>
                  </a:cubicBezTo>
                  <a:lnTo>
                    <a:pt x="3278" y="1"/>
                  </a:lnTo>
                  <a:lnTo>
                    <a:pt x="3278" y="1"/>
                  </a:lnTo>
                  <a:cubicBezTo>
                    <a:pt x="3102" y="8"/>
                    <a:pt x="2926" y="31"/>
                    <a:pt x="2749" y="54"/>
                  </a:cubicBezTo>
                  <a:cubicBezTo>
                    <a:pt x="2252" y="123"/>
                    <a:pt x="1777" y="299"/>
                    <a:pt x="1356" y="583"/>
                  </a:cubicBezTo>
                  <a:cubicBezTo>
                    <a:pt x="1341" y="552"/>
                    <a:pt x="1310" y="537"/>
                    <a:pt x="1279" y="537"/>
                  </a:cubicBezTo>
                  <a:lnTo>
                    <a:pt x="1249" y="537"/>
                  </a:lnTo>
                  <a:cubicBezTo>
                    <a:pt x="1226" y="544"/>
                    <a:pt x="1203" y="552"/>
                    <a:pt x="1188" y="567"/>
                  </a:cubicBezTo>
                  <a:cubicBezTo>
                    <a:pt x="904" y="766"/>
                    <a:pt x="667" y="1019"/>
                    <a:pt x="491" y="1318"/>
                  </a:cubicBezTo>
                  <a:cubicBezTo>
                    <a:pt x="322" y="1616"/>
                    <a:pt x="192" y="1945"/>
                    <a:pt x="116" y="2282"/>
                  </a:cubicBezTo>
                  <a:cubicBezTo>
                    <a:pt x="70" y="2504"/>
                    <a:pt x="24" y="2726"/>
                    <a:pt x="1" y="2948"/>
                  </a:cubicBezTo>
                  <a:lnTo>
                    <a:pt x="39" y="2948"/>
                  </a:lnTo>
                  <a:cubicBezTo>
                    <a:pt x="177" y="2941"/>
                    <a:pt x="315" y="2918"/>
                    <a:pt x="453" y="2887"/>
                  </a:cubicBezTo>
                  <a:lnTo>
                    <a:pt x="445" y="2887"/>
                  </a:lnTo>
                  <a:cubicBezTo>
                    <a:pt x="567" y="2864"/>
                    <a:pt x="682" y="2826"/>
                    <a:pt x="805" y="2788"/>
                  </a:cubicBezTo>
                  <a:cubicBezTo>
                    <a:pt x="920" y="2742"/>
                    <a:pt x="1034" y="2696"/>
                    <a:pt x="1142" y="2642"/>
                  </a:cubicBezTo>
                  <a:lnTo>
                    <a:pt x="1134" y="2642"/>
                  </a:lnTo>
                  <a:cubicBezTo>
                    <a:pt x="1226" y="2596"/>
                    <a:pt x="1310" y="2550"/>
                    <a:pt x="1394" y="2489"/>
                  </a:cubicBezTo>
                  <a:cubicBezTo>
                    <a:pt x="1479" y="2435"/>
                    <a:pt x="1555" y="2374"/>
                    <a:pt x="1632" y="2305"/>
                  </a:cubicBezTo>
                  <a:lnTo>
                    <a:pt x="1632" y="2305"/>
                  </a:lnTo>
                  <a:lnTo>
                    <a:pt x="1624" y="2313"/>
                  </a:lnTo>
                  <a:cubicBezTo>
                    <a:pt x="1693" y="2252"/>
                    <a:pt x="1762" y="2183"/>
                    <a:pt x="1823" y="2114"/>
                  </a:cubicBezTo>
                  <a:cubicBezTo>
                    <a:pt x="1877" y="2053"/>
                    <a:pt x="1923" y="1984"/>
                    <a:pt x="1969" y="1915"/>
                  </a:cubicBezTo>
                  <a:lnTo>
                    <a:pt x="2014" y="1846"/>
                  </a:lnTo>
                  <a:cubicBezTo>
                    <a:pt x="2014" y="1838"/>
                    <a:pt x="2022" y="1831"/>
                    <a:pt x="2037" y="1823"/>
                  </a:cubicBezTo>
                  <a:lnTo>
                    <a:pt x="2045" y="1823"/>
                  </a:lnTo>
                  <a:cubicBezTo>
                    <a:pt x="2045" y="1808"/>
                    <a:pt x="2060" y="1792"/>
                    <a:pt x="2076" y="1785"/>
                  </a:cubicBezTo>
                  <a:cubicBezTo>
                    <a:pt x="2081" y="1783"/>
                    <a:pt x="2087" y="1782"/>
                    <a:pt x="2093" y="1782"/>
                  </a:cubicBezTo>
                  <a:cubicBezTo>
                    <a:pt x="2109" y="1782"/>
                    <a:pt x="2124" y="1790"/>
                    <a:pt x="2129" y="1808"/>
                  </a:cubicBezTo>
                  <a:cubicBezTo>
                    <a:pt x="2145" y="1838"/>
                    <a:pt x="2160" y="1877"/>
                    <a:pt x="2175" y="1907"/>
                  </a:cubicBezTo>
                  <a:cubicBezTo>
                    <a:pt x="2351" y="2229"/>
                    <a:pt x="2573" y="2527"/>
                    <a:pt x="2826" y="2795"/>
                  </a:cubicBezTo>
                  <a:cubicBezTo>
                    <a:pt x="3117" y="3109"/>
                    <a:pt x="3439" y="3377"/>
                    <a:pt x="3798" y="3607"/>
                  </a:cubicBezTo>
                  <a:lnTo>
                    <a:pt x="3791" y="3599"/>
                  </a:lnTo>
                  <a:lnTo>
                    <a:pt x="3791" y="3599"/>
                  </a:lnTo>
                  <a:cubicBezTo>
                    <a:pt x="3929" y="3683"/>
                    <a:pt x="4066" y="3760"/>
                    <a:pt x="4212" y="3829"/>
                  </a:cubicBezTo>
                  <a:cubicBezTo>
                    <a:pt x="4357" y="3890"/>
                    <a:pt x="4503" y="3951"/>
                    <a:pt x="4648" y="3990"/>
                  </a:cubicBezTo>
                  <a:lnTo>
                    <a:pt x="4641" y="3990"/>
                  </a:lnTo>
                  <a:cubicBezTo>
                    <a:pt x="4748" y="4028"/>
                    <a:pt x="4863" y="4051"/>
                    <a:pt x="4977" y="4074"/>
                  </a:cubicBezTo>
                  <a:cubicBezTo>
                    <a:pt x="5092" y="4089"/>
                    <a:pt x="5207" y="4104"/>
                    <a:pt x="5321" y="4104"/>
                  </a:cubicBezTo>
                  <a:lnTo>
                    <a:pt x="5321" y="4104"/>
                  </a:lnTo>
                  <a:cubicBezTo>
                    <a:pt x="5411" y="4104"/>
                    <a:pt x="5500" y="4104"/>
                    <a:pt x="5590" y="4089"/>
                  </a:cubicBezTo>
                  <a:cubicBezTo>
                    <a:pt x="5682" y="4081"/>
                    <a:pt x="5774" y="4066"/>
                    <a:pt x="5858" y="4043"/>
                  </a:cubicBezTo>
                  <a:cubicBezTo>
                    <a:pt x="5942" y="4028"/>
                    <a:pt x="6026" y="3997"/>
                    <a:pt x="6103" y="3967"/>
                  </a:cubicBezTo>
                  <a:cubicBezTo>
                    <a:pt x="6179" y="3936"/>
                    <a:pt x="6256" y="3905"/>
                    <a:pt x="6325" y="3867"/>
                  </a:cubicBezTo>
                  <a:cubicBezTo>
                    <a:pt x="6401" y="3821"/>
                    <a:pt x="6478" y="3775"/>
                    <a:pt x="6555" y="3729"/>
                  </a:cubicBezTo>
                  <a:cubicBezTo>
                    <a:pt x="6562" y="3722"/>
                    <a:pt x="6570" y="3722"/>
                    <a:pt x="6578" y="3722"/>
                  </a:cubicBezTo>
                  <a:cubicBezTo>
                    <a:pt x="6578" y="3706"/>
                    <a:pt x="6585" y="3691"/>
                    <a:pt x="6601" y="3683"/>
                  </a:cubicBezTo>
                  <a:lnTo>
                    <a:pt x="6616" y="3683"/>
                  </a:lnTo>
                  <a:cubicBezTo>
                    <a:pt x="6631" y="3683"/>
                    <a:pt x="6646" y="3691"/>
                    <a:pt x="6654" y="3706"/>
                  </a:cubicBezTo>
                  <a:cubicBezTo>
                    <a:pt x="6754" y="3974"/>
                    <a:pt x="6853" y="4235"/>
                    <a:pt x="6960" y="4503"/>
                  </a:cubicBezTo>
                  <a:cubicBezTo>
                    <a:pt x="7052" y="4748"/>
                    <a:pt x="7159" y="4985"/>
                    <a:pt x="7282" y="5215"/>
                  </a:cubicBezTo>
                  <a:cubicBezTo>
                    <a:pt x="7343" y="5345"/>
                    <a:pt x="7420" y="5467"/>
                    <a:pt x="7504" y="5582"/>
                  </a:cubicBezTo>
                  <a:cubicBezTo>
                    <a:pt x="7580" y="5697"/>
                    <a:pt x="7672" y="5804"/>
                    <a:pt x="7764" y="5911"/>
                  </a:cubicBezTo>
                  <a:lnTo>
                    <a:pt x="7757" y="5904"/>
                  </a:lnTo>
                  <a:lnTo>
                    <a:pt x="7757" y="5904"/>
                  </a:lnTo>
                  <a:cubicBezTo>
                    <a:pt x="7848" y="6003"/>
                    <a:pt x="7948" y="6095"/>
                    <a:pt x="8048" y="6179"/>
                  </a:cubicBezTo>
                  <a:cubicBezTo>
                    <a:pt x="8155" y="6263"/>
                    <a:pt x="8277" y="6348"/>
                    <a:pt x="8392" y="6424"/>
                  </a:cubicBezTo>
                  <a:lnTo>
                    <a:pt x="8384" y="6417"/>
                  </a:lnTo>
                  <a:lnTo>
                    <a:pt x="8384" y="6417"/>
                  </a:lnTo>
                  <a:cubicBezTo>
                    <a:pt x="8645" y="6585"/>
                    <a:pt x="8928" y="6715"/>
                    <a:pt x="9227" y="6799"/>
                  </a:cubicBezTo>
                  <a:cubicBezTo>
                    <a:pt x="9540" y="6891"/>
                    <a:pt x="9854" y="6945"/>
                    <a:pt x="10184" y="6968"/>
                  </a:cubicBezTo>
                  <a:cubicBezTo>
                    <a:pt x="10184" y="6968"/>
                    <a:pt x="10184" y="6960"/>
                    <a:pt x="10184" y="6960"/>
                  </a:cubicBezTo>
                  <a:lnTo>
                    <a:pt x="10275" y="6708"/>
                  </a:lnTo>
                  <a:lnTo>
                    <a:pt x="10360" y="6463"/>
                  </a:lnTo>
                  <a:cubicBezTo>
                    <a:pt x="10520" y="6057"/>
                    <a:pt x="10643" y="5636"/>
                    <a:pt x="10727" y="5207"/>
                  </a:cubicBezTo>
                  <a:cubicBezTo>
                    <a:pt x="10811" y="4771"/>
                    <a:pt x="10804" y="4319"/>
                    <a:pt x="10720" y="3882"/>
                  </a:cubicBezTo>
                  <a:cubicBezTo>
                    <a:pt x="10681" y="3691"/>
                    <a:pt x="10620" y="3500"/>
                    <a:pt x="10551" y="3316"/>
                  </a:cubicBezTo>
                  <a:cubicBezTo>
                    <a:pt x="10475" y="3140"/>
                    <a:pt x="10390" y="2971"/>
                    <a:pt x="10291" y="2811"/>
                  </a:cubicBezTo>
                  <a:cubicBezTo>
                    <a:pt x="10092" y="2497"/>
                    <a:pt x="9854" y="2213"/>
                    <a:pt x="9571" y="1976"/>
                  </a:cubicBezTo>
                  <a:cubicBezTo>
                    <a:pt x="9288" y="1731"/>
                    <a:pt x="8982" y="1509"/>
                    <a:pt x="8652" y="1333"/>
                  </a:cubicBezTo>
                  <a:cubicBezTo>
                    <a:pt x="8315" y="1142"/>
                    <a:pt x="7971" y="981"/>
                    <a:pt x="7611" y="835"/>
                  </a:cubicBezTo>
                  <a:cubicBezTo>
                    <a:pt x="6960" y="575"/>
                    <a:pt x="6294" y="368"/>
                    <a:pt x="5605" y="223"/>
                  </a:cubicBezTo>
                  <a:cubicBezTo>
                    <a:pt x="4970" y="85"/>
                    <a:pt x="4319" y="8"/>
                    <a:pt x="3668" y="1"/>
                  </a:cubicBezTo>
                  <a:close/>
                </a:path>
              </a:pathLst>
            </a:custGeom>
            <a:solidFill>
              <a:srgbClr val="F2B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2"/>
            <p:cNvSpPr/>
            <p:nvPr/>
          </p:nvSpPr>
          <p:spPr>
            <a:xfrm>
              <a:off x="7049909" y="3709623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2B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2"/>
            <p:cNvSpPr/>
            <p:nvPr/>
          </p:nvSpPr>
          <p:spPr>
            <a:xfrm>
              <a:off x="7037657" y="3710099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B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2"/>
            <p:cNvSpPr/>
            <p:nvPr/>
          </p:nvSpPr>
          <p:spPr>
            <a:xfrm>
              <a:off x="7037657" y="3710515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F2B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2"/>
            <p:cNvSpPr/>
            <p:nvPr/>
          </p:nvSpPr>
          <p:spPr>
            <a:xfrm>
              <a:off x="7037182" y="3710515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2B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2"/>
            <p:cNvSpPr/>
            <p:nvPr/>
          </p:nvSpPr>
          <p:spPr>
            <a:xfrm>
              <a:off x="7037182" y="3710515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B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2"/>
            <p:cNvSpPr/>
            <p:nvPr/>
          </p:nvSpPr>
          <p:spPr>
            <a:xfrm>
              <a:off x="7029926" y="3682742"/>
              <a:ext cx="298361" cy="163133"/>
            </a:xfrm>
            <a:custGeom>
              <a:avLst/>
              <a:gdLst/>
              <a:ahLst/>
              <a:cxnLst/>
              <a:rect l="l" t="t" r="r" b="b"/>
              <a:pathLst>
                <a:path w="5017" h="2743" extrusionOk="0">
                  <a:moveTo>
                    <a:pt x="130" y="1"/>
                  </a:moveTo>
                  <a:cubicBezTo>
                    <a:pt x="115" y="1"/>
                    <a:pt x="100" y="1"/>
                    <a:pt x="84" y="8"/>
                  </a:cubicBezTo>
                  <a:lnTo>
                    <a:pt x="92" y="8"/>
                  </a:lnTo>
                  <a:cubicBezTo>
                    <a:pt x="31" y="31"/>
                    <a:pt x="0" y="100"/>
                    <a:pt x="23" y="162"/>
                  </a:cubicBezTo>
                  <a:cubicBezTo>
                    <a:pt x="161" y="468"/>
                    <a:pt x="329" y="751"/>
                    <a:pt x="528" y="1011"/>
                  </a:cubicBezTo>
                  <a:cubicBezTo>
                    <a:pt x="750" y="1302"/>
                    <a:pt x="1003" y="1570"/>
                    <a:pt x="1279" y="1808"/>
                  </a:cubicBezTo>
                  <a:cubicBezTo>
                    <a:pt x="1554" y="2045"/>
                    <a:pt x="1860" y="2252"/>
                    <a:pt x="2190" y="2420"/>
                  </a:cubicBezTo>
                  <a:cubicBezTo>
                    <a:pt x="2496" y="2581"/>
                    <a:pt x="2833" y="2688"/>
                    <a:pt x="3177" y="2726"/>
                  </a:cubicBezTo>
                  <a:cubicBezTo>
                    <a:pt x="3264" y="2737"/>
                    <a:pt x="3351" y="2742"/>
                    <a:pt x="3438" y="2742"/>
                  </a:cubicBezTo>
                  <a:cubicBezTo>
                    <a:pt x="3659" y="2742"/>
                    <a:pt x="3880" y="2708"/>
                    <a:pt x="4088" y="2642"/>
                  </a:cubicBezTo>
                  <a:cubicBezTo>
                    <a:pt x="4242" y="2596"/>
                    <a:pt x="4379" y="2527"/>
                    <a:pt x="4517" y="2451"/>
                  </a:cubicBezTo>
                  <a:cubicBezTo>
                    <a:pt x="4670" y="2359"/>
                    <a:pt x="4816" y="2244"/>
                    <a:pt x="4938" y="2114"/>
                  </a:cubicBezTo>
                  <a:cubicBezTo>
                    <a:pt x="5017" y="2019"/>
                    <a:pt x="4935" y="1911"/>
                    <a:pt x="4844" y="1911"/>
                  </a:cubicBezTo>
                  <a:cubicBezTo>
                    <a:pt x="4811" y="1911"/>
                    <a:pt x="4776" y="1926"/>
                    <a:pt x="4747" y="1961"/>
                  </a:cubicBezTo>
                  <a:lnTo>
                    <a:pt x="4709" y="1999"/>
                  </a:lnTo>
                  <a:cubicBezTo>
                    <a:pt x="4586" y="2114"/>
                    <a:pt x="4448" y="2206"/>
                    <a:pt x="4303" y="2290"/>
                  </a:cubicBezTo>
                  <a:cubicBezTo>
                    <a:pt x="4165" y="2359"/>
                    <a:pt x="4020" y="2412"/>
                    <a:pt x="3866" y="2451"/>
                  </a:cubicBezTo>
                  <a:cubicBezTo>
                    <a:pt x="3713" y="2489"/>
                    <a:pt x="3560" y="2504"/>
                    <a:pt x="3399" y="2504"/>
                  </a:cubicBezTo>
                  <a:cubicBezTo>
                    <a:pt x="3193" y="2497"/>
                    <a:pt x="2978" y="2458"/>
                    <a:pt x="2779" y="2397"/>
                  </a:cubicBezTo>
                  <a:lnTo>
                    <a:pt x="2779" y="2397"/>
                  </a:lnTo>
                  <a:lnTo>
                    <a:pt x="2810" y="2405"/>
                  </a:lnTo>
                  <a:cubicBezTo>
                    <a:pt x="2527" y="2321"/>
                    <a:pt x="2259" y="2198"/>
                    <a:pt x="2006" y="2045"/>
                  </a:cubicBezTo>
                  <a:lnTo>
                    <a:pt x="1998" y="2045"/>
                  </a:lnTo>
                  <a:cubicBezTo>
                    <a:pt x="1646" y="1815"/>
                    <a:pt x="1317" y="1547"/>
                    <a:pt x="1034" y="1241"/>
                  </a:cubicBezTo>
                  <a:lnTo>
                    <a:pt x="1034" y="1241"/>
                  </a:lnTo>
                  <a:lnTo>
                    <a:pt x="1049" y="1264"/>
                  </a:lnTo>
                  <a:cubicBezTo>
                    <a:pt x="781" y="973"/>
                    <a:pt x="544" y="652"/>
                    <a:pt x="352" y="307"/>
                  </a:cubicBezTo>
                  <a:cubicBezTo>
                    <a:pt x="314" y="230"/>
                    <a:pt x="276" y="154"/>
                    <a:pt x="245" y="77"/>
                  </a:cubicBezTo>
                  <a:cubicBezTo>
                    <a:pt x="222" y="31"/>
                    <a:pt x="176" y="1"/>
                    <a:pt x="130" y="1"/>
                  </a:cubicBezTo>
                  <a:close/>
                </a:path>
              </a:pathLst>
            </a:custGeom>
            <a:solidFill>
              <a:srgbClr val="F2B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2"/>
            <p:cNvSpPr/>
            <p:nvPr/>
          </p:nvSpPr>
          <p:spPr>
            <a:xfrm>
              <a:off x="7505287" y="4065505"/>
              <a:ext cx="39666" cy="121978"/>
            </a:xfrm>
            <a:custGeom>
              <a:avLst/>
              <a:gdLst/>
              <a:ahLst/>
              <a:cxnLst/>
              <a:rect l="l" t="t" r="r" b="b"/>
              <a:pathLst>
                <a:path w="667" h="2051" extrusionOk="0">
                  <a:moveTo>
                    <a:pt x="381" y="0"/>
                  </a:moveTo>
                  <a:cubicBezTo>
                    <a:pt x="361" y="0"/>
                    <a:pt x="340" y="7"/>
                    <a:pt x="322" y="19"/>
                  </a:cubicBezTo>
                  <a:lnTo>
                    <a:pt x="322" y="11"/>
                  </a:lnTo>
                  <a:cubicBezTo>
                    <a:pt x="276" y="42"/>
                    <a:pt x="268" y="103"/>
                    <a:pt x="299" y="149"/>
                  </a:cubicBezTo>
                  <a:cubicBezTo>
                    <a:pt x="314" y="164"/>
                    <a:pt x="322" y="180"/>
                    <a:pt x="337" y="203"/>
                  </a:cubicBezTo>
                  <a:cubicBezTo>
                    <a:pt x="375" y="272"/>
                    <a:pt x="406" y="348"/>
                    <a:pt x="429" y="432"/>
                  </a:cubicBezTo>
                  <a:cubicBezTo>
                    <a:pt x="451" y="556"/>
                    <a:pt x="466" y="680"/>
                    <a:pt x="467" y="810"/>
                  </a:cubicBezTo>
                  <a:lnTo>
                    <a:pt x="467" y="810"/>
                  </a:lnTo>
                  <a:cubicBezTo>
                    <a:pt x="459" y="1001"/>
                    <a:pt x="436" y="1191"/>
                    <a:pt x="383" y="1374"/>
                  </a:cubicBezTo>
                  <a:cubicBezTo>
                    <a:pt x="383" y="1382"/>
                    <a:pt x="383" y="1382"/>
                    <a:pt x="383" y="1389"/>
                  </a:cubicBezTo>
                  <a:cubicBezTo>
                    <a:pt x="345" y="1504"/>
                    <a:pt x="299" y="1619"/>
                    <a:pt x="237" y="1726"/>
                  </a:cubicBezTo>
                  <a:cubicBezTo>
                    <a:pt x="237" y="1726"/>
                    <a:pt x="237" y="1719"/>
                    <a:pt x="237" y="1719"/>
                  </a:cubicBezTo>
                  <a:cubicBezTo>
                    <a:pt x="199" y="1780"/>
                    <a:pt x="161" y="1833"/>
                    <a:pt x="107" y="1887"/>
                  </a:cubicBezTo>
                  <a:cubicBezTo>
                    <a:pt x="84" y="1910"/>
                    <a:pt x="54" y="1933"/>
                    <a:pt x="31" y="1956"/>
                  </a:cubicBezTo>
                  <a:cubicBezTo>
                    <a:pt x="8" y="1971"/>
                    <a:pt x="0" y="2009"/>
                    <a:pt x="15" y="2032"/>
                  </a:cubicBezTo>
                  <a:cubicBezTo>
                    <a:pt x="28" y="2045"/>
                    <a:pt x="43" y="2051"/>
                    <a:pt x="58" y="2051"/>
                  </a:cubicBezTo>
                  <a:cubicBezTo>
                    <a:pt x="70" y="2051"/>
                    <a:pt x="82" y="2047"/>
                    <a:pt x="92" y="2040"/>
                  </a:cubicBezTo>
                  <a:cubicBezTo>
                    <a:pt x="222" y="1941"/>
                    <a:pt x="329" y="1810"/>
                    <a:pt x="406" y="1665"/>
                  </a:cubicBezTo>
                  <a:cubicBezTo>
                    <a:pt x="505" y="1489"/>
                    <a:pt x="574" y="1297"/>
                    <a:pt x="613" y="1106"/>
                  </a:cubicBezTo>
                  <a:cubicBezTo>
                    <a:pt x="658" y="915"/>
                    <a:pt x="666" y="723"/>
                    <a:pt x="643" y="532"/>
                  </a:cubicBezTo>
                  <a:cubicBezTo>
                    <a:pt x="636" y="440"/>
                    <a:pt x="613" y="348"/>
                    <a:pt x="582" y="264"/>
                  </a:cubicBezTo>
                  <a:cubicBezTo>
                    <a:pt x="551" y="180"/>
                    <a:pt x="513" y="103"/>
                    <a:pt x="459" y="42"/>
                  </a:cubicBezTo>
                  <a:cubicBezTo>
                    <a:pt x="441" y="14"/>
                    <a:pt x="412" y="0"/>
                    <a:pt x="381" y="0"/>
                  </a:cubicBezTo>
                  <a:close/>
                </a:path>
              </a:pathLst>
            </a:custGeom>
            <a:solidFill>
              <a:srgbClr val="D79D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2"/>
            <p:cNvSpPr/>
            <p:nvPr/>
          </p:nvSpPr>
          <p:spPr>
            <a:xfrm>
              <a:off x="7519323" y="4055217"/>
              <a:ext cx="92060" cy="22600"/>
            </a:xfrm>
            <a:custGeom>
              <a:avLst/>
              <a:gdLst/>
              <a:ahLst/>
              <a:cxnLst/>
              <a:rect l="l" t="t" r="r" b="b"/>
              <a:pathLst>
                <a:path w="1548" h="380" extrusionOk="0">
                  <a:moveTo>
                    <a:pt x="690" y="0"/>
                  </a:moveTo>
                  <a:cubicBezTo>
                    <a:pt x="606" y="0"/>
                    <a:pt x="514" y="8"/>
                    <a:pt x="430" y="23"/>
                  </a:cubicBezTo>
                  <a:lnTo>
                    <a:pt x="422" y="23"/>
                  </a:lnTo>
                  <a:cubicBezTo>
                    <a:pt x="292" y="46"/>
                    <a:pt x="170" y="85"/>
                    <a:pt x="63" y="154"/>
                  </a:cubicBezTo>
                  <a:cubicBezTo>
                    <a:pt x="40" y="161"/>
                    <a:pt x="24" y="177"/>
                    <a:pt x="24" y="200"/>
                  </a:cubicBezTo>
                  <a:cubicBezTo>
                    <a:pt x="0" y="254"/>
                    <a:pt x="43" y="303"/>
                    <a:pt x="91" y="303"/>
                  </a:cubicBezTo>
                  <a:cubicBezTo>
                    <a:pt x="105" y="303"/>
                    <a:pt x="118" y="300"/>
                    <a:pt x="132" y="291"/>
                  </a:cubicBezTo>
                  <a:cubicBezTo>
                    <a:pt x="193" y="261"/>
                    <a:pt x="254" y="230"/>
                    <a:pt x="323" y="207"/>
                  </a:cubicBezTo>
                  <a:cubicBezTo>
                    <a:pt x="445" y="169"/>
                    <a:pt x="568" y="138"/>
                    <a:pt x="690" y="131"/>
                  </a:cubicBezTo>
                  <a:lnTo>
                    <a:pt x="675" y="131"/>
                  </a:lnTo>
                  <a:cubicBezTo>
                    <a:pt x="736" y="123"/>
                    <a:pt x="790" y="123"/>
                    <a:pt x="851" y="123"/>
                  </a:cubicBezTo>
                  <a:cubicBezTo>
                    <a:pt x="905" y="123"/>
                    <a:pt x="958" y="131"/>
                    <a:pt x="1020" y="138"/>
                  </a:cubicBezTo>
                  <a:lnTo>
                    <a:pt x="1004" y="138"/>
                  </a:lnTo>
                  <a:cubicBezTo>
                    <a:pt x="1089" y="154"/>
                    <a:pt x="1173" y="177"/>
                    <a:pt x="1257" y="215"/>
                  </a:cubicBezTo>
                  <a:cubicBezTo>
                    <a:pt x="1311" y="238"/>
                    <a:pt x="1364" y="276"/>
                    <a:pt x="1410" y="307"/>
                  </a:cubicBezTo>
                  <a:lnTo>
                    <a:pt x="1402" y="307"/>
                  </a:lnTo>
                  <a:cubicBezTo>
                    <a:pt x="1425" y="322"/>
                    <a:pt x="1448" y="345"/>
                    <a:pt x="1471" y="368"/>
                  </a:cubicBezTo>
                  <a:cubicBezTo>
                    <a:pt x="1479" y="376"/>
                    <a:pt x="1491" y="379"/>
                    <a:pt x="1502" y="379"/>
                  </a:cubicBezTo>
                  <a:cubicBezTo>
                    <a:pt x="1513" y="379"/>
                    <a:pt x="1525" y="376"/>
                    <a:pt x="1533" y="368"/>
                  </a:cubicBezTo>
                  <a:cubicBezTo>
                    <a:pt x="1548" y="353"/>
                    <a:pt x="1548" y="322"/>
                    <a:pt x="1533" y="307"/>
                  </a:cubicBezTo>
                  <a:cubicBezTo>
                    <a:pt x="1349" y="131"/>
                    <a:pt x="1104" y="23"/>
                    <a:pt x="851" y="8"/>
                  </a:cubicBezTo>
                  <a:cubicBezTo>
                    <a:pt x="798" y="8"/>
                    <a:pt x="744" y="0"/>
                    <a:pt x="690" y="0"/>
                  </a:cubicBezTo>
                  <a:close/>
                </a:path>
              </a:pathLst>
            </a:custGeom>
            <a:solidFill>
              <a:srgbClr val="D79D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2"/>
            <p:cNvSpPr/>
            <p:nvPr/>
          </p:nvSpPr>
          <p:spPr>
            <a:xfrm>
              <a:off x="6616892" y="4454097"/>
              <a:ext cx="1126957" cy="619287"/>
            </a:xfrm>
            <a:custGeom>
              <a:avLst/>
              <a:gdLst/>
              <a:ahLst/>
              <a:cxnLst/>
              <a:rect l="l" t="t" r="r" b="b"/>
              <a:pathLst>
                <a:path w="18950" h="10413" extrusionOk="0">
                  <a:moveTo>
                    <a:pt x="7450" y="0"/>
                  </a:moveTo>
                  <a:lnTo>
                    <a:pt x="7427" y="8"/>
                  </a:lnTo>
                  <a:cubicBezTo>
                    <a:pt x="7167" y="92"/>
                    <a:pt x="6907" y="192"/>
                    <a:pt x="6669" y="283"/>
                  </a:cubicBezTo>
                  <a:cubicBezTo>
                    <a:pt x="6118" y="521"/>
                    <a:pt x="5582" y="789"/>
                    <a:pt x="5062" y="1095"/>
                  </a:cubicBezTo>
                  <a:cubicBezTo>
                    <a:pt x="4870" y="1210"/>
                    <a:pt x="4694" y="1317"/>
                    <a:pt x="4541" y="1417"/>
                  </a:cubicBezTo>
                  <a:cubicBezTo>
                    <a:pt x="4334" y="1547"/>
                    <a:pt x="4181" y="1654"/>
                    <a:pt x="4043" y="1753"/>
                  </a:cubicBezTo>
                  <a:cubicBezTo>
                    <a:pt x="3898" y="1853"/>
                    <a:pt x="3768" y="1953"/>
                    <a:pt x="3638" y="2060"/>
                  </a:cubicBezTo>
                  <a:cubicBezTo>
                    <a:pt x="3546" y="2144"/>
                    <a:pt x="3446" y="2236"/>
                    <a:pt x="3354" y="2328"/>
                  </a:cubicBezTo>
                  <a:cubicBezTo>
                    <a:pt x="2803" y="2856"/>
                    <a:pt x="2321" y="3453"/>
                    <a:pt x="1907" y="4089"/>
                  </a:cubicBezTo>
                  <a:cubicBezTo>
                    <a:pt x="1448" y="4808"/>
                    <a:pt x="1073" y="5574"/>
                    <a:pt x="782" y="6370"/>
                  </a:cubicBezTo>
                  <a:cubicBezTo>
                    <a:pt x="560" y="6944"/>
                    <a:pt x="384" y="7541"/>
                    <a:pt x="246" y="8139"/>
                  </a:cubicBezTo>
                  <a:cubicBezTo>
                    <a:pt x="116" y="8736"/>
                    <a:pt x="32" y="9348"/>
                    <a:pt x="1" y="9961"/>
                  </a:cubicBezTo>
                  <a:cubicBezTo>
                    <a:pt x="1" y="10014"/>
                    <a:pt x="39" y="10068"/>
                    <a:pt x="93" y="10091"/>
                  </a:cubicBezTo>
                  <a:cubicBezTo>
                    <a:pt x="108" y="10106"/>
                    <a:pt x="131" y="10122"/>
                    <a:pt x="154" y="10129"/>
                  </a:cubicBezTo>
                  <a:cubicBezTo>
                    <a:pt x="1448" y="10244"/>
                    <a:pt x="2834" y="10305"/>
                    <a:pt x="4633" y="10305"/>
                  </a:cubicBezTo>
                  <a:cubicBezTo>
                    <a:pt x="5360" y="10305"/>
                    <a:pt x="6133" y="10290"/>
                    <a:pt x="6754" y="10282"/>
                  </a:cubicBezTo>
                  <a:lnTo>
                    <a:pt x="7473" y="10282"/>
                  </a:lnTo>
                  <a:cubicBezTo>
                    <a:pt x="7994" y="10282"/>
                    <a:pt x="8515" y="10267"/>
                    <a:pt x="9035" y="10267"/>
                  </a:cubicBezTo>
                  <a:lnTo>
                    <a:pt x="9303" y="10267"/>
                  </a:lnTo>
                  <a:cubicBezTo>
                    <a:pt x="9954" y="10267"/>
                    <a:pt x="10597" y="10282"/>
                    <a:pt x="11141" y="10298"/>
                  </a:cubicBezTo>
                  <a:lnTo>
                    <a:pt x="12113" y="10321"/>
                  </a:lnTo>
                  <a:lnTo>
                    <a:pt x="12366" y="10328"/>
                  </a:lnTo>
                  <a:cubicBezTo>
                    <a:pt x="13200" y="10351"/>
                    <a:pt x="14035" y="10367"/>
                    <a:pt x="14869" y="10382"/>
                  </a:cubicBezTo>
                  <a:cubicBezTo>
                    <a:pt x="15681" y="10397"/>
                    <a:pt x="16316" y="10405"/>
                    <a:pt x="16883" y="10413"/>
                  </a:cubicBezTo>
                  <a:lnTo>
                    <a:pt x="17886" y="10413"/>
                  </a:lnTo>
                  <a:cubicBezTo>
                    <a:pt x="18046" y="10413"/>
                    <a:pt x="18207" y="10413"/>
                    <a:pt x="18368" y="10405"/>
                  </a:cubicBezTo>
                  <a:lnTo>
                    <a:pt x="18912" y="10397"/>
                  </a:lnTo>
                  <a:cubicBezTo>
                    <a:pt x="18927" y="10321"/>
                    <a:pt x="18935" y="10252"/>
                    <a:pt x="18935" y="10175"/>
                  </a:cubicBezTo>
                  <a:lnTo>
                    <a:pt x="18935" y="10152"/>
                  </a:lnTo>
                  <a:cubicBezTo>
                    <a:pt x="18950" y="9241"/>
                    <a:pt x="18850" y="8330"/>
                    <a:pt x="18636" y="7442"/>
                  </a:cubicBezTo>
                  <a:cubicBezTo>
                    <a:pt x="18521" y="6983"/>
                    <a:pt x="18376" y="6531"/>
                    <a:pt x="18200" y="6102"/>
                  </a:cubicBezTo>
                  <a:cubicBezTo>
                    <a:pt x="18023" y="5658"/>
                    <a:pt x="17809" y="5237"/>
                    <a:pt x="17564" y="4831"/>
                  </a:cubicBezTo>
                  <a:cubicBezTo>
                    <a:pt x="17082" y="4043"/>
                    <a:pt x="16492" y="3331"/>
                    <a:pt x="15819" y="2703"/>
                  </a:cubicBezTo>
                  <a:cubicBezTo>
                    <a:pt x="15275" y="2182"/>
                    <a:pt x="14693" y="1708"/>
                    <a:pt x="14073" y="1279"/>
                  </a:cubicBezTo>
                  <a:lnTo>
                    <a:pt x="13950" y="1202"/>
                  </a:lnTo>
                  <a:lnTo>
                    <a:pt x="13836" y="1126"/>
                  </a:lnTo>
                  <a:lnTo>
                    <a:pt x="13705" y="1049"/>
                  </a:lnTo>
                  <a:cubicBezTo>
                    <a:pt x="13552" y="965"/>
                    <a:pt x="13399" y="881"/>
                    <a:pt x="13246" y="789"/>
                  </a:cubicBezTo>
                  <a:lnTo>
                    <a:pt x="13208" y="766"/>
                  </a:lnTo>
                  <a:lnTo>
                    <a:pt x="13124" y="720"/>
                  </a:lnTo>
                  <a:lnTo>
                    <a:pt x="13032" y="674"/>
                  </a:lnTo>
                  <a:cubicBezTo>
                    <a:pt x="12963" y="643"/>
                    <a:pt x="12894" y="613"/>
                    <a:pt x="12825" y="582"/>
                  </a:cubicBezTo>
                  <a:cubicBezTo>
                    <a:pt x="12771" y="559"/>
                    <a:pt x="12725" y="544"/>
                    <a:pt x="12679" y="528"/>
                  </a:cubicBezTo>
                  <a:cubicBezTo>
                    <a:pt x="12672" y="528"/>
                    <a:pt x="12664" y="536"/>
                    <a:pt x="12657" y="544"/>
                  </a:cubicBezTo>
                  <a:cubicBezTo>
                    <a:pt x="12450" y="812"/>
                    <a:pt x="12205" y="1064"/>
                    <a:pt x="11937" y="1279"/>
                  </a:cubicBezTo>
                  <a:cubicBezTo>
                    <a:pt x="11554" y="1577"/>
                    <a:pt x="11141" y="1830"/>
                    <a:pt x="10697" y="2029"/>
                  </a:cubicBezTo>
                  <a:lnTo>
                    <a:pt x="10674" y="2037"/>
                  </a:lnTo>
                  <a:cubicBezTo>
                    <a:pt x="10168" y="2251"/>
                    <a:pt x="9617" y="2358"/>
                    <a:pt x="9066" y="2358"/>
                  </a:cubicBezTo>
                  <a:cubicBezTo>
                    <a:pt x="8936" y="2358"/>
                    <a:pt x="8805" y="2351"/>
                    <a:pt x="8683" y="2343"/>
                  </a:cubicBezTo>
                  <a:cubicBezTo>
                    <a:pt x="8446" y="2312"/>
                    <a:pt x="8208" y="2259"/>
                    <a:pt x="7979" y="2182"/>
                  </a:cubicBezTo>
                  <a:cubicBezTo>
                    <a:pt x="7833" y="2121"/>
                    <a:pt x="7688" y="2044"/>
                    <a:pt x="7565" y="1960"/>
                  </a:cubicBezTo>
                  <a:cubicBezTo>
                    <a:pt x="7481" y="1891"/>
                    <a:pt x="7404" y="1822"/>
                    <a:pt x="7343" y="1746"/>
                  </a:cubicBezTo>
                  <a:cubicBezTo>
                    <a:pt x="7290" y="1677"/>
                    <a:pt x="7244" y="1600"/>
                    <a:pt x="7205" y="1516"/>
                  </a:cubicBezTo>
                  <a:cubicBezTo>
                    <a:pt x="7175" y="1440"/>
                    <a:pt x="7152" y="1363"/>
                    <a:pt x="7136" y="1286"/>
                  </a:cubicBezTo>
                  <a:cubicBezTo>
                    <a:pt x="7121" y="1179"/>
                    <a:pt x="7121" y="1064"/>
                    <a:pt x="7129" y="957"/>
                  </a:cubicBezTo>
                  <a:cubicBezTo>
                    <a:pt x="7152" y="796"/>
                    <a:pt x="7190" y="636"/>
                    <a:pt x="7251" y="475"/>
                  </a:cubicBezTo>
                  <a:cubicBezTo>
                    <a:pt x="7290" y="383"/>
                    <a:pt x="7328" y="283"/>
                    <a:pt x="7381" y="184"/>
                  </a:cubicBezTo>
                  <a:lnTo>
                    <a:pt x="7420" y="92"/>
                  </a:lnTo>
                  <a:lnTo>
                    <a:pt x="7450" y="8"/>
                  </a:lnTo>
                  <a:lnTo>
                    <a:pt x="74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2"/>
            <p:cNvSpPr/>
            <p:nvPr/>
          </p:nvSpPr>
          <p:spPr>
            <a:xfrm>
              <a:off x="7367728" y="4811942"/>
              <a:ext cx="92060" cy="259597"/>
            </a:xfrm>
            <a:custGeom>
              <a:avLst/>
              <a:gdLst/>
              <a:ahLst/>
              <a:cxnLst/>
              <a:rect l="l" t="t" r="r" b="b"/>
              <a:pathLst>
                <a:path w="1548" h="4365" extrusionOk="0">
                  <a:moveTo>
                    <a:pt x="713" y="1"/>
                  </a:moveTo>
                  <a:lnTo>
                    <a:pt x="713" y="1"/>
                  </a:lnTo>
                  <a:cubicBezTo>
                    <a:pt x="736" y="123"/>
                    <a:pt x="751" y="238"/>
                    <a:pt x="767" y="353"/>
                  </a:cubicBezTo>
                  <a:lnTo>
                    <a:pt x="774" y="361"/>
                  </a:lnTo>
                  <a:cubicBezTo>
                    <a:pt x="797" y="590"/>
                    <a:pt x="812" y="820"/>
                    <a:pt x="805" y="1057"/>
                  </a:cubicBezTo>
                  <a:cubicBezTo>
                    <a:pt x="805" y="1287"/>
                    <a:pt x="782" y="1524"/>
                    <a:pt x="751" y="1754"/>
                  </a:cubicBezTo>
                  <a:cubicBezTo>
                    <a:pt x="690" y="2214"/>
                    <a:pt x="590" y="2673"/>
                    <a:pt x="445" y="3117"/>
                  </a:cubicBezTo>
                  <a:cubicBezTo>
                    <a:pt x="322" y="3530"/>
                    <a:pt x="169" y="3928"/>
                    <a:pt x="1" y="4327"/>
                  </a:cubicBezTo>
                  <a:lnTo>
                    <a:pt x="1547" y="4365"/>
                  </a:lnTo>
                  <a:cubicBezTo>
                    <a:pt x="1547" y="3775"/>
                    <a:pt x="1509" y="3186"/>
                    <a:pt x="1440" y="2596"/>
                  </a:cubicBezTo>
                  <a:cubicBezTo>
                    <a:pt x="1379" y="2183"/>
                    <a:pt x="1295" y="1762"/>
                    <a:pt x="1188" y="1356"/>
                  </a:cubicBezTo>
                  <a:cubicBezTo>
                    <a:pt x="1088" y="950"/>
                    <a:pt x="950" y="560"/>
                    <a:pt x="789" y="177"/>
                  </a:cubicBezTo>
                  <a:lnTo>
                    <a:pt x="789" y="185"/>
                  </a:lnTo>
                  <a:cubicBezTo>
                    <a:pt x="767" y="123"/>
                    <a:pt x="736" y="62"/>
                    <a:pt x="713" y="1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2"/>
            <p:cNvSpPr/>
            <p:nvPr/>
          </p:nvSpPr>
          <p:spPr>
            <a:xfrm>
              <a:off x="7365944" y="4485499"/>
              <a:ext cx="377932" cy="588361"/>
            </a:xfrm>
            <a:custGeom>
              <a:avLst/>
              <a:gdLst/>
              <a:ahLst/>
              <a:cxnLst/>
              <a:rect l="l" t="t" r="r" b="b"/>
              <a:pathLst>
                <a:path w="6355" h="9893" extrusionOk="0">
                  <a:moveTo>
                    <a:pt x="84" y="0"/>
                  </a:moveTo>
                  <a:cubicBezTo>
                    <a:pt x="77" y="0"/>
                    <a:pt x="69" y="8"/>
                    <a:pt x="62" y="8"/>
                  </a:cubicBezTo>
                  <a:lnTo>
                    <a:pt x="62" y="16"/>
                  </a:lnTo>
                  <a:cubicBezTo>
                    <a:pt x="39" y="39"/>
                    <a:pt x="23" y="69"/>
                    <a:pt x="0" y="92"/>
                  </a:cubicBezTo>
                  <a:cubicBezTo>
                    <a:pt x="153" y="161"/>
                    <a:pt x="307" y="238"/>
                    <a:pt x="452" y="330"/>
                  </a:cubicBezTo>
                  <a:cubicBezTo>
                    <a:pt x="735" y="521"/>
                    <a:pt x="1003" y="728"/>
                    <a:pt x="1248" y="950"/>
                  </a:cubicBezTo>
                  <a:cubicBezTo>
                    <a:pt x="1409" y="1095"/>
                    <a:pt x="1562" y="1241"/>
                    <a:pt x="1715" y="1386"/>
                  </a:cubicBezTo>
                  <a:cubicBezTo>
                    <a:pt x="1792" y="1463"/>
                    <a:pt x="1861" y="1532"/>
                    <a:pt x="1937" y="1601"/>
                  </a:cubicBezTo>
                  <a:cubicBezTo>
                    <a:pt x="2006" y="1677"/>
                    <a:pt x="2083" y="1754"/>
                    <a:pt x="2159" y="1823"/>
                  </a:cubicBezTo>
                  <a:cubicBezTo>
                    <a:pt x="2466" y="2152"/>
                    <a:pt x="2749" y="2496"/>
                    <a:pt x="2994" y="2864"/>
                  </a:cubicBezTo>
                  <a:cubicBezTo>
                    <a:pt x="3246" y="3231"/>
                    <a:pt x="3476" y="3622"/>
                    <a:pt x="3675" y="4020"/>
                  </a:cubicBezTo>
                  <a:cubicBezTo>
                    <a:pt x="3882" y="4418"/>
                    <a:pt x="4058" y="4831"/>
                    <a:pt x="4219" y="5245"/>
                  </a:cubicBezTo>
                  <a:cubicBezTo>
                    <a:pt x="4311" y="5482"/>
                    <a:pt x="4387" y="5712"/>
                    <a:pt x="4464" y="5957"/>
                  </a:cubicBezTo>
                  <a:cubicBezTo>
                    <a:pt x="4533" y="6194"/>
                    <a:pt x="4602" y="6432"/>
                    <a:pt x="4663" y="6684"/>
                  </a:cubicBezTo>
                  <a:cubicBezTo>
                    <a:pt x="4770" y="7167"/>
                    <a:pt x="4854" y="7657"/>
                    <a:pt x="4923" y="8147"/>
                  </a:cubicBezTo>
                  <a:cubicBezTo>
                    <a:pt x="5000" y="8728"/>
                    <a:pt x="5046" y="9310"/>
                    <a:pt x="5084" y="9892"/>
                  </a:cubicBezTo>
                  <a:lnTo>
                    <a:pt x="5291" y="9892"/>
                  </a:lnTo>
                  <a:cubicBezTo>
                    <a:pt x="5451" y="9892"/>
                    <a:pt x="5612" y="9892"/>
                    <a:pt x="5773" y="9885"/>
                  </a:cubicBezTo>
                  <a:lnTo>
                    <a:pt x="6309" y="9877"/>
                  </a:lnTo>
                  <a:cubicBezTo>
                    <a:pt x="6324" y="9808"/>
                    <a:pt x="6340" y="9731"/>
                    <a:pt x="6340" y="9655"/>
                  </a:cubicBezTo>
                  <a:lnTo>
                    <a:pt x="6340" y="9632"/>
                  </a:lnTo>
                  <a:cubicBezTo>
                    <a:pt x="6355" y="8713"/>
                    <a:pt x="6248" y="7802"/>
                    <a:pt x="6041" y="6914"/>
                  </a:cubicBezTo>
                  <a:cubicBezTo>
                    <a:pt x="5926" y="6462"/>
                    <a:pt x="5781" y="6011"/>
                    <a:pt x="5605" y="5574"/>
                  </a:cubicBezTo>
                  <a:cubicBezTo>
                    <a:pt x="5421" y="5138"/>
                    <a:pt x="5214" y="4717"/>
                    <a:pt x="4969" y="4311"/>
                  </a:cubicBezTo>
                  <a:cubicBezTo>
                    <a:pt x="4479" y="3522"/>
                    <a:pt x="3897" y="2810"/>
                    <a:pt x="3224" y="2175"/>
                  </a:cubicBezTo>
                  <a:cubicBezTo>
                    <a:pt x="2680" y="1654"/>
                    <a:pt x="2098" y="1180"/>
                    <a:pt x="1478" y="751"/>
                  </a:cubicBezTo>
                  <a:lnTo>
                    <a:pt x="1355" y="674"/>
                  </a:lnTo>
                  <a:lnTo>
                    <a:pt x="1233" y="598"/>
                  </a:lnTo>
                  <a:lnTo>
                    <a:pt x="1110" y="521"/>
                  </a:lnTo>
                  <a:cubicBezTo>
                    <a:pt x="957" y="437"/>
                    <a:pt x="804" y="353"/>
                    <a:pt x="651" y="261"/>
                  </a:cubicBezTo>
                  <a:lnTo>
                    <a:pt x="605" y="238"/>
                  </a:lnTo>
                  <a:lnTo>
                    <a:pt x="521" y="192"/>
                  </a:lnTo>
                  <a:lnTo>
                    <a:pt x="437" y="146"/>
                  </a:lnTo>
                  <a:cubicBezTo>
                    <a:pt x="368" y="115"/>
                    <a:pt x="299" y="85"/>
                    <a:pt x="222" y="54"/>
                  </a:cubicBezTo>
                  <a:cubicBezTo>
                    <a:pt x="176" y="31"/>
                    <a:pt x="130" y="16"/>
                    <a:pt x="84" y="0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2"/>
            <p:cNvSpPr/>
            <p:nvPr/>
          </p:nvSpPr>
          <p:spPr>
            <a:xfrm>
              <a:off x="7035338" y="4447258"/>
              <a:ext cx="344748" cy="154391"/>
            </a:xfrm>
            <a:custGeom>
              <a:avLst/>
              <a:gdLst/>
              <a:ahLst/>
              <a:cxnLst/>
              <a:rect l="l" t="t" r="r" b="b"/>
              <a:pathLst>
                <a:path w="5797" h="2596" extrusionOk="0">
                  <a:moveTo>
                    <a:pt x="399" y="0"/>
                  </a:moveTo>
                  <a:lnTo>
                    <a:pt x="399" y="8"/>
                  </a:lnTo>
                  <a:cubicBezTo>
                    <a:pt x="345" y="16"/>
                    <a:pt x="292" y="46"/>
                    <a:pt x="277" y="100"/>
                  </a:cubicBezTo>
                  <a:cubicBezTo>
                    <a:pt x="24" y="743"/>
                    <a:pt x="1" y="1264"/>
                    <a:pt x="185" y="1700"/>
                  </a:cubicBezTo>
                  <a:cubicBezTo>
                    <a:pt x="277" y="1891"/>
                    <a:pt x="414" y="2060"/>
                    <a:pt x="583" y="2198"/>
                  </a:cubicBezTo>
                  <a:cubicBezTo>
                    <a:pt x="759" y="2328"/>
                    <a:pt x="958" y="2420"/>
                    <a:pt x="1165" y="2481"/>
                  </a:cubicBezTo>
                  <a:cubicBezTo>
                    <a:pt x="1402" y="2550"/>
                    <a:pt x="1647" y="2588"/>
                    <a:pt x="1884" y="2596"/>
                  </a:cubicBezTo>
                  <a:lnTo>
                    <a:pt x="2060" y="2596"/>
                  </a:lnTo>
                  <a:cubicBezTo>
                    <a:pt x="2267" y="2596"/>
                    <a:pt x="2474" y="2580"/>
                    <a:pt x="2681" y="2558"/>
                  </a:cubicBezTo>
                  <a:cubicBezTo>
                    <a:pt x="2941" y="2519"/>
                    <a:pt x="3201" y="2458"/>
                    <a:pt x="3461" y="2381"/>
                  </a:cubicBezTo>
                  <a:cubicBezTo>
                    <a:pt x="3714" y="2297"/>
                    <a:pt x="3959" y="2198"/>
                    <a:pt x="4204" y="2075"/>
                  </a:cubicBezTo>
                  <a:cubicBezTo>
                    <a:pt x="4449" y="1945"/>
                    <a:pt x="4686" y="1792"/>
                    <a:pt x="4909" y="1616"/>
                  </a:cubicBezTo>
                  <a:cubicBezTo>
                    <a:pt x="5245" y="1363"/>
                    <a:pt x="5536" y="1057"/>
                    <a:pt x="5774" y="712"/>
                  </a:cubicBezTo>
                  <a:cubicBezTo>
                    <a:pt x="5789" y="682"/>
                    <a:pt x="5797" y="651"/>
                    <a:pt x="5789" y="613"/>
                  </a:cubicBezTo>
                  <a:cubicBezTo>
                    <a:pt x="5781" y="559"/>
                    <a:pt x="5728" y="521"/>
                    <a:pt x="5666" y="521"/>
                  </a:cubicBezTo>
                  <a:cubicBezTo>
                    <a:pt x="5628" y="521"/>
                    <a:pt x="5590" y="536"/>
                    <a:pt x="5567" y="575"/>
                  </a:cubicBezTo>
                  <a:cubicBezTo>
                    <a:pt x="5490" y="682"/>
                    <a:pt x="5414" y="781"/>
                    <a:pt x="5337" y="881"/>
                  </a:cubicBezTo>
                  <a:lnTo>
                    <a:pt x="5360" y="858"/>
                  </a:lnTo>
                  <a:lnTo>
                    <a:pt x="5360" y="858"/>
                  </a:lnTo>
                  <a:cubicBezTo>
                    <a:pt x="5092" y="1149"/>
                    <a:pt x="4794" y="1409"/>
                    <a:pt x="4464" y="1631"/>
                  </a:cubicBezTo>
                  <a:cubicBezTo>
                    <a:pt x="4196" y="1815"/>
                    <a:pt x="3906" y="1960"/>
                    <a:pt x="3599" y="2068"/>
                  </a:cubicBezTo>
                  <a:lnTo>
                    <a:pt x="3569" y="2083"/>
                  </a:lnTo>
                  <a:cubicBezTo>
                    <a:pt x="3201" y="2213"/>
                    <a:pt x="2826" y="2297"/>
                    <a:pt x="2436" y="2335"/>
                  </a:cubicBezTo>
                  <a:cubicBezTo>
                    <a:pt x="2313" y="2343"/>
                    <a:pt x="2191" y="2351"/>
                    <a:pt x="2068" y="2351"/>
                  </a:cubicBezTo>
                  <a:cubicBezTo>
                    <a:pt x="1877" y="2351"/>
                    <a:pt x="1693" y="2335"/>
                    <a:pt x="1509" y="2305"/>
                  </a:cubicBezTo>
                  <a:cubicBezTo>
                    <a:pt x="1333" y="2274"/>
                    <a:pt x="1157" y="2221"/>
                    <a:pt x="996" y="2144"/>
                  </a:cubicBezTo>
                  <a:cubicBezTo>
                    <a:pt x="881" y="2090"/>
                    <a:pt x="782" y="2029"/>
                    <a:pt x="682" y="1945"/>
                  </a:cubicBezTo>
                  <a:cubicBezTo>
                    <a:pt x="613" y="1891"/>
                    <a:pt x="560" y="1823"/>
                    <a:pt x="506" y="1754"/>
                  </a:cubicBezTo>
                  <a:cubicBezTo>
                    <a:pt x="460" y="1677"/>
                    <a:pt x="414" y="1600"/>
                    <a:pt x="384" y="1516"/>
                  </a:cubicBezTo>
                  <a:cubicBezTo>
                    <a:pt x="353" y="1424"/>
                    <a:pt x="330" y="1325"/>
                    <a:pt x="322" y="1218"/>
                  </a:cubicBezTo>
                  <a:cubicBezTo>
                    <a:pt x="307" y="1065"/>
                    <a:pt x="315" y="904"/>
                    <a:pt x="345" y="751"/>
                  </a:cubicBezTo>
                  <a:cubicBezTo>
                    <a:pt x="384" y="552"/>
                    <a:pt x="437" y="353"/>
                    <a:pt x="514" y="169"/>
                  </a:cubicBezTo>
                  <a:cubicBezTo>
                    <a:pt x="529" y="138"/>
                    <a:pt x="529" y="108"/>
                    <a:pt x="514" y="77"/>
                  </a:cubicBezTo>
                  <a:cubicBezTo>
                    <a:pt x="499" y="46"/>
                    <a:pt x="476" y="23"/>
                    <a:pt x="437" y="8"/>
                  </a:cubicBezTo>
                  <a:cubicBezTo>
                    <a:pt x="430" y="8"/>
                    <a:pt x="414" y="0"/>
                    <a:pt x="399" y="0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2"/>
            <p:cNvSpPr/>
            <p:nvPr/>
          </p:nvSpPr>
          <p:spPr>
            <a:xfrm>
              <a:off x="7396869" y="4782384"/>
              <a:ext cx="77014" cy="301288"/>
            </a:xfrm>
            <a:custGeom>
              <a:avLst/>
              <a:gdLst/>
              <a:ahLst/>
              <a:cxnLst/>
              <a:rect l="l" t="t" r="r" b="b"/>
              <a:pathLst>
                <a:path w="1295" h="5066" extrusionOk="0">
                  <a:moveTo>
                    <a:pt x="70" y="0"/>
                  </a:moveTo>
                  <a:cubicBezTo>
                    <a:pt x="47" y="8"/>
                    <a:pt x="24" y="16"/>
                    <a:pt x="16" y="31"/>
                  </a:cubicBezTo>
                  <a:cubicBezTo>
                    <a:pt x="1" y="46"/>
                    <a:pt x="1" y="69"/>
                    <a:pt x="16" y="84"/>
                  </a:cubicBezTo>
                  <a:cubicBezTo>
                    <a:pt x="108" y="276"/>
                    <a:pt x="192" y="475"/>
                    <a:pt x="261" y="674"/>
                  </a:cubicBezTo>
                  <a:cubicBezTo>
                    <a:pt x="636" y="1731"/>
                    <a:pt x="736" y="2848"/>
                    <a:pt x="805" y="3821"/>
                  </a:cubicBezTo>
                  <a:lnTo>
                    <a:pt x="805" y="3790"/>
                  </a:lnTo>
                  <a:cubicBezTo>
                    <a:pt x="820" y="4012"/>
                    <a:pt x="828" y="4234"/>
                    <a:pt x="835" y="4464"/>
                  </a:cubicBezTo>
                  <a:lnTo>
                    <a:pt x="843" y="4648"/>
                  </a:lnTo>
                  <a:lnTo>
                    <a:pt x="851" y="4824"/>
                  </a:lnTo>
                  <a:lnTo>
                    <a:pt x="851" y="4885"/>
                  </a:lnTo>
                  <a:cubicBezTo>
                    <a:pt x="858" y="4923"/>
                    <a:pt x="874" y="4961"/>
                    <a:pt x="904" y="4992"/>
                  </a:cubicBezTo>
                  <a:cubicBezTo>
                    <a:pt x="949" y="5042"/>
                    <a:pt x="1009" y="5065"/>
                    <a:pt x="1069" y="5065"/>
                  </a:cubicBezTo>
                  <a:cubicBezTo>
                    <a:pt x="1180" y="5065"/>
                    <a:pt x="1290" y="4984"/>
                    <a:pt x="1295" y="4854"/>
                  </a:cubicBezTo>
                  <a:cubicBezTo>
                    <a:pt x="1295" y="4686"/>
                    <a:pt x="1295" y="4494"/>
                    <a:pt x="1279" y="4280"/>
                  </a:cubicBezTo>
                  <a:cubicBezTo>
                    <a:pt x="1264" y="4035"/>
                    <a:pt x="1249" y="3828"/>
                    <a:pt x="1226" y="3629"/>
                  </a:cubicBezTo>
                  <a:cubicBezTo>
                    <a:pt x="1172" y="3208"/>
                    <a:pt x="1088" y="2787"/>
                    <a:pt x="981" y="2374"/>
                  </a:cubicBezTo>
                  <a:cubicBezTo>
                    <a:pt x="774" y="1570"/>
                    <a:pt x="483" y="789"/>
                    <a:pt x="108" y="39"/>
                  </a:cubicBezTo>
                  <a:cubicBezTo>
                    <a:pt x="93" y="23"/>
                    <a:pt x="77" y="8"/>
                    <a:pt x="54" y="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2"/>
            <p:cNvSpPr/>
            <p:nvPr/>
          </p:nvSpPr>
          <p:spPr>
            <a:xfrm>
              <a:off x="6741664" y="4670338"/>
              <a:ext cx="145761" cy="397574"/>
            </a:xfrm>
            <a:custGeom>
              <a:avLst/>
              <a:gdLst/>
              <a:ahLst/>
              <a:cxnLst/>
              <a:rect l="l" t="t" r="r" b="b"/>
              <a:pathLst>
                <a:path w="2451" h="6685" extrusionOk="0">
                  <a:moveTo>
                    <a:pt x="2397" y="1"/>
                  </a:moveTo>
                  <a:cubicBezTo>
                    <a:pt x="2374" y="1"/>
                    <a:pt x="2366" y="9"/>
                    <a:pt x="2359" y="24"/>
                  </a:cubicBezTo>
                  <a:cubicBezTo>
                    <a:pt x="2121" y="399"/>
                    <a:pt x="1869" y="805"/>
                    <a:pt x="1624" y="1233"/>
                  </a:cubicBezTo>
                  <a:cubicBezTo>
                    <a:pt x="1386" y="1662"/>
                    <a:pt x="1172" y="2076"/>
                    <a:pt x="996" y="2489"/>
                  </a:cubicBezTo>
                  <a:cubicBezTo>
                    <a:pt x="805" y="2910"/>
                    <a:pt x="636" y="3354"/>
                    <a:pt x="491" y="3798"/>
                  </a:cubicBezTo>
                  <a:cubicBezTo>
                    <a:pt x="353" y="4250"/>
                    <a:pt x="230" y="4709"/>
                    <a:pt x="146" y="5169"/>
                  </a:cubicBezTo>
                  <a:cubicBezTo>
                    <a:pt x="62" y="5597"/>
                    <a:pt x="16" y="6034"/>
                    <a:pt x="8" y="6470"/>
                  </a:cubicBezTo>
                  <a:cubicBezTo>
                    <a:pt x="1" y="6524"/>
                    <a:pt x="16" y="6570"/>
                    <a:pt x="54" y="6608"/>
                  </a:cubicBezTo>
                  <a:cubicBezTo>
                    <a:pt x="85" y="6654"/>
                    <a:pt x="139" y="6677"/>
                    <a:pt x="192" y="6685"/>
                  </a:cubicBezTo>
                  <a:cubicBezTo>
                    <a:pt x="238" y="6685"/>
                    <a:pt x="292" y="6669"/>
                    <a:pt x="330" y="6631"/>
                  </a:cubicBezTo>
                  <a:cubicBezTo>
                    <a:pt x="368" y="6600"/>
                    <a:pt x="399" y="6547"/>
                    <a:pt x="399" y="6493"/>
                  </a:cubicBezTo>
                  <a:cubicBezTo>
                    <a:pt x="399" y="6179"/>
                    <a:pt x="422" y="5835"/>
                    <a:pt x="460" y="5444"/>
                  </a:cubicBezTo>
                  <a:cubicBezTo>
                    <a:pt x="491" y="5100"/>
                    <a:pt x="544" y="4763"/>
                    <a:pt x="613" y="4418"/>
                  </a:cubicBezTo>
                  <a:cubicBezTo>
                    <a:pt x="736" y="3867"/>
                    <a:pt x="896" y="3324"/>
                    <a:pt x="1096" y="2795"/>
                  </a:cubicBezTo>
                  <a:cubicBezTo>
                    <a:pt x="1302" y="2244"/>
                    <a:pt x="1547" y="1708"/>
                    <a:pt x="1815" y="1188"/>
                  </a:cubicBezTo>
                  <a:lnTo>
                    <a:pt x="1884" y="1050"/>
                  </a:lnTo>
                  <a:cubicBezTo>
                    <a:pt x="2053" y="721"/>
                    <a:pt x="2244" y="384"/>
                    <a:pt x="2435" y="77"/>
                  </a:cubicBezTo>
                  <a:cubicBezTo>
                    <a:pt x="2451" y="54"/>
                    <a:pt x="2443" y="24"/>
                    <a:pt x="2420" y="9"/>
                  </a:cubicBezTo>
                  <a:cubicBezTo>
                    <a:pt x="2412" y="9"/>
                    <a:pt x="2405" y="1"/>
                    <a:pt x="2397" y="1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2"/>
            <p:cNvSpPr/>
            <p:nvPr/>
          </p:nvSpPr>
          <p:spPr>
            <a:xfrm>
              <a:off x="6864593" y="3538878"/>
              <a:ext cx="745873" cy="512058"/>
            </a:xfrm>
            <a:custGeom>
              <a:avLst/>
              <a:gdLst/>
              <a:ahLst/>
              <a:cxnLst/>
              <a:rect l="l" t="t" r="r" b="b"/>
              <a:pathLst>
                <a:path w="12542" h="8610" extrusionOk="0">
                  <a:moveTo>
                    <a:pt x="5812" y="0"/>
                  </a:moveTo>
                  <a:cubicBezTo>
                    <a:pt x="5567" y="0"/>
                    <a:pt x="5299" y="8"/>
                    <a:pt x="5031" y="31"/>
                  </a:cubicBezTo>
                  <a:cubicBezTo>
                    <a:pt x="4242" y="92"/>
                    <a:pt x="3477" y="284"/>
                    <a:pt x="2749" y="590"/>
                  </a:cubicBezTo>
                  <a:cubicBezTo>
                    <a:pt x="2390" y="743"/>
                    <a:pt x="2053" y="934"/>
                    <a:pt x="1731" y="1149"/>
                  </a:cubicBezTo>
                  <a:cubicBezTo>
                    <a:pt x="1402" y="1371"/>
                    <a:pt x="1103" y="1624"/>
                    <a:pt x="820" y="1899"/>
                  </a:cubicBezTo>
                  <a:cubicBezTo>
                    <a:pt x="521" y="2213"/>
                    <a:pt x="246" y="2550"/>
                    <a:pt x="16" y="2917"/>
                  </a:cubicBezTo>
                  <a:cubicBezTo>
                    <a:pt x="1" y="2948"/>
                    <a:pt x="1" y="2986"/>
                    <a:pt x="9" y="3017"/>
                  </a:cubicBezTo>
                  <a:cubicBezTo>
                    <a:pt x="16" y="3025"/>
                    <a:pt x="16" y="3032"/>
                    <a:pt x="24" y="3040"/>
                  </a:cubicBezTo>
                  <a:cubicBezTo>
                    <a:pt x="24" y="3094"/>
                    <a:pt x="62" y="3147"/>
                    <a:pt x="116" y="3155"/>
                  </a:cubicBezTo>
                  <a:cubicBezTo>
                    <a:pt x="269" y="3193"/>
                    <a:pt x="430" y="3208"/>
                    <a:pt x="590" y="3208"/>
                  </a:cubicBezTo>
                  <a:cubicBezTo>
                    <a:pt x="721" y="3208"/>
                    <a:pt x="851" y="3201"/>
                    <a:pt x="981" y="3178"/>
                  </a:cubicBezTo>
                  <a:cubicBezTo>
                    <a:pt x="1287" y="3124"/>
                    <a:pt x="1578" y="3017"/>
                    <a:pt x="1854" y="2871"/>
                  </a:cubicBezTo>
                  <a:cubicBezTo>
                    <a:pt x="2122" y="2734"/>
                    <a:pt x="2374" y="2565"/>
                    <a:pt x="2612" y="2374"/>
                  </a:cubicBezTo>
                  <a:cubicBezTo>
                    <a:pt x="2811" y="2205"/>
                    <a:pt x="2994" y="2029"/>
                    <a:pt x="3163" y="1830"/>
                  </a:cubicBezTo>
                  <a:cubicBezTo>
                    <a:pt x="3538" y="2381"/>
                    <a:pt x="4013" y="3009"/>
                    <a:pt x="4640" y="3499"/>
                  </a:cubicBezTo>
                  <a:cubicBezTo>
                    <a:pt x="4970" y="3760"/>
                    <a:pt x="5330" y="3959"/>
                    <a:pt x="5720" y="4096"/>
                  </a:cubicBezTo>
                  <a:cubicBezTo>
                    <a:pt x="5911" y="4158"/>
                    <a:pt x="6103" y="4211"/>
                    <a:pt x="6302" y="4234"/>
                  </a:cubicBezTo>
                  <a:cubicBezTo>
                    <a:pt x="6401" y="4250"/>
                    <a:pt x="6509" y="4257"/>
                    <a:pt x="6608" y="4257"/>
                  </a:cubicBezTo>
                  <a:cubicBezTo>
                    <a:pt x="6677" y="4257"/>
                    <a:pt x="6761" y="4257"/>
                    <a:pt x="6845" y="4242"/>
                  </a:cubicBezTo>
                  <a:cubicBezTo>
                    <a:pt x="7205" y="4211"/>
                    <a:pt x="7542" y="4073"/>
                    <a:pt x="7833" y="3859"/>
                  </a:cubicBezTo>
                  <a:cubicBezTo>
                    <a:pt x="7910" y="3798"/>
                    <a:pt x="7979" y="3737"/>
                    <a:pt x="8047" y="3668"/>
                  </a:cubicBezTo>
                  <a:lnTo>
                    <a:pt x="8047" y="3729"/>
                  </a:lnTo>
                  <a:lnTo>
                    <a:pt x="8055" y="3790"/>
                  </a:lnTo>
                  <a:cubicBezTo>
                    <a:pt x="8162" y="4334"/>
                    <a:pt x="8285" y="4854"/>
                    <a:pt x="8423" y="5337"/>
                  </a:cubicBezTo>
                  <a:cubicBezTo>
                    <a:pt x="8576" y="5880"/>
                    <a:pt x="8767" y="6409"/>
                    <a:pt x="8997" y="6929"/>
                  </a:cubicBezTo>
                  <a:cubicBezTo>
                    <a:pt x="9173" y="7312"/>
                    <a:pt x="9426" y="7787"/>
                    <a:pt x="9816" y="8170"/>
                  </a:cubicBezTo>
                  <a:cubicBezTo>
                    <a:pt x="9962" y="8315"/>
                    <a:pt x="10130" y="8430"/>
                    <a:pt x="10321" y="8514"/>
                  </a:cubicBezTo>
                  <a:cubicBezTo>
                    <a:pt x="10467" y="8575"/>
                    <a:pt x="10620" y="8606"/>
                    <a:pt x="10781" y="8606"/>
                  </a:cubicBezTo>
                  <a:cubicBezTo>
                    <a:pt x="10793" y="8608"/>
                    <a:pt x="10807" y="8609"/>
                    <a:pt x="10821" y="8609"/>
                  </a:cubicBezTo>
                  <a:cubicBezTo>
                    <a:pt x="10849" y="8609"/>
                    <a:pt x="10878" y="8606"/>
                    <a:pt x="10903" y="8606"/>
                  </a:cubicBezTo>
                  <a:cubicBezTo>
                    <a:pt x="11164" y="8575"/>
                    <a:pt x="11409" y="8476"/>
                    <a:pt x="11623" y="8315"/>
                  </a:cubicBezTo>
                  <a:cubicBezTo>
                    <a:pt x="11837" y="8147"/>
                    <a:pt x="12013" y="7925"/>
                    <a:pt x="12136" y="7680"/>
                  </a:cubicBezTo>
                  <a:cubicBezTo>
                    <a:pt x="12274" y="7412"/>
                    <a:pt x="12373" y="7136"/>
                    <a:pt x="12427" y="6845"/>
                  </a:cubicBezTo>
                  <a:cubicBezTo>
                    <a:pt x="12488" y="6546"/>
                    <a:pt x="12526" y="6248"/>
                    <a:pt x="12526" y="5942"/>
                  </a:cubicBezTo>
                  <a:cubicBezTo>
                    <a:pt x="12542" y="5658"/>
                    <a:pt x="12526" y="5375"/>
                    <a:pt x="12496" y="5099"/>
                  </a:cubicBezTo>
                  <a:cubicBezTo>
                    <a:pt x="12480" y="4977"/>
                    <a:pt x="12457" y="4854"/>
                    <a:pt x="12427" y="4724"/>
                  </a:cubicBezTo>
                  <a:cubicBezTo>
                    <a:pt x="12404" y="4602"/>
                    <a:pt x="12373" y="4479"/>
                    <a:pt x="12335" y="4364"/>
                  </a:cubicBezTo>
                  <a:cubicBezTo>
                    <a:pt x="12090" y="3637"/>
                    <a:pt x="11715" y="2956"/>
                    <a:pt x="11217" y="2366"/>
                  </a:cubicBezTo>
                  <a:cubicBezTo>
                    <a:pt x="10735" y="1800"/>
                    <a:pt x="10153" y="1317"/>
                    <a:pt x="9494" y="942"/>
                  </a:cubicBezTo>
                  <a:cubicBezTo>
                    <a:pt x="8836" y="575"/>
                    <a:pt x="8124" y="307"/>
                    <a:pt x="7381" y="154"/>
                  </a:cubicBezTo>
                  <a:cubicBezTo>
                    <a:pt x="6868" y="46"/>
                    <a:pt x="6340" y="0"/>
                    <a:pt x="5812" y="0"/>
                  </a:cubicBezTo>
                  <a:close/>
                </a:path>
              </a:pathLst>
            </a:custGeom>
            <a:solidFill>
              <a:srgbClr val="FEA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2"/>
            <p:cNvSpPr/>
            <p:nvPr/>
          </p:nvSpPr>
          <p:spPr>
            <a:xfrm>
              <a:off x="7070427" y="3598053"/>
              <a:ext cx="255959" cy="139463"/>
            </a:xfrm>
            <a:custGeom>
              <a:avLst/>
              <a:gdLst/>
              <a:ahLst/>
              <a:cxnLst/>
              <a:rect l="l" t="t" r="r" b="b"/>
              <a:pathLst>
                <a:path w="4304" h="2345" extrusionOk="0">
                  <a:moveTo>
                    <a:pt x="23" y="1"/>
                  </a:moveTo>
                  <a:lnTo>
                    <a:pt x="31" y="8"/>
                  </a:lnTo>
                  <a:cubicBezTo>
                    <a:pt x="8" y="16"/>
                    <a:pt x="0" y="47"/>
                    <a:pt x="8" y="70"/>
                  </a:cubicBezTo>
                  <a:cubicBezTo>
                    <a:pt x="108" y="238"/>
                    <a:pt x="215" y="407"/>
                    <a:pt x="330" y="567"/>
                  </a:cubicBezTo>
                  <a:cubicBezTo>
                    <a:pt x="445" y="736"/>
                    <a:pt x="575" y="896"/>
                    <a:pt x="712" y="1050"/>
                  </a:cubicBezTo>
                  <a:cubicBezTo>
                    <a:pt x="843" y="1203"/>
                    <a:pt x="988" y="1341"/>
                    <a:pt x="1141" y="1478"/>
                  </a:cubicBezTo>
                  <a:cubicBezTo>
                    <a:pt x="1294" y="1609"/>
                    <a:pt x="1455" y="1731"/>
                    <a:pt x="1631" y="1838"/>
                  </a:cubicBezTo>
                  <a:cubicBezTo>
                    <a:pt x="1800" y="1945"/>
                    <a:pt x="1976" y="2045"/>
                    <a:pt x="2167" y="2121"/>
                  </a:cubicBezTo>
                  <a:cubicBezTo>
                    <a:pt x="2351" y="2198"/>
                    <a:pt x="2550" y="2252"/>
                    <a:pt x="2741" y="2290"/>
                  </a:cubicBezTo>
                  <a:cubicBezTo>
                    <a:pt x="2922" y="2327"/>
                    <a:pt x="3103" y="2345"/>
                    <a:pt x="3284" y="2345"/>
                  </a:cubicBezTo>
                  <a:cubicBezTo>
                    <a:pt x="3515" y="2345"/>
                    <a:pt x="3746" y="2315"/>
                    <a:pt x="3974" y="2259"/>
                  </a:cubicBezTo>
                  <a:cubicBezTo>
                    <a:pt x="4043" y="2244"/>
                    <a:pt x="4119" y="2213"/>
                    <a:pt x="4188" y="2190"/>
                  </a:cubicBezTo>
                  <a:cubicBezTo>
                    <a:pt x="4234" y="2175"/>
                    <a:pt x="4273" y="2137"/>
                    <a:pt x="4280" y="2091"/>
                  </a:cubicBezTo>
                  <a:cubicBezTo>
                    <a:pt x="4303" y="2045"/>
                    <a:pt x="4296" y="1999"/>
                    <a:pt x="4280" y="1953"/>
                  </a:cubicBezTo>
                  <a:cubicBezTo>
                    <a:pt x="4257" y="1907"/>
                    <a:pt x="4219" y="1876"/>
                    <a:pt x="4173" y="1861"/>
                  </a:cubicBezTo>
                  <a:lnTo>
                    <a:pt x="4127" y="1846"/>
                  </a:lnTo>
                  <a:cubicBezTo>
                    <a:pt x="4096" y="1846"/>
                    <a:pt x="4066" y="1854"/>
                    <a:pt x="4043" y="1869"/>
                  </a:cubicBezTo>
                  <a:lnTo>
                    <a:pt x="4020" y="1869"/>
                  </a:lnTo>
                  <a:cubicBezTo>
                    <a:pt x="3775" y="1953"/>
                    <a:pt x="3522" y="1999"/>
                    <a:pt x="3270" y="2014"/>
                  </a:cubicBezTo>
                  <a:cubicBezTo>
                    <a:pt x="3222" y="2017"/>
                    <a:pt x="3174" y="2019"/>
                    <a:pt x="3127" y="2019"/>
                  </a:cubicBezTo>
                  <a:cubicBezTo>
                    <a:pt x="2947" y="2019"/>
                    <a:pt x="2772" y="1997"/>
                    <a:pt x="2596" y="1961"/>
                  </a:cubicBezTo>
                  <a:cubicBezTo>
                    <a:pt x="2336" y="1907"/>
                    <a:pt x="2075" y="1815"/>
                    <a:pt x="1830" y="1693"/>
                  </a:cubicBezTo>
                  <a:cubicBezTo>
                    <a:pt x="1516" y="1532"/>
                    <a:pt x="1225" y="1333"/>
                    <a:pt x="957" y="1103"/>
                  </a:cubicBezTo>
                  <a:cubicBezTo>
                    <a:pt x="667" y="835"/>
                    <a:pt x="406" y="537"/>
                    <a:pt x="192" y="200"/>
                  </a:cubicBezTo>
                  <a:lnTo>
                    <a:pt x="192" y="200"/>
                  </a:lnTo>
                  <a:cubicBezTo>
                    <a:pt x="192" y="207"/>
                    <a:pt x="200" y="207"/>
                    <a:pt x="200" y="215"/>
                  </a:cubicBezTo>
                  <a:cubicBezTo>
                    <a:pt x="161" y="154"/>
                    <a:pt x="123" y="85"/>
                    <a:pt x="85" y="24"/>
                  </a:cubicBezTo>
                  <a:cubicBezTo>
                    <a:pt x="77" y="8"/>
                    <a:pt x="62" y="1"/>
                    <a:pt x="46" y="1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2"/>
            <p:cNvSpPr/>
            <p:nvPr/>
          </p:nvSpPr>
          <p:spPr>
            <a:xfrm>
              <a:off x="7163322" y="3625827"/>
              <a:ext cx="126374" cy="47875"/>
            </a:xfrm>
            <a:custGeom>
              <a:avLst/>
              <a:gdLst/>
              <a:ahLst/>
              <a:cxnLst/>
              <a:rect l="l" t="t" r="r" b="b"/>
              <a:pathLst>
                <a:path w="2125" h="805" extrusionOk="0">
                  <a:moveTo>
                    <a:pt x="46" y="1"/>
                  </a:moveTo>
                  <a:cubicBezTo>
                    <a:pt x="39" y="1"/>
                    <a:pt x="31" y="8"/>
                    <a:pt x="23" y="8"/>
                  </a:cubicBezTo>
                  <a:lnTo>
                    <a:pt x="16" y="16"/>
                  </a:lnTo>
                  <a:cubicBezTo>
                    <a:pt x="0" y="31"/>
                    <a:pt x="0" y="54"/>
                    <a:pt x="16" y="70"/>
                  </a:cubicBezTo>
                  <a:cubicBezTo>
                    <a:pt x="77" y="131"/>
                    <a:pt x="138" y="184"/>
                    <a:pt x="207" y="238"/>
                  </a:cubicBezTo>
                  <a:cubicBezTo>
                    <a:pt x="276" y="299"/>
                    <a:pt x="352" y="353"/>
                    <a:pt x="429" y="399"/>
                  </a:cubicBezTo>
                  <a:cubicBezTo>
                    <a:pt x="582" y="491"/>
                    <a:pt x="743" y="575"/>
                    <a:pt x="911" y="636"/>
                  </a:cubicBezTo>
                  <a:cubicBezTo>
                    <a:pt x="1087" y="697"/>
                    <a:pt x="1264" y="743"/>
                    <a:pt x="1440" y="774"/>
                  </a:cubicBezTo>
                  <a:cubicBezTo>
                    <a:pt x="1532" y="789"/>
                    <a:pt x="1623" y="797"/>
                    <a:pt x="1715" y="805"/>
                  </a:cubicBezTo>
                  <a:lnTo>
                    <a:pt x="2006" y="805"/>
                  </a:lnTo>
                  <a:cubicBezTo>
                    <a:pt x="2022" y="797"/>
                    <a:pt x="2044" y="789"/>
                    <a:pt x="2052" y="782"/>
                  </a:cubicBezTo>
                  <a:cubicBezTo>
                    <a:pt x="2124" y="717"/>
                    <a:pt x="2081" y="604"/>
                    <a:pt x="1992" y="604"/>
                  </a:cubicBezTo>
                  <a:cubicBezTo>
                    <a:pt x="1987" y="604"/>
                    <a:pt x="1981" y="605"/>
                    <a:pt x="1976" y="606"/>
                  </a:cubicBezTo>
                  <a:cubicBezTo>
                    <a:pt x="1891" y="621"/>
                    <a:pt x="1815" y="629"/>
                    <a:pt x="1731" y="636"/>
                  </a:cubicBezTo>
                  <a:lnTo>
                    <a:pt x="1754" y="636"/>
                  </a:lnTo>
                  <a:cubicBezTo>
                    <a:pt x="1723" y="637"/>
                    <a:pt x="1692" y="638"/>
                    <a:pt x="1661" y="638"/>
                  </a:cubicBezTo>
                  <a:cubicBezTo>
                    <a:pt x="1506" y="638"/>
                    <a:pt x="1348" y="622"/>
                    <a:pt x="1195" y="590"/>
                  </a:cubicBezTo>
                  <a:cubicBezTo>
                    <a:pt x="988" y="544"/>
                    <a:pt x="781" y="468"/>
                    <a:pt x="590" y="376"/>
                  </a:cubicBezTo>
                  <a:cubicBezTo>
                    <a:pt x="421" y="292"/>
                    <a:pt x="268" y="184"/>
                    <a:pt x="123" y="62"/>
                  </a:cubicBezTo>
                  <a:lnTo>
                    <a:pt x="77" y="16"/>
                  </a:lnTo>
                  <a:cubicBezTo>
                    <a:pt x="69" y="8"/>
                    <a:pt x="62" y="1"/>
                    <a:pt x="46" y="1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2"/>
            <p:cNvSpPr/>
            <p:nvPr/>
          </p:nvSpPr>
          <p:spPr>
            <a:xfrm>
              <a:off x="6861441" y="3643133"/>
              <a:ext cx="194943" cy="99795"/>
            </a:xfrm>
            <a:custGeom>
              <a:avLst/>
              <a:gdLst/>
              <a:ahLst/>
              <a:cxnLst/>
              <a:rect l="l" t="t" r="r" b="b"/>
              <a:pathLst>
                <a:path w="3278" h="1678" extrusionOk="0">
                  <a:moveTo>
                    <a:pt x="3216" y="1"/>
                  </a:moveTo>
                  <a:cubicBezTo>
                    <a:pt x="3201" y="1"/>
                    <a:pt x="3185" y="8"/>
                    <a:pt x="3178" y="16"/>
                  </a:cubicBezTo>
                  <a:lnTo>
                    <a:pt x="3185" y="16"/>
                  </a:lnTo>
                  <a:cubicBezTo>
                    <a:pt x="3001" y="230"/>
                    <a:pt x="2787" y="414"/>
                    <a:pt x="2557" y="575"/>
                  </a:cubicBezTo>
                  <a:lnTo>
                    <a:pt x="2565" y="575"/>
                  </a:lnTo>
                  <a:cubicBezTo>
                    <a:pt x="2481" y="636"/>
                    <a:pt x="2397" y="690"/>
                    <a:pt x="2312" y="743"/>
                  </a:cubicBezTo>
                  <a:cubicBezTo>
                    <a:pt x="2228" y="797"/>
                    <a:pt x="2136" y="843"/>
                    <a:pt x="2044" y="896"/>
                  </a:cubicBezTo>
                  <a:cubicBezTo>
                    <a:pt x="1960" y="950"/>
                    <a:pt x="1868" y="996"/>
                    <a:pt x="1769" y="1034"/>
                  </a:cubicBezTo>
                  <a:cubicBezTo>
                    <a:pt x="1677" y="1080"/>
                    <a:pt x="1577" y="1118"/>
                    <a:pt x="1486" y="1157"/>
                  </a:cubicBezTo>
                  <a:cubicBezTo>
                    <a:pt x="1340" y="1210"/>
                    <a:pt x="1195" y="1256"/>
                    <a:pt x="1049" y="1295"/>
                  </a:cubicBezTo>
                  <a:cubicBezTo>
                    <a:pt x="904" y="1333"/>
                    <a:pt x="766" y="1356"/>
                    <a:pt x="620" y="1371"/>
                  </a:cubicBezTo>
                  <a:cubicBezTo>
                    <a:pt x="544" y="1379"/>
                    <a:pt x="475" y="1379"/>
                    <a:pt x="398" y="1379"/>
                  </a:cubicBezTo>
                  <a:cubicBezTo>
                    <a:pt x="373" y="1381"/>
                    <a:pt x="346" y="1382"/>
                    <a:pt x="318" y="1382"/>
                  </a:cubicBezTo>
                  <a:cubicBezTo>
                    <a:pt x="261" y="1382"/>
                    <a:pt x="202" y="1379"/>
                    <a:pt x="146" y="1379"/>
                  </a:cubicBezTo>
                  <a:cubicBezTo>
                    <a:pt x="141" y="1378"/>
                    <a:pt x="137" y="1378"/>
                    <a:pt x="133" y="1378"/>
                  </a:cubicBezTo>
                  <a:cubicBezTo>
                    <a:pt x="62" y="1378"/>
                    <a:pt x="0" y="1437"/>
                    <a:pt x="0" y="1517"/>
                  </a:cubicBezTo>
                  <a:cubicBezTo>
                    <a:pt x="0" y="1547"/>
                    <a:pt x="8" y="1585"/>
                    <a:pt x="39" y="1616"/>
                  </a:cubicBezTo>
                  <a:cubicBezTo>
                    <a:pt x="62" y="1639"/>
                    <a:pt x="92" y="1654"/>
                    <a:pt x="130" y="1662"/>
                  </a:cubicBezTo>
                  <a:cubicBezTo>
                    <a:pt x="199" y="1670"/>
                    <a:pt x="268" y="1677"/>
                    <a:pt x="337" y="1677"/>
                  </a:cubicBezTo>
                  <a:cubicBezTo>
                    <a:pt x="406" y="1677"/>
                    <a:pt x="475" y="1677"/>
                    <a:pt x="552" y="1670"/>
                  </a:cubicBezTo>
                  <a:cubicBezTo>
                    <a:pt x="697" y="1662"/>
                    <a:pt x="842" y="1639"/>
                    <a:pt x="988" y="1601"/>
                  </a:cubicBezTo>
                  <a:cubicBezTo>
                    <a:pt x="1141" y="1563"/>
                    <a:pt x="1287" y="1524"/>
                    <a:pt x="1432" y="1463"/>
                  </a:cubicBezTo>
                  <a:cubicBezTo>
                    <a:pt x="1577" y="1409"/>
                    <a:pt x="1723" y="1341"/>
                    <a:pt x="1868" y="1264"/>
                  </a:cubicBezTo>
                  <a:cubicBezTo>
                    <a:pt x="1937" y="1226"/>
                    <a:pt x="1999" y="1187"/>
                    <a:pt x="2067" y="1149"/>
                  </a:cubicBezTo>
                  <a:cubicBezTo>
                    <a:pt x="2136" y="1111"/>
                    <a:pt x="2198" y="1073"/>
                    <a:pt x="2259" y="1027"/>
                  </a:cubicBezTo>
                  <a:cubicBezTo>
                    <a:pt x="2389" y="927"/>
                    <a:pt x="2519" y="835"/>
                    <a:pt x="2642" y="728"/>
                  </a:cubicBezTo>
                  <a:cubicBezTo>
                    <a:pt x="2864" y="537"/>
                    <a:pt x="3070" y="322"/>
                    <a:pt x="3254" y="93"/>
                  </a:cubicBezTo>
                  <a:cubicBezTo>
                    <a:pt x="3277" y="70"/>
                    <a:pt x="3277" y="39"/>
                    <a:pt x="3254" y="16"/>
                  </a:cubicBezTo>
                  <a:cubicBezTo>
                    <a:pt x="3246" y="8"/>
                    <a:pt x="3231" y="1"/>
                    <a:pt x="3216" y="1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2"/>
            <p:cNvSpPr/>
            <p:nvPr/>
          </p:nvSpPr>
          <p:spPr>
            <a:xfrm>
              <a:off x="7590392" y="3565284"/>
              <a:ext cx="112101" cy="432722"/>
            </a:xfrm>
            <a:custGeom>
              <a:avLst/>
              <a:gdLst/>
              <a:ahLst/>
              <a:cxnLst/>
              <a:rect l="l" t="t" r="r" b="b"/>
              <a:pathLst>
                <a:path w="1885" h="7276" extrusionOk="0">
                  <a:moveTo>
                    <a:pt x="62" y="0"/>
                  </a:moveTo>
                  <a:cubicBezTo>
                    <a:pt x="47" y="0"/>
                    <a:pt x="31" y="8"/>
                    <a:pt x="16" y="16"/>
                  </a:cubicBezTo>
                  <a:lnTo>
                    <a:pt x="24" y="23"/>
                  </a:lnTo>
                  <a:cubicBezTo>
                    <a:pt x="1" y="46"/>
                    <a:pt x="8" y="85"/>
                    <a:pt x="31" y="100"/>
                  </a:cubicBezTo>
                  <a:cubicBezTo>
                    <a:pt x="192" y="223"/>
                    <a:pt x="345" y="360"/>
                    <a:pt x="483" y="506"/>
                  </a:cubicBezTo>
                  <a:lnTo>
                    <a:pt x="475" y="490"/>
                  </a:lnTo>
                  <a:lnTo>
                    <a:pt x="475" y="490"/>
                  </a:lnTo>
                  <a:cubicBezTo>
                    <a:pt x="667" y="705"/>
                    <a:pt x="843" y="950"/>
                    <a:pt x="981" y="1202"/>
                  </a:cubicBezTo>
                  <a:cubicBezTo>
                    <a:pt x="1057" y="1356"/>
                    <a:pt x="1126" y="1516"/>
                    <a:pt x="1187" y="1677"/>
                  </a:cubicBezTo>
                  <a:cubicBezTo>
                    <a:pt x="1241" y="1846"/>
                    <a:pt x="1295" y="2014"/>
                    <a:pt x="1333" y="2182"/>
                  </a:cubicBezTo>
                  <a:cubicBezTo>
                    <a:pt x="1387" y="2420"/>
                    <a:pt x="1417" y="2665"/>
                    <a:pt x="1432" y="2910"/>
                  </a:cubicBezTo>
                  <a:cubicBezTo>
                    <a:pt x="1455" y="3162"/>
                    <a:pt x="1463" y="3407"/>
                    <a:pt x="1448" y="3660"/>
                  </a:cubicBezTo>
                  <a:cubicBezTo>
                    <a:pt x="1432" y="3982"/>
                    <a:pt x="1387" y="4296"/>
                    <a:pt x="1325" y="4609"/>
                  </a:cubicBezTo>
                  <a:cubicBezTo>
                    <a:pt x="1272" y="4931"/>
                    <a:pt x="1195" y="5245"/>
                    <a:pt x="1103" y="5551"/>
                  </a:cubicBezTo>
                  <a:cubicBezTo>
                    <a:pt x="1027" y="5789"/>
                    <a:pt x="935" y="6026"/>
                    <a:pt x="828" y="6256"/>
                  </a:cubicBezTo>
                  <a:cubicBezTo>
                    <a:pt x="774" y="6370"/>
                    <a:pt x="720" y="6485"/>
                    <a:pt x="659" y="6600"/>
                  </a:cubicBezTo>
                  <a:cubicBezTo>
                    <a:pt x="629" y="6654"/>
                    <a:pt x="598" y="6715"/>
                    <a:pt x="560" y="6768"/>
                  </a:cubicBezTo>
                  <a:cubicBezTo>
                    <a:pt x="529" y="6822"/>
                    <a:pt x="506" y="6876"/>
                    <a:pt x="475" y="6929"/>
                  </a:cubicBezTo>
                  <a:lnTo>
                    <a:pt x="460" y="6945"/>
                  </a:lnTo>
                  <a:cubicBezTo>
                    <a:pt x="445" y="6983"/>
                    <a:pt x="437" y="7021"/>
                    <a:pt x="445" y="7067"/>
                  </a:cubicBezTo>
                  <a:cubicBezTo>
                    <a:pt x="445" y="7128"/>
                    <a:pt x="475" y="7182"/>
                    <a:pt x="521" y="7228"/>
                  </a:cubicBezTo>
                  <a:cubicBezTo>
                    <a:pt x="566" y="7260"/>
                    <a:pt x="616" y="7276"/>
                    <a:pt x="667" y="7276"/>
                  </a:cubicBezTo>
                  <a:cubicBezTo>
                    <a:pt x="677" y="7276"/>
                    <a:pt x="687" y="7275"/>
                    <a:pt x="697" y="7274"/>
                  </a:cubicBezTo>
                  <a:cubicBezTo>
                    <a:pt x="759" y="7274"/>
                    <a:pt x="820" y="7243"/>
                    <a:pt x="858" y="7190"/>
                  </a:cubicBezTo>
                  <a:cubicBezTo>
                    <a:pt x="874" y="7167"/>
                    <a:pt x="904" y="7136"/>
                    <a:pt x="927" y="7105"/>
                  </a:cubicBezTo>
                  <a:cubicBezTo>
                    <a:pt x="950" y="7075"/>
                    <a:pt x="965" y="7044"/>
                    <a:pt x="988" y="7013"/>
                  </a:cubicBezTo>
                  <a:cubicBezTo>
                    <a:pt x="1042" y="6929"/>
                    <a:pt x="1096" y="6845"/>
                    <a:pt x="1142" y="6761"/>
                  </a:cubicBezTo>
                  <a:cubicBezTo>
                    <a:pt x="1226" y="6623"/>
                    <a:pt x="1302" y="6478"/>
                    <a:pt x="1364" y="6324"/>
                  </a:cubicBezTo>
                  <a:cubicBezTo>
                    <a:pt x="1509" y="6003"/>
                    <a:pt x="1632" y="5674"/>
                    <a:pt x="1716" y="5329"/>
                  </a:cubicBezTo>
                  <a:cubicBezTo>
                    <a:pt x="1800" y="4977"/>
                    <a:pt x="1854" y="4617"/>
                    <a:pt x="1869" y="4257"/>
                  </a:cubicBezTo>
                  <a:cubicBezTo>
                    <a:pt x="1884" y="3913"/>
                    <a:pt x="1877" y="3561"/>
                    <a:pt x="1838" y="3216"/>
                  </a:cubicBezTo>
                  <a:cubicBezTo>
                    <a:pt x="1800" y="2902"/>
                    <a:pt x="1739" y="2581"/>
                    <a:pt x="1639" y="2274"/>
                  </a:cubicBezTo>
                  <a:cubicBezTo>
                    <a:pt x="1593" y="2121"/>
                    <a:pt x="1547" y="1976"/>
                    <a:pt x="1486" y="1838"/>
                  </a:cubicBezTo>
                  <a:cubicBezTo>
                    <a:pt x="1432" y="1692"/>
                    <a:pt x="1364" y="1547"/>
                    <a:pt x="1287" y="1409"/>
                  </a:cubicBezTo>
                  <a:cubicBezTo>
                    <a:pt x="1218" y="1279"/>
                    <a:pt x="1142" y="1149"/>
                    <a:pt x="1057" y="1019"/>
                  </a:cubicBezTo>
                  <a:cubicBezTo>
                    <a:pt x="973" y="896"/>
                    <a:pt x="881" y="774"/>
                    <a:pt x="782" y="651"/>
                  </a:cubicBezTo>
                  <a:cubicBezTo>
                    <a:pt x="583" y="414"/>
                    <a:pt x="353" y="200"/>
                    <a:pt x="100" y="8"/>
                  </a:cubicBezTo>
                  <a:cubicBezTo>
                    <a:pt x="93" y="8"/>
                    <a:pt x="77" y="0"/>
                    <a:pt x="62" y="0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2"/>
            <p:cNvSpPr/>
            <p:nvPr/>
          </p:nvSpPr>
          <p:spPr>
            <a:xfrm>
              <a:off x="7594495" y="3710515"/>
              <a:ext cx="31043" cy="160159"/>
            </a:xfrm>
            <a:custGeom>
              <a:avLst/>
              <a:gdLst/>
              <a:ahLst/>
              <a:cxnLst/>
              <a:rect l="l" t="t" r="r" b="b"/>
              <a:pathLst>
                <a:path w="522" h="2693" extrusionOk="0">
                  <a:moveTo>
                    <a:pt x="307" y="1"/>
                  </a:moveTo>
                  <a:cubicBezTo>
                    <a:pt x="284" y="8"/>
                    <a:pt x="276" y="31"/>
                    <a:pt x="284" y="54"/>
                  </a:cubicBezTo>
                  <a:cubicBezTo>
                    <a:pt x="307" y="108"/>
                    <a:pt x="322" y="169"/>
                    <a:pt x="330" y="230"/>
                  </a:cubicBezTo>
                  <a:cubicBezTo>
                    <a:pt x="391" y="483"/>
                    <a:pt x="414" y="743"/>
                    <a:pt x="399" y="1004"/>
                  </a:cubicBezTo>
                  <a:lnTo>
                    <a:pt x="399" y="1019"/>
                  </a:lnTo>
                  <a:cubicBezTo>
                    <a:pt x="391" y="1195"/>
                    <a:pt x="368" y="1364"/>
                    <a:pt x="338" y="1532"/>
                  </a:cubicBezTo>
                  <a:cubicBezTo>
                    <a:pt x="330" y="1616"/>
                    <a:pt x="307" y="1700"/>
                    <a:pt x="292" y="1777"/>
                  </a:cubicBezTo>
                  <a:cubicBezTo>
                    <a:pt x="269" y="1861"/>
                    <a:pt x="246" y="1945"/>
                    <a:pt x="223" y="2030"/>
                  </a:cubicBezTo>
                  <a:cubicBezTo>
                    <a:pt x="161" y="2206"/>
                    <a:pt x="100" y="2374"/>
                    <a:pt x="31" y="2535"/>
                  </a:cubicBezTo>
                  <a:cubicBezTo>
                    <a:pt x="1" y="2596"/>
                    <a:pt x="24" y="2657"/>
                    <a:pt x="77" y="2680"/>
                  </a:cubicBezTo>
                  <a:cubicBezTo>
                    <a:pt x="92" y="2689"/>
                    <a:pt x="108" y="2693"/>
                    <a:pt x="123" y="2693"/>
                  </a:cubicBezTo>
                  <a:cubicBezTo>
                    <a:pt x="165" y="2693"/>
                    <a:pt x="206" y="2666"/>
                    <a:pt x="223" y="2627"/>
                  </a:cubicBezTo>
                  <a:cubicBezTo>
                    <a:pt x="383" y="2213"/>
                    <a:pt x="483" y="1777"/>
                    <a:pt x="506" y="1341"/>
                  </a:cubicBezTo>
                  <a:cubicBezTo>
                    <a:pt x="521" y="1119"/>
                    <a:pt x="521" y="897"/>
                    <a:pt x="498" y="682"/>
                  </a:cubicBezTo>
                  <a:cubicBezTo>
                    <a:pt x="475" y="460"/>
                    <a:pt x="429" y="238"/>
                    <a:pt x="360" y="24"/>
                  </a:cubicBezTo>
                  <a:cubicBezTo>
                    <a:pt x="360" y="8"/>
                    <a:pt x="345" y="1"/>
                    <a:pt x="322" y="1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2"/>
            <p:cNvSpPr/>
            <p:nvPr/>
          </p:nvSpPr>
          <p:spPr>
            <a:xfrm>
              <a:off x="7568090" y="3303903"/>
              <a:ext cx="73386" cy="142080"/>
            </a:xfrm>
            <a:custGeom>
              <a:avLst/>
              <a:gdLst/>
              <a:ahLst/>
              <a:cxnLst/>
              <a:rect l="l" t="t" r="r" b="b"/>
              <a:pathLst>
                <a:path w="1234" h="2389" extrusionOk="0">
                  <a:moveTo>
                    <a:pt x="1180" y="1"/>
                  </a:moveTo>
                  <a:cubicBezTo>
                    <a:pt x="1164" y="1"/>
                    <a:pt x="1157" y="1"/>
                    <a:pt x="1149" y="9"/>
                  </a:cubicBezTo>
                  <a:lnTo>
                    <a:pt x="1149" y="16"/>
                  </a:lnTo>
                  <a:cubicBezTo>
                    <a:pt x="958" y="123"/>
                    <a:pt x="782" y="254"/>
                    <a:pt x="628" y="414"/>
                  </a:cubicBezTo>
                  <a:cubicBezTo>
                    <a:pt x="552" y="491"/>
                    <a:pt x="483" y="575"/>
                    <a:pt x="422" y="659"/>
                  </a:cubicBezTo>
                  <a:cubicBezTo>
                    <a:pt x="353" y="759"/>
                    <a:pt x="292" y="858"/>
                    <a:pt x="238" y="958"/>
                  </a:cubicBezTo>
                  <a:cubicBezTo>
                    <a:pt x="138" y="1157"/>
                    <a:pt x="62" y="1379"/>
                    <a:pt x="31" y="1601"/>
                  </a:cubicBezTo>
                  <a:cubicBezTo>
                    <a:pt x="8" y="1716"/>
                    <a:pt x="1" y="1831"/>
                    <a:pt x="1" y="1946"/>
                  </a:cubicBezTo>
                  <a:cubicBezTo>
                    <a:pt x="8" y="2068"/>
                    <a:pt x="16" y="2183"/>
                    <a:pt x="47" y="2298"/>
                  </a:cubicBezTo>
                  <a:cubicBezTo>
                    <a:pt x="65" y="2353"/>
                    <a:pt x="118" y="2389"/>
                    <a:pt x="174" y="2389"/>
                  </a:cubicBezTo>
                  <a:cubicBezTo>
                    <a:pt x="187" y="2389"/>
                    <a:pt x="201" y="2386"/>
                    <a:pt x="215" y="2382"/>
                  </a:cubicBezTo>
                  <a:cubicBezTo>
                    <a:pt x="246" y="2367"/>
                    <a:pt x="276" y="2344"/>
                    <a:pt x="292" y="2313"/>
                  </a:cubicBezTo>
                  <a:cubicBezTo>
                    <a:pt x="307" y="2282"/>
                    <a:pt x="307" y="2244"/>
                    <a:pt x="299" y="2206"/>
                  </a:cubicBezTo>
                  <a:cubicBezTo>
                    <a:pt x="284" y="2168"/>
                    <a:pt x="276" y="2122"/>
                    <a:pt x="261" y="2076"/>
                  </a:cubicBezTo>
                  <a:cubicBezTo>
                    <a:pt x="238" y="1938"/>
                    <a:pt x="230" y="1792"/>
                    <a:pt x="238" y="1655"/>
                  </a:cubicBezTo>
                  <a:lnTo>
                    <a:pt x="238" y="1655"/>
                  </a:lnTo>
                  <a:lnTo>
                    <a:pt x="238" y="1685"/>
                  </a:lnTo>
                  <a:cubicBezTo>
                    <a:pt x="246" y="1517"/>
                    <a:pt x="284" y="1348"/>
                    <a:pt x="330" y="1180"/>
                  </a:cubicBezTo>
                  <a:cubicBezTo>
                    <a:pt x="399" y="1011"/>
                    <a:pt x="483" y="843"/>
                    <a:pt x="582" y="690"/>
                  </a:cubicBezTo>
                  <a:cubicBezTo>
                    <a:pt x="682" y="537"/>
                    <a:pt x="804" y="399"/>
                    <a:pt x="935" y="284"/>
                  </a:cubicBezTo>
                  <a:lnTo>
                    <a:pt x="935" y="284"/>
                  </a:lnTo>
                  <a:lnTo>
                    <a:pt x="927" y="292"/>
                  </a:lnTo>
                  <a:cubicBezTo>
                    <a:pt x="1011" y="215"/>
                    <a:pt x="1103" y="146"/>
                    <a:pt x="1203" y="93"/>
                  </a:cubicBezTo>
                  <a:cubicBezTo>
                    <a:pt x="1226" y="77"/>
                    <a:pt x="1233" y="47"/>
                    <a:pt x="1218" y="24"/>
                  </a:cubicBezTo>
                  <a:cubicBezTo>
                    <a:pt x="1210" y="9"/>
                    <a:pt x="1195" y="1"/>
                    <a:pt x="1180" y="1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2"/>
            <p:cNvSpPr/>
            <p:nvPr/>
          </p:nvSpPr>
          <p:spPr>
            <a:xfrm>
              <a:off x="7630476" y="3379076"/>
              <a:ext cx="32827" cy="86473"/>
            </a:xfrm>
            <a:custGeom>
              <a:avLst/>
              <a:gdLst/>
              <a:ahLst/>
              <a:cxnLst/>
              <a:rect l="l" t="t" r="r" b="b"/>
              <a:pathLst>
                <a:path w="552" h="1454" extrusionOk="0">
                  <a:moveTo>
                    <a:pt x="498" y="0"/>
                  </a:moveTo>
                  <a:cubicBezTo>
                    <a:pt x="483" y="0"/>
                    <a:pt x="468" y="8"/>
                    <a:pt x="460" y="15"/>
                  </a:cubicBezTo>
                  <a:lnTo>
                    <a:pt x="452" y="15"/>
                  </a:lnTo>
                  <a:cubicBezTo>
                    <a:pt x="299" y="199"/>
                    <a:pt x="184" y="406"/>
                    <a:pt x="108" y="636"/>
                  </a:cubicBezTo>
                  <a:cubicBezTo>
                    <a:pt x="31" y="873"/>
                    <a:pt x="0" y="1118"/>
                    <a:pt x="0" y="1363"/>
                  </a:cubicBezTo>
                  <a:cubicBezTo>
                    <a:pt x="4" y="1424"/>
                    <a:pt x="48" y="1453"/>
                    <a:pt x="94" y="1453"/>
                  </a:cubicBezTo>
                  <a:cubicBezTo>
                    <a:pt x="144" y="1453"/>
                    <a:pt x="196" y="1417"/>
                    <a:pt x="192" y="1348"/>
                  </a:cubicBezTo>
                  <a:cubicBezTo>
                    <a:pt x="177" y="1240"/>
                    <a:pt x="169" y="1126"/>
                    <a:pt x="177" y="1018"/>
                  </a:cubicBezTo>
                  <a:lnTo>
                    <a:pt x="177" y="1018"/>
                  </a:lnTo>
                  <a:lnTo>
                    <a:pt x="177" y="1011"/>
                  </a:lnTo>
                  <a:cubicBezTo>
                    <a:pt x="192" y="858"/>
                    <a:pt x="223" y="697"/>
                    <a:pt x="268" y="551"/>
                  </a:cubicBezTo>
                  <a:lnTo>
                    <a:pt x="268" y="544"/>
                  </a:lnTo>
                  <a:cubicBezTo>
                    <a:pt x="314" y="421"/>
                    <a:pt x="368" y="306"/>
                    <a:pt x="445" y="199"/>
                  </a:cubicBezTo>
                  <a:lnTo>
                    <a:pt x="445" y="199"/>
                  </a:lnTo>
                  <a:lnTo>
                    <a:pt x="437" y="215"/>
                  </a:lnTo>
                  <a:cubicBezTo>
                    <a:pt x="468" y="169"/>
                    <a:pt x="498" y="123"/>
                    <a:pt x="529" y="84"/>
                  </a:cubicBezTo>
                  <a:cubicBezTo>
                    <a:pt x="552" y="61"/>
                    <a:pt x="552" y="31"/>
                    <a:pt x="529" y="8"/>
                  </a:cubicBezTo>
                  <a:cubicBezTo>
                    <a:pt x="521" y="0"/>
                    <a:pt x="506" y="0"/>
                    <a:pt x="498" y="0"/>
                  </a:cubicBezTo>
                  <a:close/>
                </a:path>
              </a:pathLst>
            </a:custGeom>
            <a:solidFill>
              <a:srgbClr val="F19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2"/>
            <p:cNvSpPr/>
            <p:nvPr/>
          </p:nvSpPr>
          <p:spPr>
            <a:xfrm>
              <a:off x="7233856" y="3965057"/>
              <a:ext cx="33779" cy="84332"/>
            </a:xfrm>
            <a:custGeom>
              <a:avLst/>
              <a:gdLst/>
              <a:ahLst/>
              <a:cxnLst/>
              <a:rect l="l" t="t" r="r" b="b"/>
              <a:pathLst>
                <a:path w="568" h="1418" extrusionOk="0">
                  <a:moveTo>
                    <a:pt x="333" y="0"/>
                  </a:moveTo>
                  <a:cubicBezTo>
                    <a:pt x="189" y="0"/>
                    <a:pt x="54" y="311"/>
                    <a:pt x="32" y="697"/>
                  </a:cubicBezTo>
                  <a:cubicBezTo>
                    <a:pt x="1" y="1080"/>
                    <a:pt x="93" y="1409"/>
                    <a:pt x="238" y="1417"/>
                  </a:cubicBezTo>
                  <a:cubicBezTo>
                    <a:pt x="240" y="1417"/>
                    <a:pt x="242" y="1417"/>
                    <a:pt x="243" y="1417"/>
                  </a:cubicBezTo>
                  <a:cubicBezTo>
                    <a:pt x="380" y="1417"/>
                    <a:pt x="514" y="1114"/>
                    <a:pt x="545" y="728"/>
                  </a:cubicBezTo>
                  <a:cubicBezTo>
                    <a:pt x="568" y="337"/>
                    <a:pt x="476" y="16"/>
                    <a:pt x="338" y="1"/>
                  </a:cubicBezTo>
                  <a:cubicBezTo>
                    <a:pt x="336" y="0"/>
                    <a:pt x="334" y="0"/>
                    <a:pt x="333" y="0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2"/>
            <p:cNvSpPr/>
            <p:nvPr/>
          </p:nvSpPr>
          <p:spPr>
            <a:xfrm>
              <a:off x="6969800" y="3943171"/>
              <a:ext cx="31460" cy="77968"/>
            </a:xfrm>
            <a:custGeom>
              <a:avLst/>
              <a:gdLst/>
              <a:ahLst/>
              <a:cxnLst/>
              <a:rect l="l" t="t" r="r" b="b"/>
              <a:pathLst>
                <a:path w="529" h="1311" extrusionOk="0">
                  <a:moveTo>
                    <a:pt x="309" y="1"/>
                  </a:moveTo>
                  <a:cubicBezTo>
                    <a:pt x="173" y="1"/>
                    <a:pt x="54" y="281"/>
                    <a:pt x="23" y="637"/>
                  </a:cubicBezTo>
                  <a:cubicBezTo>
                    <a:pt x="0" y="996"/>
                    <a:pt x="85" y="1303"/>
                    <a:pt x="215" y="1310"/>
                  </a:cubicBezTo>
                  <a:cubicBezTo>
                    <a:pt x="217" y="1310"/>
                    <a:pt x="218" y="1310"/>
                    <a:pt x="220" y="1310"/>
                  </a:cubicBezTo>
                  <a:cubicBezTo>
                    <a:pt x="356" y="1310"/>
                    <a:pt x="483" y="1030"/>
                    <a:pt x="506" y="675"/>
                  </a:cubicBezTo>
                  <a:cubicBezTo>
                    <a:pt x="529" y="307"/>
                    <a:pt x="452" y="9"/>
                    <a:pt x="314" y="1"/>
                  </a:cubicBezTo>
                  <a:cubicBezTo>
                    <a:pt x="313" y="1"/>
                    <a:pt x="311" y="1"/>
                    <a:pt x="309" y="1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2"/>
            <p:cNvSpPr/>
            <p:nvPr/>
          </p:nvSpPr>
          <p:spPr>
            <a:xfrm>
              <a:off x="7027607" y="4105292"/>
              <a:ext cx="166694" cy="91588"/>
            </a:xfrm>
            <a:custGeom>
              <a:avLst/>
              <a:gdLst/>
              <a:ahLst/>
              <a:cxnLst/>
              <a:rect l="l" t="t" r="r" b="b"/>
              <a:pathLst>
                <a:path w="2803" h="1540" extrusionOk="0">
                  <a:moveTo>
                    <a:pt x="2780" y="1"/>
                  </a:moveTo>
                  <a:cubicBezTo>
                    <a:pt x="2680" y="16"/>
                    <a:pt x="2581" y="39"/>
                    <a:pt x="2481" y="54"/>
                  </a:cubicBezTo>
                  <a:lnTo>
                    <a:pt x="2481" y="47"/>
                  </a:lnTo>
                  <a:cubicBezTo>
                    <a:pt x="2443" y="70"/>
                    <a:pt x="2397" y="85"/>
                    <a:pt x="2351" y="108"/>
                  </a:cubicBezTo>
                  <a:cubicBezTo>
                    <a:pt x="2259" y="146"/>
                    <a:pt x="2160" y="184"/>
                    <a:pt x="2060" y="215"/>
                  </a:cubicBezTo>
                  <a:cubicBezTo>
                    <a:pt x="1861" y="276"/>
                    <a:pt x="1654" y="307"/>
                    <a:pt x="1448" y="315"/>
                  </a:cubicBezTo>
                  <a:cubicBezTo>
                    <a:pt x="1421" y="315"/>
                    <a:pt x="1394" y="316"/>
                    <a:pt x="1368" y="316"/>
                  </a:cubicBezTo>
                  <a:cubicBezTo>
                    <a:pt x="1182" y="316"/>
                    <a:pt x="1002" y="293"/>
                    <a:pt x="828" y="246"/>
                  </a:cubicBezTo>
                  <a:cubicBezTo>
                    <a:pt x="728" y="223"/>
                    <a:pt x="636" y="192"/>
                    <a:pt x="537" y="146"/>
                  </a:cubicBezTo>
                  <a:cubicBezTo>
                    <a:pt x="498" y="131"/>
                    <a:pt x="460" y="108"/>
                    <a:pt x="414" y="85"/>
                  </a:cubicBezTo>
                  <a:cubicBezTo>
                    <a:pt x="276" y="70"/>
                    <a:pt x="139" y="54"/>
                    <a:pt x="1" y="24"/>
                  </a:cubicBezTo>
                  <a:cubicBezTo>
                    <a:pt x="1" y="39"/>
                    <a:pt x="1" y="47"/>
                    <a:pt x="1" y="62"/>
                  </a:cubicBezTo>
                  <a:cubicBezTo>
                    <a:pt x="1" y="414"/>
                    <a:pt x="85" y="759"/>
                    <a:pt x="238" y="1072"/>
                  </a:cubicBezTo>
                  <a:cubicBezTo>
                    <a:pt x="322" y="1226"/>
                    <a:pt x="422" y="1371"/>
                    <a:pt x="544" y="1494"/>
                  </a:cubicBezTo>
                  <a:lnTo>
                    <a:pt x="590" y="1540"/>
                  </a:lnTo>
                  <a:cubicBezTo>
                    <a:pt x="613" y="1517"/>
                    <a:pt x="644" y="1494"/>
                    <a:pt x="675" y="1471"/>
                  </a:cubicBezTo>
                  <a:cubicBezTo>
                    <a:pt x="736" y="1432"/>
                    <a:pt x="805" y="1394"/>
                    <a:pt x="881" y="1371"/>
                  </a:cubicBezTo>
                  <a:cubicBezTo>
                    <a:pt x="1050" y="1310"/>
                    <a:pt x="1226" y="1279"/>
                    <a:pt x="1402" y="1272"/>
                  </a:cubicBezTo>
                  <a:lnTo>
                    <a:pt x="1540" y="1272"/>
                  </a:lnTo>
                  <a:cubicBezTo>
                    <a:pt x="1677" y="1272"/>
                    <a:pt x="1808" y="1287"/>
                    <a:pt x="1945" y="1302"/>
                  </a:cubicBezTo>
                  <a:cubicBezTo>
                    <a:pt x="2076" y="1317"/>
                    <a:pt x="2198" y="1348"/>
                    <a:pt x="2321" y="1379"/>
                  </a:cubicBezTo>
                  <a:cubicBezTo>
                    <a:pt x="2359" y="1333"/>
                    <a:pt x="2397" y="1287"/>
                    <a:pt x="2435" y="1233"/>
                  </a:cubicBezTo>
                  <a:cubicBezTo>
                    <a:pt x="2543" y="1080"/>
                    <a:pt x="2627" y="912"/>
                    <a:pt x="2680" y="736"/>
                  </a:cubicBezTo>
                  <a:cubicBezTo>
                    <a:pt x="2711" y="636"/>
                    <a:pt x="2742" y="544"/>
                    <a:pt x="2757" y="445"/>
                  </a:cubicBezTo>
                  <a:cubicBezTo>
                    <a:pt x="2780" y="322"/>
                    <a:pt x="2795" y="200"/>
                    <a:pt x="2795" y="70"/>
                  </a:cubicBezTo>
                  <a:cubicBezTo>
                    <a:pt x="2803" y="47"/>
                    <a:pt x="2795" y="24"/>
                    <a:pt x="2780" y="1"/>
                  </a:cubicBezTo>
                  <a:close/>
                </a:path>
              </a:pathLst>
            </a:custGeom>
            <a:solidFill>
              <a:srgbClr val="2126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2"/>
            <p:cNvSpPr/>
            <p:nvPr/>
          </p:nvSpPr>
          <p:spPr>
            <a:xfrm>
              <a:off x="7043129" y="4106184"/>
              <a:ext cx="142550" cy="23313"/>
            </a:xfrm>
            <a:custGeom>
              <a:avLst/>
              <a:gdLst/>
              <a:ahLst/>
              <a:cxnLst/>
              <a:rect l="l" t="t" r="r" b="b"/>
              <a:pathLst>
                <a:path w="2397" h="392" extrusionOk="0">
                  <a:moveTo>
                    <a:pt x="2396" y="1"/>
                  </a:moveTo>
                  <a:lnTo>
                    <a:pt x="2396" y="1"/>
                  </a:lnTo>
                  <a:cubicBezTo>
                    <a:pt x="2274" y="16"/>
                    <a:pt x="2151" y="39"/>
                    <a:pt x="2037" y="55"/>
                  </a:cubicBezTo>
                  <a:lnTo>
                    <a:pt x="2037" y="47"/>
                  </a:lnTo>
                  <a:cubicBezTo>
                    <a:pt x="1753" y="85"/>
                    <a:pt x="1470" y="108"/>
                    <a:pt x="1187" y="116"/>
                  </a:cubicBezTo>
                  <a:lnTo>
                    <a:pt x="988" y="116"/>
                  </a:lnTo>
                  <a:cubicBezTo>
                    <a:pt x="659" y="116"/>
                    <a:pt x="329" y="93"/>
                    <a:pt x="0" y="47"/>
                  </a:cubicBezTo>
                  <a:lnTo>
                    <a:pt x="0" y="47"/>
                  </a:lnTo>
                  <a:lnTo>
                    <a:pt x="15" y="62"/>
                  </a:lnTo>
                  <a:cubicBezTo>
                    <a:pt x="69" y="100"/>
                    <a:pt x="123" y="139"/>
                    <a:pt x="184" y="169"/>
                  </a:cubicBezTo>
                  <a:cubicBezTo>
                    <a:pt x="230" y="200"/>
                    <a:pt x="291" y="223"/>
                    <a:pt x="345" y="246"/>
                  </a:cubicBezTo>
                  <a:lnTo>
                    <a:pt x="337" y="246"/>
                  </a:lnTo>
                  <a:cubicBezTo>
                    <a:pt x="414" y="284"/>
                    <a:pt x="490" y="307"/>
                    <a:pt x="567" y="330"/>
                  </a:cubicBezTo>
                  <a:cubicBezTo>
                    <a:pt x="643" y="345"/>
                    <a:pt x="720" y="361"/>
                    <a:pt x="796" y="376"/>
                  </a:cubicBezTo>
                  <a:lnTo>
                    <a:pt x="781" y="376"/>
                  </a:lnTo>
                  <a:cubicBezTo>
                    <a:pt x="888" y="384"/>
                    <a:pt x="995" y="391"/>
                    <a:pt x="1095" y="391"/>
                  </a:cubicBezTo>
                  <a:cubicBezTo>
                    <a:pt x="1194" y="391"/>
                    <a:pt x="1286" y="384"/>
                    <a:pt x="1386" y="376"/>
                  </a:cubicBezTo>
                  <a:cubicBezTo>
                    <a:pt x="1600" y="345"/>
                    <a:pt x="1815" y="284"/>
                    <a:pt x="2014" y="200"/>
                  </a:cubicBezTo>
                  <a:cubicBezTo>
                    <a:pt x="2098" y="169"/>
                    <a:pt x="2174" y="131"/>
                    <a:pt x="2251" y="93"/>
                  </a:cubicBezTo>
                  <a:cubicBezTo>
                    <a:pt x="2282" y="70"/>
                    <a:pt x="2320" y="55"/>
                    <a:pt x="2351" y="32"/>
                  </a:cubicBezTo>
                  <a:lnTo>
                    <a:pt x="2396" y="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2"/>
            <p:cNvSpPr/>
            <p:nvPr/>
          </p:nvSpPr>
          <p:spPr>
            <a:xfrm>
              <a:off x="7059959" y="4172258"/>
              <a:ext cx="109306" cy="44664"/>
            </a:xfrm>
            <a:custGeom>
              <a:avLst/>
              <a:gdLst/>
              <a:ahLst/>
              <a:cxnLst/>
              <a:rect l="l" t="t" r="r" b="b"/>
              <a:pathLst>
                <a:path w="1838" h="751" extrusionOk="0">
                  <a:moveTo>
                    <a:pt x="1095" y="0"/>
                  </a:moveTo>
                  <a:cubicBezTo>
                    <a:pt x="1003" y="0"/>
                    <a:pt x="911" y="8"/>
                    <a:pt x="820" y="23"/>
                  </a:cubicBezTo>
                  <a:cubicBezTo>
                    <a:pt x="659" y="38"/>
                    <a:pt x="506" y="84"/>
                    <a:pt x="353" y="146"/>
                  </a:cubicBezTo>
                  <a:cubicBezTo>
                    <a:pt x="261" y="184"/>
                    <a:pt x="184" y="230"/>
                    <a:pt x="100" y="283"/>
                  </a:cubicBezTo>
                  <a:cubicBezTo>
                    <a:pt x="69" y="314"/>
                    <a:pt x="31" y="345"/>
                    <a:pt x="0" y="383"/>
                  </a:cubicBezTo>
                  <a:cubicBezTo>
                    <a:pt x="123" y="505"/>
                    <a:pt x="268" y="605"/>
                    <a:pt x="429" y="666"/>
                  </a:cubicBezTo>
                  <a:cubicBezTo>
                    <a:pt x="513" y="704"/>
                    <a:pt x="598" y="727"/>
                    <a:pt x="689" y="743"/>
                  </a:cubicBezTo>
                  <a:cubicBezTo>
                    <a:pt x="735" y="750"/>
                    <a:pt x="781" y="750"/>
                    <a:pt x="827" y="750"/>
                  </a:cubicBezTo>
                  <a:cubicBezTo>
                    <a:pt x="881" y="750"/>
                    <a:pt x="934" y="750"/>
                    <a:pt x="988" y="743"/>
                  </a:cubicBezTo>
                  <a:cubicBezTo>
                    <a:pt x="1072" y="727"/>
                    <a:pt x="1164" y="697"/>
                    <a:pt x="1248" y="666"/>
                  </a:cubicBezTo>
                  <a:cubicBezTo>
                    <a:pt x="1340" y="628"/>
                    <a:pt x="1424" y="582"/>
                    <a:pt x="1501" y="521"/>
                  </a:cubicBezTo>
                  <a:cubicBezTo>
                    <a:pt x="1631" y="429"/>
                    <a:pt x="1738" y="314"/>
                    <a:pt x="1838" y="191"/>
                  </a:cubicBezTo>
                  <a:cubicBezTo>
                    <a:pt x="1792" y="161"/>
                    <a:pt x="1754" y="138"/>
                    <a:pt x="1708" y="115"/>
                  </a:cubicBezTo>
                  <a:cubicBezTo>
                    <a:pt x="1585" y="69"/>
                    <a:pt x="1463" y="38"/>
                    <a:pt x="1340" y="23"/>
                  </a:cubicBezTo>
                  <a:cubicBezTo>
                    <a:pt x="1256" y="8"/>
                    <a:pt x="1179" y="8"/>
                    <a:pt x="1095" y="8"/>
                  </a:cubicBezTo>
                  <a:lnTo>
                    <a:pt x="1095" y="0"/>
                  </a:lnTo>
                  <a:close/>
                </a:path>
              </a:pathLst>
            </a:custGeom>
            <a:solidFill>
              <a:srgbClr val="F68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2"/>
            <p:cNvSpPr/>
            <p:nvPr/>
          </p:nvSpPr>
          <p:spPr>
            <a:xfrm>
              <a:off x="6942502" y="3779741"/>
              <a:ext cx="88372" cy="48767"/>
            </a:xfrm>
            <a:custGeom>
              <a:avLst/>
              <a:gdLst/>
              <a:ahLst/>
              <a:cxnLst/>
              <a:rect l="l" t="t" r="r" b="b"/>
              <a:pathLst>
                <a:path w="1486" h="820" extrusionOk="0">
                  <a:moveTo>
                    <a:pt x="1225" y="1"/>
                  </a:moveTo>
                  <a:lnTo>
                    <a:pt x="1225" y="1"/>
                  </a:lnTo>
                  <a:cubicBezTo>
                    <a:pt x="1018" y="16"/>
                    <a:pt x="819" y="62"/>
                    <a:pt x="628" y="146"/>
                  </a:cubicBezTo>
                  <a:cubicBezTo>
                    <a:pt x="329" y="276"/>
                    <a:pt x="77" y="468"/>
                    <a:pt x="23" y="613"/>
                  </a:cubicBezTo>
                  <a:cubicBezTo>
                    <a:pt x="8" y="651"/>
                    <a:pt x="0" y="690"/>
                    <a:pt x="15" y="728"/>
                  </a:cubicBezTo>
                  <a:cubicBezTo>
                    <a:pt x="46" y="789"/>
                    <a:pt x="130" y="820"/>
                    <a:pt x="268" y="820"/>
                  </a:cubicBezTo>
                  <a:cubicBezTo>
                    <a:pt x="467" y="812"/>
                    <a:pt x="674" y="766"/>
                    <a:pt x="858" y="682"/>
                  </a:cubicBezTo>
                  <a:cubicBezTo>
                    <a:pt x="1164" y="552"/>
                    <a:pt x="1409" y="360"/>
                    <a:pt x="1470" y="215"/>
                  </a:cubicBezTo>
                  <a:cubicBezTo>
                    <a:pt x="1485" y="177"/>
                    <a:pt x="1485" y="138"/>
                    <a:pt x="1470" y="100"/>
                  </a:cubicBezTo>
                  <a:cubicBezTo>
                    <a:pt x="1439" y="39"/>
                    <a:pt x="1355" y="8"/>
                    <a:pt x="1217" y="8"/>
                  </a:cubicBezTo>
                  <a:lnTo>
                    <a:pt x="1225" y="1"/>
                  </a:lnTo>
                  <a:close/>
                </a:path>
              </a:pathLst>
            </a:custGeom>
            <a:solidFill>
              <a:srgbClr val="FEA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2"/>
            <p:cNvSpPr/>
            <p:nvPr/>
          </p:nvSpPr>
          <p:spPr>
            <a:xfrm>
              <a:off x="7228860" y="3797523"/>
              <a:ext cx="100683" cy="46032"/>
            </a:xfrm>
            <a:custGeom>
              <a:avLst/>
              <a:gdLst/>
              <a:ahLst/>
              <a:cxnLst/>
              <a:rect l="l" t="t" r="r" b="b"/>
              <a:pathLst>
                <a:path w="1693" h="774" extrusionOk="0">
                  <a:moveTo>
                    <a:pt x="414" y="0"/>
                  </a:moveTo>
                  <a:cubicBezTo>
                    <a:pt x="185" y="0"/>
                    <a:pt x="39" y="61"/>
                    <a:pt x="16" y="161"/>
                  </a:cubicBezTo>
                  <a:cubicBezTo>
                    <a:pt x="1" y="199"/>
                    <a:pt x="8" y="245"/>
                    <a:pt x="31" y="276"/>
                  </a:cubicBezTo>
                  <a:cubicBezTo>
                    <a:pt x="123" y="429"/>
                    <a:pt x="414" y="597"/>
                    <a:pt x="766" y="697"/>
                  </a:cubicBezTo>
                  <a:cubicBezTo>
                    <a:pt x="935" y="743"/>
                    <a:pt x="1111" y="766"/>
                    <a:pt x="1279" y="773"/>
                  </a:cubicBezTo>
                  <a:cubicBezTo>
                    <a:pt x="1509" y="773"/>
                    <a:pt x="1662" y="712"/>
                    <a:pt x="1685" y="620"/>
                  </a:cubicBezTo>
                  <a:cubicBezTo>
                    <a:pt x="1693" y="574"/>
                    <a:pt x="1685" y="528"/>
                    <a:pt x="1662" y="498"/>
                  </a:cubicBezTo>
                  <a:cubicBezTo>
                    <a:pt x="1578" y="345"/>
                    <a:pt x="1279" y="176"/>
                    <a:pt x="935" y="77"/>
                  </a:cubicBezTo>
                  <a:cubicBezTo>
                    <a:pt x="766" y="31"/>
                    <a:pt x="590" y="8"/>
                    <a:pt x="414" y="0"/>
                  </a:cubicBezTo>
                  <a:close/>
                </a:path>
              </a:pathLst>
            </a:custGeom>
            <a:solidFill>
              <a:srgbClr val="FEA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2"/>
            <p:cNvSpPr/>
            <p:nvPr/>
          </p:nvSpPr>
          <p:spPr>
            <a:xfrm>
              <a:off x="7046757" y="4021971"/>
              <a:ext cx="81533" cy="36040"/>
            </a:xfrm>
            <a:custGeom>
              <a:avLst/>
              <a:gdLst/>
              <a:ahLst/>
              <a:cxnLst/>
              <a:rect l="l" t="t" r="r" b="b"/>
              <a:pathLst>
                <a:path w="1371" h="606" extrusionOk="0">
                  <a:moveTo>
                    <a:pt x="536" y="1"/>
                  </a:moveTo>
                  <a:cubicBezTo>
                    <a:pt x="483" y="1"/>
                    <a:pt x="437" y="8"/>
                    <a:pt x="383" y="16"/>
                  </a:cubicBezTo>
                  <a:cubicBezTo>
                    <a:pt x="307" y="31"/>
                    <a:pt x="238" y="62"/>
                    <a:pt x="176" y="115"/>
                  </a:cubicBezTo>
                  <a:cubicBezTo>
                    <a:pt x="115" y="161"/>
                    <a:pt x="77" y="223"/>
                    <a:pt x="46" y="291"/>
                  </a:cubicBezTo>
                  <a:cubicBezTo>
                    <a:pt x="16" y="368"/>
                    <a:pt x="0" y="452"/>
                    <a:pt x="8" y="529"/>
                  </a:cubicBezTo>
                  <a:cubicBezTo>
                    <a:pt x="8" y="552"/>
                    <a:pt x="16" y="567"/>
                    <a:pt x="23" y="582"/>
                  </a:cubicBezTo>
                  <a:cubicBezTo>
                    <a:pt x="39" y="598"/>
                    <a:pt x="54" y="605"/>
                    <a:pt x="69" y="605"/>
                  </a:cubicBezTo>
                  <a:cubicBezTo>
                    <a:pt x="92" y="605"/>
                    <a:pt x="108" y="598"/>
                    <a:pt x="123" y="582"/>
                  </a:cubicBezTo>
                  <a:cubicBezTo>
                    <a:pt x="138" y="575"/>
                    <a:pt x="146" y="559"/>
                    <a:pt x="146" y="536"/>
                  </a:cubicBezTo>
                  <a:cubicBezTo>
                    <a:pt x="146" y="521"/>
                    <a:pt x="146" y="506"/>
                    <a:pt x="153" y="491"/>
                  </a:cubicBezTo>
                  <a:cubicBezTo>
                    <a:pt x="161" y="437"/>
                    <a:pt x="176" y="391"/>
                    <a:pt x="199" y="345"/>
                  </a:cubicBezTo>
                  <a:cubicBezTo>
                    <a:pt x="207" y="314"/>
                    <a:pt x="222" y="291"/>
                    <a:pt x="245" y="269"/>
                  </a:cubicBezTo>
                  <a:cubicBezTo>
                    <a:pt x="261" y="246"/>
                    <a:pt x="284" y="230"/>
                    <a:pt x="307" y="207"/>
                  </a:cubicBezTo>
                  <a:cubicBezTo>
                    <a:pt x="337" y="192"/>
                    <a:pt x="360" y="184"/>
                    <a:pt x="391" y="169"/>
                  </a:cubicBezTo>
                  <a:cubicBezTo>
                    <a:pt x="437" y="154"/>
                    <a:pt x="483" y="146"/>
                    <a:pt x="529" y="146"/>
                  </a:cubicBezTo>
                  <a:lnTo>
                    <a:pt x="575" y="146"/>
                  </a:lnTo>
                  <a:cubicBezTo>
                    <a:pt x="628" y="146"/>
                    <a:pt x="674" y="146"/>
                    <a:pt x="728" y="154"/>
                  </a:cubicBezTo>
                  <a:cubicBezTo>
                    <a:pt x="820" y="177"/>
                    <a:pt x="919" y="207"/>
                    <a:pt x="1003" y="246"/>
                  </a:cubicBezTo>
                  <a:cubicBezTo>
                    <a:pt x="1080" y="276"/>
                    <a:pt x="1149" y="322"/>
                    <a:pt x="1218" y="376"/>
                  </a:cubicBezTo>
                  <a:cubicBezTo>
                    <a:pt x="1241" y="391"/>
                    <a:pt x="1256" y="414"/>
                    <a:pt x="1279" y="437"/>
                  </a:cubicBezTo>
                  <a:cubicBezTo>
                    <a:pt x="1287" y="445"/>
                    <a:pt x="1302" y="452"/>
                    <a:pt x="1317" y="452"/>
                  </a:cubicBezTo>
                  <a:cubicBezTo>
                    <a:pt x="1332" y="452"/>
                    <a:pt x="1340" y="445"/>
                    <a:pt x="1355" y="437"/>
                  </a:cubicBezTo>
                  <a:cubicBezTo>
                    <a:pt x="1371" y="414"/>
                    <a:pt x="1371" y="383"/>
                    <a:pt x="1355" y="368"/>
                  </a:cubicBezTo>
                  <a:cubicBezTo>
                    <a:pt x="1248" y="269"/>
                    <a:pt x="1133" y="184"/>
                    <a:pt x="1003" y="123"/>
                  </a:cubicBezTo>
                  <a:cubicBezTo>
                    <a:pt x="927" y="85"/>
                    <a:pt x="858" y="62"/>
                    <a:pt x="781" y="39"/>
                  </a:cubicBezTo>
                  <a:cubicBezTo>
                    <a:pt x="712" y="24"/>
                    <a:pt x="636" y="8"/>
                    <a:pt x="567" y="1"/>
                  </a:cubicBezTo>
                  <a:close/>
                </a:path>
              </a:pathLst>
            </a:custGeom>
            <a:solidFill>
              <a:srgbClr val="C08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2"/>
            <p:cNvSpPr/>
            <p:nvPr/>
          </p:nvSpPr>
          <p:spPr>
            <a:xfrm>
              <a:off x="7448789" y="4562456"/>
              <a:ext cx="424854" cy="329716"/>
            </a:xfrm>
            <a:custGeom>
              <a:avLst/>
              <a:gdLst/>
              <a:ahLst/>
              <a:cxnLst/>
              <a:rect l="l" t="t" r="r" b="b"/>
              <a:pathLst>
                <a:path w="7144" h="5544" extrusionOk="0">
                  <a:moveTo>
                    <a:pt x="2435" y="0"/>
                  </a:moveTo>
                  <a:lnTo>
                    <a:pt x="2428" y="8"/>
                  </a:lnTo>
                  <a:lnTo>
                    <a:pt x="2328" y="8"/>
                  </a:lnTo>
                  <a:cubicBezTo>
                    <a:pt x="2183" y="8"/>
                    <a:pt x="2037" y="23"/>
                    <a:pt x="1892" y="54"/>
                  </a:cubicBezTo>
                  <a:cubicBezTo>
                    <a:pt x="1762" y="77"/>
                    <a:pt x="1647" y="123"/>
                    <a:pt x="1540" y="199"/>
                  </a:cubicBezTo>
                  <a:cubicBezTo>
                    <a:pt x="1494" y="230"/>
                    <a:pt x="1448" y="268"/>
                    <a:pt x="1417" y="314"/>
                  </a:cubicBezTo>
                  <a:cubicBezTo>
                    <a:pt x="1333" y="452"/>
                    <a:pt x="1310" y="621"/>
                    <a:pt x="1363" y="774"/>
                  </a:cubicBezTo>
                  <a:cubicBezTo>
                    <a:pt x="1402" y="850"/>
                    <a:pt x="1455" y="911"/>
                    <a:pt x="1524" y="965"/>
                  </a:cubicBezTo>
                  <a:cubicBezTo>
                    <a:pt x="1601" y="1011"/>
                    <a:pt x="1677" y="1049"/>
                    <a:pt x="1769" y="1072"/>
                  </a:cubicBezTo>
                  <a:cubicBezTo>
                    <a:pt x="1494" y="1241"/>
                    <a:pt x="1241" y="1432"/>
                    <a:pt x="996" y="1639"/>
                  </a:cubicBezTo>
                  <a:cubicBezTo>
                    <a:pt x="789" y="1815"/>
                    <a:pt x="598" y="2014"/>
                    <a:pt x="422" y="2228"/>
                  </a:cubicBezTo>
                  <a:cubicBezTo>
                    <a:pt x="345" y="2320"/>
                    <a:pt x="269" y="2420"/>
                    <a:pt x="207" y="2527"/>
                  </a:cubicBezTo>
                  <a:cubicBezTo>
                    <a:pt x="139" y="2619"/>
                    <a:pt x="93" y="2718"/>
                    <a:pt x="47" y="2825"/>
                  </a:cubicBezTo>
                  <a:cubicBezTo>
                    <a:pt x="8" y="2917"/>
                    <a:pt x="1" y="3025"/>
                    <a:pt x="24" y="3124"/>
                  </a:cubicBezTo>
                  <a:cubicBezTo>
                    <a:pt x="54" y="3216"/>
                    <a:pt x="131" y="3292"/>
                    <a:pt x="215" y="3323"/>
                  </a:cubicBezTo>
                  <a:cubicBezTo>
                    <a:pt x="284" y="3346"/>
                    <a:pt x="353" y="3361"/>
                    <a:pt x="422" y="3361"/>
                  </a:cubicBezTo>
                  <a:lnTo>
                    <a:pt x="491" y="3361"/>
                  </a:lnTo>
                  <a:cubicBezTo>
                    <a:pt x="452" y="3423"/>
                    <a:pt x="414" y="3484"/>
                    <a:pt x="391" y="3553"/>
                  </a:cubicBezTo>
                  <a:cubicBezTo>
                    <a:pt x="353" y="3629"/>
                    <a:pt x="322" y="3714"/>
                    <a:pt x="299" y="3805"/>
                  </a:cubicBezTo>
                  <a:cubicBezTo>
                    <a:pt x="284" y="3867"/>
                    <a:pt x="269" y="3936"/>
                    <a:pt x="261" y="3997"/>
                  </a:cubicBezTo>
                  <a:cubicBezTo>
                    <a:pt x="246" y="4104"/>
                    <a:pt x="269" y="4211"/>
                    <a:pt x="330" y="4303"/>
                  </a:cubicBezTo>
                  <a:cubicBezTo>
                    <a:pt x="384" y="4364"/>
                    <a:pt x="460" y="4403"/>
                    <a:pt x="544" y="4418"/>
                  </a:cubicBezTo>
                  <a:lnTo>
                    <a:pt x="606" y="4418"/>
                  </a:lnTo>
                  <a:cubicBezTo>
                    <a:pt x="674" y="4418"/>
                    <a:pt x="736" y="4410"/>
                    <a:pt x="805" y="4387"/>
                  </a:cubicBezTo>
                  <a:cubicBezTo>
                    <a:pt x="896" y="4364"/>
                    <a:pt x="988" y="4334"/>
                    <a:pt x="1073" y="4295"/>
                  </a:cubicBezTo>
                  <a:cubicBezTo>
                    <a:pt x="1180" y="4250"/>
                    <a:pt x="1279" y="4196"/>
                    <a:pt x="1371" y="4150"/>
                  </a:cubicBezTo>
                  <a:lnTo>
                    <a:pt x="1432" y="4112"/>
                  </a:lnTo>
                  <a:lnTo>
                    <a:pt x="1432" y="4112"/>
                  </a:lnTo>
                  <a:cubicBezTo>
                    <a:pt x="1379" y="4173"/>
                    <a:pt x="1333" y="4242"/>
                    <a:pt x="1287" y="4311"/>
                  </a:cubicBezTo>
                  <a:cubicBezTo>
                    <a:pt x="1241" y="4395"/>
                    <a:pt x="1195" y="4479"/>
                    <a:pt x="1157" y="4571"/>
                  </a:cubicBezTo>
                  <a:cubicBezTo>
                    <a:pt x="1118" y="4671"/>
                    <a:pt x="1080" y="4785"/>
                    <a:pt x="1065" y="4893"/>
                  </a:cubicBezTo>
                  <a:cubicBezTo>
                    <a:pt x="1042" y="4977"/>
                    <a:pt x="1034" y="5069"/>
                    <a:pt x="1034" y="5153"/>
                  </a:cubicBezTo>
                  <a:cubicBezTo>
                    <a:pt x="1034" y="5222"/>
                    <a:pt x="1050" y="5291"/>
                    <a:pt x="1080" y="5352"/>
                  </a:cubicBezTo>
                  <a:cubicBezTo>
                    <a:pt x="1103" y="5406"/>
                    <a:pt x="1149" y="5452"/>
                    <a:pt x="1195" y="5482"/>
                  </a:cubicBezTo>
                  <a:cubicBezTo>
                    <a:pt x="1249" y="5520"/>
                    <a:pt x="1318" y="5536"/>
                    <a:pt x="1379" y="5543"/>
                  </a:cubicBezTo>
                  <a:lnTo>
                    <a:pt x="1440" y="5543"/>
                  </a:lnTo>
                  <a:cubicBezTo>
                    <a:pt x="1563" y="5543"/>
                    <a:pt x="1677" y="5520"/>
                    <a:pt x="1792" y="5474"/>
                  </a:cubicBezTo>
                  <a:cubicBezTo>
                    <a:pt x="1930" y="5429"/>
                    <a:pt x="2068" y="5383"/>
                    <a:pt x="2198" y="5321"/>
                  </a:cubicBezTo>
                  <a:cubicBezTo>
                    <a:pt x="2267" y="5291"/>
                    <a:pt x="2336" y="5260"/>
                    <a:pt x="2412" y="5229"/>
                  </a:cubicBezTo>
                  <a:cubicBezTo>
                    <a:pt x="2680" y="5122"/>
                    <a:pt x="2964" y="5038"/>
                    <a:pt x="3247" y="4969"/>
                  </a:cubicBezTo>
                  <a:cubicBezTo>
                    <a:pt x="3752" y="4854"/>
                    <a:pt x="4258" y="4778"/>
                    <a:pt x="4748" y="4717"/>
                  </a:cubicBezTo>
                  <a:cubicBezTo>
                    <a:pt x="5115" y="4671"/>
                    <a:pt x="5482" y="4594"/>
                    <a:pt x="5835" y="4487"/>
                  </a:cubicBezTo>
                  <a:cubicBezTo>
                    <a:pt x="6011" y="4426"/>
                    <a:pt x="6187" y="4349"/>
                    <a:pt x="6348" y="4257"/>
                  </a:cubicBezTo>
                  <a:cubicBezTo>
                    <a:pt x="6508" y="4165"/>
                    <a:pt x="6646" y="4050"/>
                    <a:pt x="6769" y="3920"/>
                  </a:cubicBezTo>
                  <a:cubicBezTo>
                    <a:pt x="7021" y="3614"/>
                    <a:pt x="7144" y="3224"/>
                    <a:pt x="7129" y="2833"/>
                  </a:cubicBezTo>
                  <a:cubicBezTo>
                    <a:pt x="7113" y="2550"/>
                    <a:pt x="7037" y="2274"/>
                    <a:pt x="6907" y="2022"/>
                  </a:cubicBezTo>
                  <a:cubicBezTo>
                    <a:pt x="6769" y="1754"/>
                    <a:pt x="6593" y="1501"/>
                    <a:pt x="6378" y="1287"/>
                  </a:cubicBezTo>
                  <a:cubicBezTo>
                    <a:pt x="6172" y="1065"/>
                    <a:pt x="5950" y="866"/>
                    <a:pt x="5705" y="689"/>
                  </a:cubicBezTo>
                  <a:cubicBezTo>
                    <a:pt x="5528" y="567"/>
                    <a:pt x="5352" y="452"/>
                    <a:pt x="5161" y="360"/>
                  </a:cubicBezTo>
                  <a:cubicBezTo>
                    <a:pt x="5153" y="345"/>
                    <a:pt x="5130" y="330"/>
                    <a:pt x="5115" y="330"/>
                  </a:cubicBezTo>
                  <a:lnTo>
                    <a:pt x="5092" y="322"/>
                  </a:lnTo>
                  <a:cubicBezTo>
                    <a:pt x="5046" y="299"/>
                    <a:pt x="5008" y="276"/>
                    <a:pt x="4962" y="261"/>
                  </a:cubicBezTo>
                  <a:cubicBezTo>
                    <a:pt x="4947" y="253"/>
                    <a:pt x="4931" y="245"/>
                    <a:pt x="4908" y="245"/>
                  </a:cubicBezTo>
                  <a:cubicBezTo>
                    <a:pt x="4893" y="245"/>
                    <a:pt x="4870" y="253"/>
                    <a:pt x="4855" y="261"/>
                  </a:cubicBezTo>
                  <a:cubicBezTo>
                    <a:pt x="4434" y="176"/>
                    <a:pt x="4005" y="115"/>
                    <a:pt x="3584" y="85"/>
                  </a:cubicBezTo>
                  <a:lnTo>
                    <a:pt x="3469" y="77"/>
                  </a:lnTo>
                  <a:cubicBezTo>
                    <a:pt x="3362" y="62"/>
                    <a:pt x="3247" y="54"/>
                    <a:pt x="3140" y="46"/>
                  </a:cubicBezTo>
                  <a:cubicBezTo>
                    <a:pt x="3025" y="31"/>
                    <a:pt x="2887" y="16"/>
                    <a:pt x="2765" y="8"/>
                  </a:cubicBezTo>
                  <a:cubicBezTo>
                    <a:pt x="2642" y="0"/>
                    <a:pt x="2543" y="0"/>
                    <a:pt x="2435" y="0"/>
                  </a:cubicBezTo>
                  <a:close/>
                </a:path>
              </a:pathLst>
            </a:custGeom>
            <a:solidFill>
              <a:srgbClr val="BC5C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2"/>
            <p:cNvSpPr/>
            <p:nvPr/>
          </p:nvSpPr>
          <p:spPr>
            <a:xfrm>
              <a:off x="7534845" y="4740932"/>
              <a:ext cx="148972" cy="65182"/>
            </a:xfrm>
            <a:custGeom>
              <a:avLst/>
              <a:gdLst/>
              <a:ahLst/>
              <a:cxnLst/>
              <a:rect l="l" t="t" r="r" b="b"/>
              <a:pathLst>
                <a:path w="2505" h="1096" extrusionOk="0">
                  <a:moveTo>
                    <a:pt x="2088" y="255"/>
                  </a:moveTo>
                  <a:cubicBezTo>
                    <a:pt x="2082" y="257"/>
                    <a:pt x="2075" y="259"/>
                    <a:pt x="2068" y="261"/>
                  </a:cubicBezTo>
                  <a:cubicBezTo>
                    <a:pt x="2075" y="261"/>
                    <a:pt x="2082" y="261"/>
                    <a:pt x="2088" y="255"/>
                  </a:cubicBezTo>
                  <a:close/>
                  <a:moveTo>
                    <a:pt x="2374" y="1"/>
                  </a:moveTo>
                  <a:cubicBezTo>
                    <a:pt x="2167" y="46"/>
                    <a:pt x="1968" y="100"/>
                    <a:pt x="1762" y="161"/>
                  </a:cubicBezTo>
                  <a:cubicBezTo>
                    <a:pt x="1563" y="230"/>
                    <a:pt x="1363" y="307"/>
                    <a:pt x="1172" y="391"/>
                  </a:cubicBezTo>
                  <a:cubicBezTo>
                    <a:pt x="1080" y="437"/>
                    <a:pt x="981" y="483"/>
                    <a:pt x="889" y="529"/>
                  </a:cubicBezTo>
                  <a:cubicBezTo>
                    <a:pt x="789" y="575"/>
                    <a:pt x="697" y="621"/>
                    <a:pt x="606" y="682"/>
                  </a:cubicBezTo>
                  <a:cubicBezTo>
                    <a:pt x="414" y="789"/>
                    <a:pt x="223" y="904"/>
                    <a:pt x="31" y="1019"/>
                  </a:cubicBezTo>
                  <a:cubicBezTo>
                    <a:pt x="16" y="1026"/>
                    <a:pt x="1" y="1049"/>
                    <a:pt x="16" y="1072"/>
                  </a:cubicBezTo>
                  <a:cubicBezTo>
                    <a:pt x="21" y="1087"/>
                    <a:pt x="32" y="1096"/>
                    <a:pt x="44" y="1096"/>
                  </a:cubicBezTo>
                  <a:cubicBezTo>
                    <a:pt x="50" y="1096"/>
                    <a:pt x="57" y="1093"/>
                    <a:pt x="62" y="1088"/>
                  </a:cubicBezTo>
                  <a:cubicBezTo>
                    <a:pt x="223" y="996"/>
                    <a:pt x="384" y="912"/>
                    <a:pt x="552" y="835"/>
                  </a:cubicBezTo>
                  <a:cubicBezTo>
                    <a:pt x="720" y="751"/>
                    <a:pt x="889" y="682"/>
                    <a:pt x="1057" y="613"/>
                  </a:cubicBezTo>
                  <a:cubicBezTo>
                    <a:pt x="1394" y="475"/>
                    <a:pt x="1739" y="360"/>
                    <a:pt x="2091" y="253"/>
                  </a:cubicBezTo>
                  <a:lnTo>
                    <a:pt x="2091" y="253"/>
                  </a:lnTo>
                  <a:cubicBezTo>
                    <a:pt x="2090" y="254"/>
                    <a:pt x="2089" y="255"/>
                    <a:pt x="2088" y="255"/>
                  </a:cubicBezTo>
                  <a:lnTo>
                    <a:pt x="2088" y="255"/>
                  </a:lnTo>
                  <a:cubicBezTo>
                    <a:pt x="2196" y="227"/>
                    <a:pt x="2297" y="198"/>
                    <a:pt x="2405" y="169"/>
                  </a:cubicBezTo>
                  <a:cubicBezTo>
                    <a:pt x="2428" y="161"/>
                    <a:pt x="2443" y="154"/>
                    <a:pt x="2458" y="131"/>
                  </a:cubicBezTo>
                  <a:cubicBezTo>
                    <a:pt x="2504" y="77"/>
                    <a:pt x="2458" y="1"/>
                    <a:pt x="2397" y="1"/>
                  </a:cubicBez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2"/>
            <p:cNvSpPr/>
            <p:nvPr/>
          </p:nvSpPr>
          <p:spPr>
            <a:xfrm>
              <a:off x="7479298" y="4666711"/>
              <a:ext cx="154444" cy="91290"/>
            </a:xfrm>
            <a:custGeom>
              <a:avLst/>
              <a:gdLst/>
              <a:ahLst/>
              <a:cxnLst/>
              <a:rect l="l" t="t" r="r" b="b"/>
              <a:pathLst>
                <a:path w="2597" h="1535" extrusionOk="0">
                  <a:moveTo>
                    <a:pt x="2474" y="1"/>
                  </a:moveTo>
                  <a:cubicBezTo>
                    <a:pt x="2244" y="47"/>
                    <a:pt x="2014" y="123"/>
                    <a:pt x="1792" y="223"/>
                  </a:cubicBezTo>
                  <a:cubicBezTo>
                    <a:pt x="1578" y="330"/>
                    <a:pt x="1371" y="445"/>
                    <a:pt x="1172" y="575"/>
                  </a:cubicBezTo>
                  <a:cubicBezTo>
                    <a:pt x="1073" y="636"/>
                    <a:pt x="981" y="705"/>
                    <a:pt x="881" y="774"/>
                  </a:cubicBezTo>
                  <a:cubicBezTo>
                    <a:pt x="774" y="843"/>
                    <a:pt x="690" y="912"/>
                    <a:pt x="590" y="988"/>
                  </a:cubicBezTo>
                  <a:cubicBezTo>
                    <a:pt x="498" y="1065"/>
                    <a:pt x="399" y="1134"/>
                    <a:pt x="315" y="1210"/>
                  </a:cubicBezTo>
                  <a:cubicBezTo>
                    <a:pt x="223" y="1287"/>
                    <a:pt x="115" y="1379"/>
                    <a:pt x="16" y="1463"/>
                  </a:cubicBezTo>
                  <a:cubicBezTo>
                    <a:pt x="1" y="1478"/>
                    <a:pt x="1" y="1501"/>
                    <a:pt x="8" y="1517"/>
                  </a:cubicBezTo>
                  <a:cubicBezTo>
                    <a:pt x="17" y="1529"/>
                    <a:pt x="30" y="1535"/>
                    <a:pt x="42" y="1535"/>
                  </a:cubicBezTo>
                  <a:cubicBezTo>
                    <a:pt x="53" y="1535"/>
                    <a:pt x="63" y="1531"/>
                    <a:pt x="70" y="1524"/>
                  </a:cubicBezTo>
                  <a:cubicBezTo>
                    <a:pt x="192" y="1432"/>
                    <a:pt x="315" y="1333"/>
                    <a:pt x="437" y="1241"/>
                  </a:cubicBezTo>
                  <a:cubicBezTo>
                    <a:pt x="567" y="1141"/>
                    <a:pt x="713" y="1050"/>
                    <a:pt x="850" y="958"/>
                  </a:cubicBezTo>
                  <a:lnTo>
                    <a:pt x="850" y="958"/>
                  </a:lnTo>
                  <a:lnTo>
                    <a:pt x="835" y="965"/>
                  </a:lnTo>
                  <a:cubicBezTo>
                    <a:pt x="965" y="889"/>
                    <a:pt x="1103" y="812"/>
                    <a:pt x="1241" y="736"/>
                  </a:cubicBezTo>
                  <a:cubicBezTo>
                    <a:pt x="1302" y="705"/>
                    <a:pt x="1371" y="667"/>
                    <a:pt x="1432" y="644"/>
                  </a:cubicBezTo>
                  <a:cubicBezTo>
                    <a:pt x="1494" y="613"/>
                    <a:pt x="1578" y="575"/>
                    <a:pt x="1654" y="537"/>
                  </a:cubicBezTo>
                  <a:cubicBezTo>
                    <a:pt x="1800" y="475"/>
                    <a:pt x="1945" y="414"/>
                    <a:pt x="2091" y="360"/>
                  </a:cubicBezTo>
                  <a:cubicBezTo>
                    <a:pt x="2236" y="307"/>
                    <a:pt x="2382" y="261"/>
                    <a:pt x="2527" y="207"/>
                  </a:cubicBezTo>
                  <a:cubicBezTo>
                    <a:pt x="2550" y="200"/>
                    <a:pt x="2558" y="192"/>
                    <a:pt x="2573" y="177"/>
                  </a:cubicBezTo>
                  <a:cubicBezTo>
                    <a:pt x="2588" y="154"/>
                    <a:pt x="2596" y="123"/>
                    <a:pt x="2588" y="100"/>
                  </a:cubicBezTo>
                  <a:cubicBezTo>
                    <a:pt x="2581" y="47"/>
                    <a:pt x="2542" y="8"/>
                    <a:pt x="2489" y="8"/>
                  </a:cubicBezTo>
                  <a:lnTo>
                    <a:pt x="2474" y="8"/>
                  </a:lnTo>
                  <a:lnTo>
                    <a:pt x="2474" y="1"/>
                  </a:ln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2"/>
            <p:cNvSpPr/>
            <p:nvPr/>
          </p:nvSpPr>
          <p:spPr>
            <a:xfrm>
              <a:off x="7556255" y="4597009"/>
              <a:ext cx="105083" cy="28963"/>
            </a:xfrm>
            <a:custGeom>
              <a:avLst/>
              <a:gdLst/>
              <a:ahLst/>
              <a:cxnLst/>
              <a:rect l="l" t="t" r="r" b="b"/>
              <a:pathLst>
                <a:path w="1767" h="487" extrusionOk="0">
                  <a:moveTo>
                    <a:pt x="1669" y="1"/>
                  </a:moveTo>
                  <a:cubicBezTo>
                    <a:pt x="1667" y="1"/>
                    <a:pt x="1664" y="1"/>
                    <a:pt x="1662" y="1"/>
                  </a:cubicBezTo>
                  <a:lnTo>
                    <a:pt x="1639" y="1"/>
                  </a:lnTo>
                  <a:cubicBezTo>
                    <a:pt x="1363" y="40"/>
                    <a:pt x="1088" y="93"/>
                    <a:pt x="812" y="162"/>
                  </a:cubicBezTo>
                  <a:cubicBezTo>
                    <a:pt x="682" y="193"/>
                    <a:pt x="552" y="223"/>
                    <a:pt x="429" y="269"/>
                  </a:cubicBezTo>
                  <a:cubicBezTo>
                    <a:pt x="291" y="307"/>
                    <a:pt x="161" y="353"/>
                    <a:pt x="31" y="415"/>
                  </a:cubicBezTo>
                  <a:cubicBezTo>
                    <a:pt x="16" y="422"/>
                    <a:pt x="1" y="445"/>
                    <a:pt x="16" y="468"/>
                  </a:cubicBezTo>
                  <a:cubicBezTo>
                    <a:pt x="21" y="479"/>
                    <a:pt x="35" y="487"/>
                    <a:pt x="51" y="487"/>
                  </a:cubicBezTo>
                  <a:cubicBezTo>
                    <a:pt x="57" y="487"/>
                    <a:pt x="63" y="486"/>
                    <a:pt x="69" y="484"/>
                  </a:cubicBezTo>
                  <a:cubicBezTo>
                    <a:pt x="161" y="445"/>
                    <a:pt x="253" y="415"/>
                    <a:pt x="353" y="384"/>
                  </a:cubicBezTo>
                  <a:cubicBezTo>
                    <a:pt x="559" y="330"/>
                    <a:pt x="774" y="285"/>
                    <a:pt x="988" y="254"/>
                  </a:cubicBezTo>
                  <a:cubicBezTo>
                    <a:pt x="1218" y="216"/>
                    <a:pt x="1448" y="193"/>
                    <a:pt x="1670" y="154"/>
                  </a:cubicBezTo>
                  <a:cubicBezTo>
                    <a:pt x="1767" y="147"/>
                    <a:pt x="1762" y="1"/>
                    <a:pt x="1669" y="1"/>
                  </a:cubicBezTo>
                  <a:close/>
                </a:path>
              </a:pathLst>
            </a:custGeom>
            <a:solidFill>
              <a:srgbClr val="8E4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2"/>
            <p:cNvSpPr/>
            <p:nvPr/>
          </p:nvSpPr>
          <p:spPr>
            <a:xfrm>
              <a:off x="7729735" y="3249308"/>
              <a:ext cx="1156573" cy="1611467"/>
            </a:xfrm>
            <a:custGeom>
              <a:avLst/>
              <a:gdLst/>
              <a:ahLst/>
              <a:cxnLst/>
              <a:rect l="l" t="t" r="r" b="b"/>
              <a:pathLst>
                <a:path w="19448" h="27096" extrusionOk="0">
                  <a:moveTo>
                    <a:pt x="6332" y="0"/>
                  </a:moveTo>
                  <a:lnTo>
                    <a:pt x="6309" y="46"/>
                  </a:lnTo>
                  <a:lnTo>
                    <a:pt x="6302" y="69"/>
                  </a:lnTo>
                  <a:cubicBezTo>
                    <a:pt x="6279" y="138"/>
                    <a:pt x="6248" y="207"/>
                    <a:pt x="6217" y="276"/>
                  </a:cubicBezTo>
                  <a:cubicBezTo>
                    <a:pt x="6194" y="329"/>
                    <a:pt x="6171" y="383"/>
                    <a:pt x="6148" y="437"/>
                  </a:cubicBezTo>
                  <a:lnTo>
                    <a:pt x="6110" y="513"/>
                  </a:lnTo>
                  <a:cubicBezTo>
                    <a:pt x="6026" y="1577"/>
                    <a:pt x="6034" y="2642"/>
                    <a:pt x="6125" y="3698"/>
                  </a:cubicBezTo>
                  <a:cubicBezTo>
                    <a:pt x="6233" y="4854"/>
                    <a:pt x="6424" y="6003"/>
                    <a:pt x="6692" y="7128"/>
                  </a:cubicBezTo>
                  <a:cubicBezTo>
                    <a:pt x="7243" y="9463"/>
                    <a:pt x="8085" y="11783"/>
                    <a:pt x="8820" y="13827"/>
                  </a:cubicBezTo>
                  <a:lnTo>
                    <a:pt x="8981" y="14271"/>
                  </a:lnTo>
                  <a:lnTo>
                    <a:pt x="9310" y="15159"/>
                  </a:lnTo>
                  <a:lnTo>
                    <a:pt x="9509" y="15718"/>
                  </a:lnTo>
                  <a:cubicBezTo>
                    <a:pt x="9609" y="16001"/>
                    <a:pt x="9716" y="16277"/>
                    <a:pt x="9816" y="16560"/>
                  </a:cubicBezTo>
                  <a:cubicBezTo>
                    <a:pt x="10099" y="17372"/>
                    <a:pt x="10413" y="18344"/>
                    <a:pt x="10581" y="19370"/>
                  </a:cubicBezTo>
                  <a:cubicBezTo>
                    <a:pt x="9479" y="19485"/>
                    <a:pt x="8376" y="19653"/>
                    <a:pt x="7289" y="19860"/>
                  </a:cubicBezTo>
                  <a:cubicBezTo>
                    <a:pt x="6370" y="20036"/>
                    <a:pt x="5467" y="20243"/>
                    <a:pt x="4564" y="20480"/>
                  </a:cubicBezTo>
                  <a:cubicBezTo>
                    <a:pt x="4372" y="20534"/>
                    <a:pt x="4173" y="20595"/>
                    <a:pt x="3982" y="20656"/>
                  </a:cubicBezTo>
                  <a:lnTo>
                    <a:pt x="3974" y="20656"/>
                  </a:lnTo>
                  <a:cubicBezTo>
                    <a:pt x="3584" y="20779"/>
                    <a:pt x="3193" y="20909"/>
                    <a:pt x="2810" y="21039"/>
                  </a:cubicBezTo>
                  <a:cubicBezTo>
                    <a:pt x="2619" y="21108"/>
                    <a:pt x="2428" y="21177"/>
                    <a:pt x="2236" y="21246"/>
                  </a:cubicBezTo>
                  <a:cubicBezTo>
                    <a:pt x="2045" y="21322"/>
                    <a:pt x="1861" y="21399"/>
                    <a:pt x="1670" y="21483"/>
                  </a:cubicBezTo>
                  <a:cubicBezTo>
                    <a:pt x="1103" y="21736"/>
                    <a:pt x="552" y="22019"/>
                    <a:pt x="1" y="22302"/>
                  </a:cubicBezTo>
                  <a:cubicBezTo>
                    <a:pt x="85" y="22356"/>
                    <a:pt x="169" y="22410"/>
                    <a:pt x="246" y="22471"/>
                  </a:cubicBezTo>
                  <a:cubicBezTo>
                    <a:pt x="406" y="22601"/>
                    <a:pt x="552" y="22746"/>
                    <a:pt x="682" y="22907"/>
                  </a:cubicBezTo>
                  <a:cubicBezTo>
                    <a:pt x="843" y="23129"/>
                    <a:pt x="981" y="23367"/>
                    <a:pt x="1088" y="23619"/>
                  </a:cubicBezTo>
                  <a:cubicBezTo>
                    <a:pt x="1248" y="24010"/>
                    <a:pt x="1356" y="24415"/>
                    <a:pt x="1409" y="24837"/>
                  </a:cubicBezTo>
                  <a:lnTo>
                    <a:pt x="1409" y="24806"/>
                  </a:lnTo>
                  <a:cubicBezTo>
                    <a:pt x="1471" y="25242"/>
                    <a:pt x="1471" y="25686"/>
                    <a:pt x="1417" y="26130"/>
                  </a:cubicBezTo>
                  <a:cubicBezTo>
                    <a:pt x="1402" y="26261"/>
                    <a:pt x="1371" y="26391"/>
                    <a:pt x="1325" y="26513"/>
                  </a:cubicBezTo>
                  <a:cubicBezTo>
                    <a:pt x="1317" y="26529"/>
                    <a:pt x="1317" y="26552"/>
                    <a:pt x="1325" y="26575"/>
                  </a:cubicBezTo>
                  <a:cubicBezTo>
                    <a:pt x="2902" y="26728"/>
                    <a:pt x="4479" y="26896"/>
                    <a:pt x="6064" y="27042"/>
                  </a:cubicBezTo>
                  <a:lnTo>
                    <a:pt x="6179" y="27049"/>
                  </a:lnTo>
                  <a:cubicBezTo>
                    <a:pt x="6830" y="27080"/>
                    <a:pt x="7427" y="27095"/>
                    <a:pt x="8009" y="27095"/>
                  </a:cubicBezTo>
                  <a:cubicBezTo>
                    <a:pt x="8989" y="27095"/>
                    <a:pt x="9976" y="27049"/>
                    <a:pt x="10949" y="26942"/>
                  </a:cubicBezTo>
                  <a:cubicBezTo>
                    <a:pt x="11722" y="26858"/>
                    <a:pt x="12480" y="26720"/>
                    <a:pt x="13238" y="26544"/>
                  </a:cubicBezTo>
                  <a:cubicBezTo>
                    <a:pt x="13598" y="26452"/>
                    <a:pt x="13973" y="26352"/>
                    <a:pt x="14340" y="26230"/>
                  </a:cubicBezTo>
                  <a:cubicBezTo>
                    <a:pt x="14654" y="26123"/>
                    <a:pt x="14961" y="26008"/>
                    <a:pt x="15259" y="25878"/>
                  </a:cubicBezTo>
                  <a:cubicBezTo>
                    <a:pt x="15765" y="25648"/>
                    <a:pt x="16239" y="25357"/>
                    <a:pt x="16676" y="25013"/>
                  </a:cubicBezTo>
                  <a:cubicBezTo>
                    <a:pt x="17074" y="24691"/>
                    <a:pt x="17441" y="24308"/>
                    <a:pt x="17747" y="23895"/>
                  </a:cubicBezTo>
                  <a:cubicBezTo>
                    <a:pt x="18368" y="23045"/>
                    <a:pt x="18812" y="22088"/>
                    <a:pt x="19064" y="21077"/>
                  </a:cubicBezTo>
                  <a:cubicBezTo>
                    <a:pt x="19194" y="20549"/>
                    <a:pt x="19294" y="20021"/>
                    <a:pt x="19348" y="19477"/>
                  </a:cubicBezTo>
                  <a:cubicBezTo>
                    <a:pt x="19409" y="18934"/>
                    <a:pt x="19447" y="18375"/>
                    <a:pt x="19447" y="17824"/>
                  </a:cubicBezTo>
                  <a:cubicBezTo>
                    <a:pt x="19447" y="16729"/>
                    <a:pt x="19363" y="15634"/>
                    <a:pt x="19187" y="14547"/>
                  </a:cubicBezTo>
                  <a:cubicBezTo>
                    <a:pt x="19110" y="14049"/>
                    <a:pt x="19011" y="13536"/>
                    <a:pt x="18896" y="13023"/>
                  </a:cubicBezTo>
                  <a:cubicBezTo>
                    <a:pt x="18743" y="12372"/>
                    <a:pt x="18574" y="11722"/>
                    <a:pt x="18391" y="11102"/>
                  </a:cubicBezTo>
                  <a:cubicBezTo>
                    <a:pt x="18038" y="9869"/>
                    <a:pt x="17556" y="8675"/>
                    <a:pt x="16951" y="7541"/>
                  </a:cubicBezTo>
                  <a:cubicBezTo>
                    <a:pt x="16369" y="6447"/>
                    <a:pt x="15619" y="5451"/>
                    <a:pt x="14731" y="4579"/>
                  </a:cubicBezTo>
                  <a:cubicBezTo>
                    <a:pt x="14272" y="4134"/>
                    <a:pt x="13782" y="3736"/>
                    <a:pt x="13253" y="3376"/>
                  </a:cubicBezTo>
                  <a:cubicBezTo>
                    <a:pt x="12993" y="3193"/>
                    <a:pt x="12710" y="3024"/>
                    <a:pt x="12403" y="2848"/>
                  </a:cubicBezTo>
                  <a:cubicBezTo>
                    <a:pt x="12097" y="2672"/>
                    <a:pt x="11745" y="2504"/>
                    <a:pt x="11423" y="2343"/>
                  </a:cubicBezTo>
                  <a:lnTo>
                    <a:pt x="11385" y="2328"/>
                  </a:lnTo>
                  <a:cubicBezTo>
                    <a:pt x="9908" y="1600"/>
                    <a:pt x="8315" y="873"/>
                    <a:pt x="6524" y="84"/>
                  </a:cubicBezTo>
                  <a:lnTo>
                    <a:pt x="6432" y="46"/>
                  </a:lnTo>
                  <a:lnTo>
                    <a:pt x="63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2"/>
            <p:cNvSpPr/>
            <p:nvPr/>
          </p:nvSpPr>
          <p:spPr>
            <a:xfrm>
              <a:off x="7807168" y="3254303"/>
              <a:ext cx="1079559" cy="1606947"/>
            </a:xfrm>
            <a:custGeom>
              <a:avLst/>
              <a:gdLst/>
              <a:ahLst/>
              <a:cxnLst/>
              <a:rect l="l" t="t" r="r" b="b"/>
              <a:pathLst>
                <a:path w="18153" h="27020" extrusionOk="0">
                  <a:moveTo>
                    <a:pt x="5222" y="0"/>
                  </a:moveTo>
                  <a:cubicBezTo>
                    <a:pt x="6355" y="735"/>
                    <a:pt x="7457" y="1532"/>
                    <a:pt x="8583" y="2267"/>
                  </a:cubicBezTo>
                  <a:cubicBezTo>
                    <a:pt x="8759" y="2381"/>
                    <a:pt x="8927" y="2489"/>
                    <a:pt x="9103" y="2603"/>
                  </a:cubicBezTo>
                  <a:cubicBezTo>
                    <a:pt x="9241" y="2688"/>
                    <a:pt x="9379" y="2772"/>
                    <a:pt x="9517" y="2864"/>
                  </a:cubicBezTo>
                  <a:cubicBezTo>
                    <a:pt x="9785" y="3040"/>
                    <a:pt x="10053" y="3224"/>
                    <a:pt x="10313" y="3423"/>
                  </a:cubicBezTo>
                  <a:cubicBezTo>
                    <a:pt x="10811" y="3790"/>
                    <a:pt x="11293" y="4188"/>
                    <a:pt x="11745" y="4617"/>
                  </a:cubicBezTo>
                  <a:cubicBezTo>
                    <a:pt x="12181" y="5030"/>
                    <a:pt x="12587" y="5467"/>
                    <a:pt x="12962" y="5926"/>
                  </a:cubicBezTo>
                  <a:cubicBezTo>
                    <a:pt x="13337" y="6378"/>
                    <a:pt x="13674" y="6853"/>
                    <a:pt x="13988" y="7350"/>
                  </a:cubicBezTo>
                  <a:cubicBezTo>
                    <a:pt x="14317" y="7871"/>
                    <a:pt x="14608" y="8414"/>
                    <a:pt x="14868" y="8981"/>
                  </a:cubicBezTo>
                  <a:cubicBezTo>
                    <a:pt x="15144" y="9571"/>
                    <a:pt x="15381" y="10183"/>
                    <a:pt x="15580" y="10795"/>
                  </a:cubicBezTo>
                  <a:cubicBezTo>
                    <a:pt x="15795" y="11446"/>
                    <a:pt x="15971" y="12097"/>
                    <a:pt x="16116" y="12763"/>
                  </a:cubicBezTo>
                  <a:cubicBezTo>
                    <a:pt x="16246" y="13353"/>
                    <a:pt x="16346" y="13950"/>
                    <a:pt x="16422" y="14547"/>
                  </a:cubicBezTo>
                  <a:cubicBezTo>
                    <a:pt x="16491" y="15159"/>
                    <a:pt x="16530" y="15780"/>
                    <a:pt x="16537" y="16392"/>
                  </a:cubicBezTo>
                  <a:cubicBezTo>
                    <a:pt x="16537" y="16997"/>
                    <a:pt x="16499" y="17602"/>
                    <a:pt x="16422" y="18199"/>
                  </a:cubicBezTo>
                  <a:cubicBezTo>
                    <a:pt x="16377" y="18498"/>
                    <a:pt x="16323" y="18796"/>
                    <a:pt x="16262" y="19087"/>
                  </a:cubicBezTo>
                  <a:cubicBezTo>
                    <a:pt x="16193" y="19386"/>
                    <a:pt x="16116" y="19669"/>
                    <a:pt x="16024" y="19952"/>
                  </a:cubicBezTo>
                  <a:cubicBezTo>
                    <a:pt x="15841" y="20511"/>
                    <a:pt x="15611" y="21047"/>
                    <a:pt x="15320" y="21552"/>
                  </a:cubicBezTo>
                  <a:cubicBezTo>
                    <a:pt x="14868" y="22326"/>
                    <a:pt x="14279" y="23007"/>
                    <a:pt x="13582" y="23558"/>
                  </a:cubicBezTo>
                  <a:cubicBezTo>
                    <a:pt x="13322" y="23765"/>
                    <a:pt x="13054" y="23956"/>
                    <a:pt x="12771" y="24125"/>
                  </a:cubicBezTo>
                  <a:cubicBezTo>
                    <a:pt x="12449" y="24324"/>
                    <a:pt x="12112" y="24500"/>
                    <a:pt x="11768" y="24661"/>
                  </a:cubicBezTo>
                  <a:cubicBezTo>
                    <a:pt x="11423" y="24821"/>
                    <a:pt x="11071" y="24967"/>
                    <a:pt x="10711" y="25082"/>
                  </a:cubicBezTo>
                  <a:cubicBezTo>
                    <a:pt x="10359" y="25204"/>
                    <a:pt x="9999" y="25311"/>
                    <a:pt x="9631" y="25396"/>
                  </a:cubicBezTo>
                  <a:cubicBezTo>
                    <a:pt x="9264" y="25480"/>
                    <a:pt x="8927" y="25541"/>
                    <a:pt x="8567" y="25595"/>
                  </a:cubicBezTo>
                  <a:cubicBezTo>
                    <a:pt x="7825" y="25710"/>
                    <a:pt x="7074" y="25771"/>
                    <a:pt x="6324" y="25786"/>
                  </a:cubicBezTo>
                  <a:cubicBezTo>
                    <a:pt x="6007" y="25796"/>
                    <a:pt x="5689" y="25800"/>
                    <a:pt x="5372" y="25800"/>
                  </a:cubicBezTo>
                  <a:cubicBezTo>
                    <a:pt x="4931" y="25800"/>
                    <a:pt x="4491" y="25792"/>
                    <a:pt x="4050" y="25778"/>
                  </a:cubicBezTo>
                  <a:cubicBezTo>
                    <a:pt x="2741" y="25733"/>
                    <a:pt x="1439" y="25656"/>
                    <a:pt x="138" y="25648"/>
                  </a:cubicBezTo>
                  <a:cubicBezTo>
                    <a:pt x="130" y="25786"/>
                    <a:pt x="115" y="25916"/>
                    <a:pt x="100" y="26046"/>
                  </a:cubicBezTo>
                  <a:cubicBezTo>
                    <a:pt x="84" y="26177"/>
                    <a:pt x="54" y="26307"/>
                    <a:pt x="8" y="26429"/>
                  </a:cubicBezTo>
                  <a:cubicBezTo>
                    <a:pt x="0" y="26452"/>
                    <a:pt x="0" y="26475"/>
                    <a:pt x="8" y="26491"/>
                  </a:cubicBezTo>
                  <a:lnTo>
                    <a:pt x="1853" y="26682"/>
                  </a:lnTo>
                  <a:cubicBezTo>
                    <a:pt x="2749" y="26774"/>
                    <a:pt x="3767" y="26873"/>
                    <a:pt x="4747" y="26973"/>
                  </a:cubicBezTo>
                  <a:lnTo>
                    <a:pt x="4869" y="26973"/>
                  </a:lnTo>
                  <a:cubicBezTo>
                    <a:pt x="5520" y="27003"/>
                    <a:pt x="6125" y="27019"/>
                    <a:pt x="6699" y="27019"/>
                  </a:cubicBezTo>
                  <a:cubicBezTo>
                    <a:pt x="6761" y="27019"/>
                    <a:pt x="6822" y="27019"/>
                    <a:pt x="6884" y="27019"/>
                  </a:cubicBezTo>
                  <a:cubicBezTo>
                    <a:pt x="7802" y="27019"/>
                    <a:pt x="8721" y="26966"/>
                    <a:pt x="9639" y="26866"/>
                  </a:cubicBezTo>
                  <a:cubicBezTo>
                    <a:pt x="10405" y="26781"/>
                    <a:pt x="11170" y="26644"/>
                    <a:pt x="11921" y="26468"/>
                  </a:cubicBezTo>
                  <a:cubicBezTo>
                    <a:pt x="12288" y="26376"/>
                    <a:pt x="12656" y="26276"/>
                    <a:pt x="13031" y="26154"/>
                  </a:cubicBezTo>
                  <a:cubicBezTo>
                    <a:pt x="13337" y="26046"/>
                    <a:pt x="13643" y="25932"/>
                    <a:pt x="13950" y="25801"/>
                  </a:cubicBezTo>
                  <a:cubicBezTo>
                    <a:pt x="14455" y="25572"/>
                    <a:pt x="14930" y="25281"/>
                    <a:pt x="15358" y="24936"/>
                  </a:cubicBezTo>
                  <a:cubicBezTo>
                    <a:pt x="15772" y="24607"/>
                    <a:pt x="16132" y="24232"/>
                    <a:pt x="16445" y="23811"/>
                  </a:cubicBezTo>
                  <a:cubicBezTo>
                    <a:pt x="17066" y="22969"/>
                    <a:pt x="17510" y="22012"/>
                    <a:pt x="17762" y="20993"/>
                  </a:cubicBezTo>
                  <a:cubicBezTo>
                    <a:pt x="17900" y="20465"/>
                    <a:pt x="17992" y="19937"/>
                    <a:pt x="18053" y="19393"/>
                  </a:cubicBezTo>
                  <a:cubicBezTo>
                    <a:pt x="18114" y="18850"/>
                    <a:pt x="18145" y="18291"/>
                    <a:pt x="18153" y="17740"/>
                  </a:cubicBezTo>
                  <a:cubicBezTo>
                    <a:pt x="18153" y="16645"/>
                    <a:pt x="18061" y="15550"/>
                    <a:pt x="17885" y="14463"/>
                  </a:cubicBezTo>
                  <a:cubicBezTo>
                    <a:pt x="17808" y="13965"/>
                    <a:pt x="17709" y="13452"/>
                    <a:pt x="17594" y="12939"/>
                  </a:cubicBezTo>
                  <a:cubicBezTo>
                    <a:pt x="17441" y="12273"/>
                    <a:pt x="17272" y="11622"/>
                    <a:pt x="17089" y="11018"/>
                  </a:cubicBezTo>
                  <a:cubicBezTo>
                    <a:pt x="16736" y="9785"/>
                    <a:pt x="16254" y="8591"/>
                    <a:pt x="15649" y="7457"/>
                  </a:cubicBezTo>
                  <a:cubicBezTo>
                    <a:pt x="15060" y="6363"/>
                    <a:pt x="14309" y="5360"/>
                    <a:pt x="13429" y="4495"/>
                  </a:cubicBezTo>
                  <a:cubicBezTo>
                    <a:pt x="12970" y="4050"/>
                    <a:pt x="12472" y="3645"/>
                    <a:pt x="11951" y="3285"/>
                  </a:cubicBezTo>
                  <a:cubicBezTo>
                    <a:pt x="11683" y="3101"/>
                    <a:pt x="11408" y="2933"/>
                    <a:pt x="11101" y="2764"/>
                  </a:cubicBezTo>
                  <a:cubicBezTo>
                    <a:pt x="10803" y="2588"/>
                    <a:pt x="10489" y="2435"/>
                    <a:pt x="10121" y="2259"/>
                  </a:cubicBezTo>
                  <a:lnTo>
                    <a:pt x="10083" y="2244"/>
                  </a:lnTo>
                  <a:cubicBezTo>
                    <a:pt x="8598" y="1516"/>
                    <a:pt x="7005" y="781"/>
                    <a:pt x="5222" y="0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2"/>
            <p:cNvSpPr/>
            <p:nvPr/>
          </p:nvSpPr>
          <p:spPr>
            <a:xfrm>
              <a:off x="7725632" y="3938651"/>
              <a:ext cx="906144" cy="644325"/>
            </a:xfrm>
            <a:custGeom>
              <a:avLst/>
              <a:gdLst/>
              <a:ahLst/>
              <a:cxnLst/>
              <a:rect l="l" t="t" r="r" b="b"/>
              <a:pathLst>
                <a:path w="15237" h="10834" extrusionOk="0">
                  <a:moveTo>
                    <a:pt x="8139" y="0"/>
                  </a:moveTo>
                  <a:lnTo>
                    <a:pt x="8139" y="8"/>
                  </a:lnTo>
                  <a:lnTo>
                    <a:pt x="8116" y="8"/>
                  </a:lnTo>
                  <a:cubicBezTo>
                    <a:pt x="8093" y="16"/>
                    <a:pt x="8086" y="46"/>
                    <a:pt x="8101" y="62"/>
                  </a:cubicBezTo>
                  <a:cubicBezTo>
                    <a:pt x="8292" y="605"/>
                    <a:pt x="8491" y="1149"/>
                    <a:pt x="8683" y="1654"/>
                  </a:cubicBezTo>
                  <a:lnTo>
                    <a:pt x="8698" y="1692"/>
                  </a:lnTo>
                  <a:lnTo>
                    <a:pt x="8713" y="1746"/>
                  </a:lnTo>
                  <a:cubicBezTo>
                    <a:pt x="8905" y="2244"/>
                    <a:pt x="9096" y="2764"/>
                    <a:pt x="9272" y="3277"/>
                  </a:cubicBezTo>
                  <a:cubicBezTo>
                    <a:pt x="9418" y="3691"/>
                    <a:pt x="9525" y="4020"/>
                    <a:pt x="9624" y="4334"/>
                  </a:cubicBezTo>
                  <a:cubicBezTo>
                    <a:pt x="9747" y="4709"/>
                    <a:pt x="9854" y="5084"/>
                    <a:pt x="9954" y="5459"/>
                  </a:cubicBezTo>
                  <a:cubicBezTo>
                    <a:pt x="10007" y="5651"/>
                    <a:pt x="10045" y="5834"/>
                    <a:pt x="10099" y="6026"/>
                  </a:cubicBezTo>
                  <a:lnTo>
                    <a:pt x="10153" y="6233"/>
                  </a:lnTo>
                  <a:lnTo>
                    <a:pt x="10183" y="6355"/>
                  </a:lnTo>
                  <a:lnTo>
                    <a:pt x="10245" y="6600"/>
                  </a:lnTo>
                  <a:cubicBezTo>
                    <a:pt x="10352" y="6983"/>
                    <a:pt x="10428" y="7373"/>
                    <a:pt x="10490" y="7756"/>
                  </a:cubicBezTo>
                  <a:cubicBezTo>
                    <a:pt x="10007" y="7779"/>
                    <a:pt x="9548" y="7810"/>
                    <a:pt x="9088" y="7856"/>
                  </a:cubicBezTo>
                  <a:cubicBezTo>
                    <a:pt x="8553" y="7909"/>
                    <a:pt x="8063" y="7971"/>
                    <a:pt x="7580" y="8047"/>
                  </a:cubicBezTo>
                  <a:cubicBezTo>
                    <a:pt x="7067" y="8131"/>
                    <a:pt x="6554" y="8231"/>
                    <a:pt x="6064" y="8330"/>
                  </a:cubicBezTo>
                  <a:cubicBezTo>
                    <a:pt x="5069" y="8552"/>
                    <a:pt x="4097" y="8843"/>
                    <a:pt x="3140" y="9195"/>
                  </a:cubicBezTo>
                  <a:cubicBezTo>
                    <a:pt x="2604" y="9395"/>
                    <a:pt x="2075" y="9609"/>
                    <a:pt x="1570" y="9846"/>
                  </a:cubicBezTo>
                  <a:cubicBezTo>
                    <a:pt x="1050" y="10084"/>
                    <a:pt x="544" y="10352"/>
                    <a:pt x="54" y="10642"/>
                  </a:cubicBezTo>
                  <a:cubicBezTo>
                    <a:pt x="31" y="10658"/>
                    <a:pt x="16" y="10681"/>
                    <a:pt x="1" y="10704"/>
                  </a:cubicBezTo>
                  <a:lnTo>
                    <a:pt x="24" y="10719"/>
                  </a:lnTo>
                  <a:cubicBezTo>
                    <a:pt x="77" y="10742"/>
                    <a:pt x="123" y="10765"/>
                    <a:pt x="169" y="10796"/>
                  </a:cubicBezTo>
                  <a:lnTo>
                    <a:pt x="207" y="10826"/>
                  </a:lnTo>
                  <a:lnTo>
                    <a:pt x="223" y="10834"/>
                  </a:lnTo>
                  <a:lnTo>
                    <a:pt x="253" y="10819"/>
                  </a:lnTo>
                  <a:cubicBezTo>
                    <a:pt x="475" y="10704"/>
                    <a:pt x="766" y="10558"/>
                    <a:pt x="1057" y="10420"/>
                  </a:cubicBezTo>
                  <a:cubicBezTo>
                    <a:pt x="1953" y="9992"/>
                    <a:pt x="2872" y="9624"/>
                    <a:pt x="3813" y="9310"/>
                  </a:cubicBezTo>
                  <a:cubicBezTo>
                    <a:pt x="4242" y="9173"/>
                    <a:pt x="4717" y="9027"/>
                    <a:pt x="5260" y="8874"/>
                  </a:cubicBezTo>
                  <a:cubicBezTo>
                    <a:pt x="5812" y="8728"/>
                    <a:pt x="6294" y="8606"/>
                    <a:pt x="6769" y="8499"/>
                  </a:cubicBezTo>
                  <a:cubicBezTo>
                    <a:pt x="7136" y="8415"/>
                    <a:pt x="7496" y="8338"/>
                    <a:pt x="7841" y="8277"/>
                  </a:cubicBezTo>
                  <a:lnTo>
                    <a:pt x="7917" y="8261"/>
                  </a:lnTo>
                  <a:lnTo>
                    <a:pt x="7932" y="8261"/>
                  </a:lnTo>
                  <a:cubicBezTo>
                    <a:pt x="8920" y="8085"/>
                    <a:pt x="9915" y="7963"/>
                    <a:pt x="10918" y="7902"/>
                  </a:cubicBezTo>
                  <a:cubicBezTo>
                    <a:pt x="11447" y="7871"/>
                    <a:pt x="11982" y="7856"/>
                    <a:pt x="12511" y="7856"/>
                  </a:cubicBezTo>
                  <a:cubicBezTo>
                    <a:pt x="13008" y="7856"/>
                    <a:pt x="13498" y="7871"/>
                    <a:pt x="13973" y="7902"/>
                  </a:cubicBezTo>
                  <a:cubicBezTo>
                    <a:pt x="14226" y="7909"/>
                    <a:pt x="14471" y="7932"/>
                    <a:pt x="14723" y="7955"/>
                  </a:cubicBezTo>
                  <a:cubicBezTo>
                    <a:pt x="14861" y="7963"/>
                    <a:pt x="15022" y="7978"/>
                    <a:pt x="15175" y="7993"/>
                  </a:cubicBezTo>
                  <a:cubicBezTo>
                    <a:pt x="15206" y="7993"/>
                    <a:pt x="15229" y="7986"/>
                    <a:pt x="15229" y="7963"/>
                  </a:cubicBezTo>
                  <a:cubicBezTo>
                    <a:pt x="15236" y="7948"/>
                    <a:pt x="15229" y="7932"/>
                    <a:pt x="15221" y="7925"/>
                  </a:cubicBezTo>
                  <a:cubicBezTo>
                    <a:pt x="15213" y="7917"/>
                    <a:pt x="15206" y="7909"/>
                    <a:pt x="15198" y="7909"/>
                  </a:cubicBezTo>
                  <a:cubicBezTo>
                    <a:pt x="14080" y="7787"/>
                    <a:pt x="13070" y="7726"/>
                    <a:pt x="12128" y="7718"/>
                  </a:cubicBezTo>
                  <a:lnTo>
                    <a:pt x="11852" y="7718"/>
                  </a:lnTo>
                  <a:cubicBezTo>
                    <a:pt x="11492" y="7718"/>
                    <a:pt x="11125" y="7726"/>
                    <a:pt x="10750" y="7741"/>
                  </a:cubicBezTo>
                  <a:cubicBezTo>
                    <a:pt x="10757" y="7726"/>
                    <a:pt x="10757" y="7718"/>
                    <a:pt x="10750" y="7710"/>
                  </a:cubicBezTo>
                  <a:cubicBezTo>
                    <a:pt x="10712" y="7458"/>
                    <a:pt x="10658" y="7213"/>
                    <a:pt x="10589" y="6945"/>
                  </a:cubicBezTo>
                  <a:cubicBezTo>
                    <a:pt x="10528" y="6700"/>
                    <a:pt x="10467" y="6447"/>
                    <a:pt x="10398" y="6202"/>
                  </a:cubicBezTo>
                  <a:lnTo>
                    <a:pt x="10390" y="6179"/>
                  </a:lnTo>
                  <a:lnTo>
                    <a:pt x="10329" y="5949"/>
                  </a:lnTo>
                  <a:lnTo>
                    <a:pt x="10313" y="5903"/>
                  </a:lnTo>
                  <a:cubicBezTo>
                    <a:pt x="10275" y="5743"/>
                    <a:pt x="10237" y="5589"/>
                    <a:pt x="10191" y="5436"/>
                  </a:cubicBezTo>
                  <a:cubicBezTo>
                    <a:pt x="10122" y="5199"/>
                    <a:pt x="10045" y="4954"/>
                    <a:pt x="9961" y="4701"/>
                  </a:cubicBezTo>
                  <a:cubicBezTo>
                    <a:pt x="9808" y="4265"/>
                    <a:pt x="9640" y="3790"/>
                    <a:pt x="9433" y="3262"/>
                  </a:cubicBezTo>
                  <a:cubicBezTo>
                    <a:pt x="9242" y="2787"/>
                    <a:pt x="9058" y="2313"/>
                    <a:pt x="8866" y="1838"/>
                  </a:cubicBezTo>
                  <a:cubicBezTo>
                    <a:pt x="8637" y="1271"/>
                    <a:pt x="8399" y="659"/>
                    <a:pt x="8177" y="31"/>
                  </a:cubicBezTo>
                  <a:cubicBezTo>
                    <a:pt x="8170" y="16"/>
                    <a:pt x="8154" y="0"/>
                    <a:pt x="8139" y="0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2"/>
            <p:cNvSpPr/>
            <p:nvPr/>
          </p:nvSpPr>
          <p:spPr>
            <a:xfrm>
              <a:off x="7806216" y="4673074"/>
              <a:ext cx="974892" cy="195843"/>
            </a:xfrm>
            <a:custGeom>
              <a:avLst/>
              <a:gdLst/>
              <a:ahLst/>
              <a:cxnLst/>
              <a:rect l="l" t="t" r="r" b="b"/>
              <a:pathLst>
                <a:path w="16393" h="3293" extrusionOk="0">
                  <a:moveTo>
                    <a:pt x="16377" y="1"/>
                  </a:moveTo>
                  <a:cubicBezTo>
                    <a:pt x="16262" y="154"/>
                    <a:pt x="16140" y="292"/>
                    <a:pt x="16010" y="430"/>
                  </a:cubicBezTo>
                  <a:cubicBezTo>
                    <a:pt x="15910" y="521"/>
                    <a:pt x="15811" y="621"/>
                    <a:pt x="15711" y="705"/>
                  </a:cubicBezTo>
                  <a:cubicBezTo>
                    <a:pt x="15650" y="751"/>
                    <a:pt x="15596" y="805"/>
                    <a:pt x="15535" y="843"/>
                  </a:cubicBezTo>
                  <a:cubicBezTo>
                    <a:pt x="15436" y="927"/>
                    <a:pt x="15344" y="1004"/>
                    <a:pt x="15244" y="1080"/>
                  </a:cubicBezTo>
                  <a:cubicBezTo>
                    <a:pt x="14746" y="1455"/>
                    <a:pt x="14203" y="1769"/>
                    <a:pt x="13621" y="2014"/>
                  </a:cubicBezTo>
                  <a:cubicBezTo>
                    <a:pt x="13146" y="2206"/>
                    <a:pt x="12664" y="2359"/>
                    <a:pt x="12174" y="2489"/>
                  </a:cubicBezTo>
                  <a:cubicBezTo>
                    <a:pt x="11937" y="2543"/>
                    <a:pt x="11692" y="2596"/>
                    <a:pt x="11416" y="2650"/>
                  </a:cubicBezTo>
                  <a:cubicBezTo>
                    <a:pt x="11156" y="2696"/>
                    <a:pt x="10895" y="2742"/>
                    <a:pt x="10658" y="2772"/>
                  </a:cubicBezTo>
                  <a:lnTo>
                    <a:pt x="10635" y="2772"/>
                  </a:lnTo>
                  <a:cubicBezTo>
                    <a:pt x="9938" y="2864"/>
                    <a:pt x="9196" y="2918"/>
                    <a:pt x="8361" y="2941"/>
                  </a:cubicBezTo>
                  <a:cubicBezTo>
                    <a:pt x="8063" y="2956"/>
                    <a:pt x="7787" y="2956"/>
                    <a:pt x="7511" y="2956"/>
                  </a:cubicBezTo>
                  <a:cubicBezTo>
                    <a:pt x="7312" y="2956"/>
                    <a:pt x="7113" y="2956"/>
                    <a:pt x="6922" y="2948"/>
                  </a:cubicBezTo>
                  <a:cubicBezTo>
                    <a:pt x="6417" y="2941"/>
                    <a:pt x="5896" y="2910"/>
                    <a:pt x="5329" y="2864"/>
                  </a:cubicBezTo>
                  <a:cubicBezTo>
                    <a:pt x="4480" y="2803"/>
                    <a:pt x="3607" y="2703"/>
                    <a:pt x="2826" y="2619"/>
                  </a:cubicBezTo>
                  <a:lnTo>
                    <a:pt x="2665" y="2604"/>
                  </a:lnTo>
                  <a:cubicBezTo>
                    <a:pt x="2244" y="2558"/>
                    <a:pt x="1785" y="2504"/>
                    <a:pt x="1325" y="2466"/>
                  </a:cubicBezTo>
                  <a:cubicBezTo>
                    <a:pt x="1103" y="2443"/>
                    <a:pt x="881" y="2428"/>
                    <a:pt x="659" y="2412"/>
                  </a:cubicBezTo>
                  <a:lnTo>
                    <a:pt x="606" y="2412"/>
                  </a:lnTo>
                  <a:cubicBezTo>
                    <a:pt x="430" y="2397"/>
                    <a:pt x="253" y="2390"/>
                    <a:pt x="70" y="2390"/>
                  </a:cubicBezTo>
                  <a:lnTo>
                    <a:pt x="54" y="2466"/>
                  </a:lnTo>
                  <a:lnTo>
                    <a:pt x="47" y="2497"/>
                  </a:lnTo>
                  <a:cubicBezTo>
                    <a:pt x="31" y="2558"/>
                    <a:pt x="16" y="2612"/>
                    <a:pt x="1" y="2673"/>
                  </a:cubicBezTo>
                  <a:lnTo>
                    <a:pt x="384" y="2719"/>
                  </a:lnTo>
                  <a:cubicBezTo>
                    <a:pt x="514" y="2734"/>
                    <a:pt x="652" y="2749"/>
                    <a:pt x="782" y="2765"/>
                  </a:cubicBezTo>
                  <a:lnTo>
                    <a:pt x="1578" y="2849"/>
                  </a:lnTo>
                  <a:lnTo>
                    <a:pt x="1892" y="2887"/>
                  </a:lnTo>
                  <a:lnTo>
                    <a:pt x="3163" y="3025"/>
                  </a:lnTo>
                  <a:cubicBezTo>
                    <a:pt x="4112" y="3117"/>
                    <a:pt x="5230" y="3232"/>
                    <a:pt x="6340" y="3270"/>
                  </a:cubicBezTo>
                  <a:cubicBezTo>
                    <a:pt x="6639" y="3285"/>
                    <a:pt x="6945" y="3293"/>
                    <a:pt x="7251" y="3293"/>
                  </a:cubicBezTo>
                  <a:cubicBezTo>
                    <a:pt x="7856" y="3293"/>
                    <a:pt x="8468" y="3270"/>
                    <a:pt x="9073" y="3224"/>
                  </a:cubicBezTo>
                  <a:cubicBezTo>
                    <a:pt x="9854" y="3163"/>
                    <a:pt x="10627" y="3056"/>
                    <a:pt x="11401" y="2902"/>
                  </a:cubicBezTo>
                  <a:cubicBezTo>
                    <a:pt x="11569" y="2864"/>
                    <a:pt x="11745" y="2818"/>
                    <a:pt x="11975" y="2765"/>
                  </a:cubicBezTo>
                  <a:cubicBezTo>
                    <a:pt x="12182" y="2711"/>
                    <a:pt x="12365" y="2657"/>
                    <a:pt x="12534" y="2604"/>
                  </a:cubicBezTo>
                  <a:cubicBezTo>
                    <a:pt x="12917" y="2489"/>
                    <a:pt x="13284" y="2344"/>
                    <a:pt x="13644" y="2183"/>
                  </a:cubicBezTo>
                  <a:cubicBezTo>
                    <a:pt x="14341" y="1877"/>
                    <a:pt x="14991" y="1463"/>
                    <a:pt x="15558" y="958"/>
                  </a:cubicBezTo>
                  <a:cubicBezTo>
                    <a:pt x="15857" y="682"/>
                    <a:pt x="16132" y="376"/>
                    <a:pt x="16377" y="54"/>
                  </a:cubicBezTo>
                  <a:cubicBezTo>
                    <a:pt x="16393" y="39"/>
                    <a:pt x="16393" y="16"/>
                    <a:pt x="16377" y="1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2"/>
            <p:cNvSpPr txBox="1"/>
            <p:nvPr/>
          </p:nvSpPr>
          <p:spPr>
            <a:xfrm rot="-825545">
              <a:off x="6453381" y="2322637"/>
              <a:ext cx="601665" cy="517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N</a:t>
              </a:r>
              <a:endParaRPr sz="2400">
                <a:solidFill>
                  <a:schemeClr val="lt1"/>
                </a:solidFill>
              </a:endParaRPr>
            </a:p>
          </p:txBody>
        </p:sp>
        <p:sp>
          <p:nvSpPr>
            <p:cNvPr id="338" name="Google Shape;338;p42"/>
            <p:cNvSpPr/>
            <p:nvPr/>
          </p:nvSpPr>
          <p:spPr>
            <a:xfrm>
              <a:off x="5977625" y="5018251"/>
              <a:ext cx="3035170" cy="125249"/>
            </a:xfrm>
            <a:custGeom>
              <a:avLst/>
              <a:gdLst/>
              <a:ahLst/>
              <a:cxnLst/>
              <a:rect l="l" t="t" r="r" b="b"/>
              <a:pathLst>
                <a:path w="51037" h="2106" extrusionOk="0">
                  <a:moveTo>
                    <a:pt x="1057" y="0"/>
                  </a:moveTo>
                  <a:cubicBezTo>
                    <a:pt x="475" y="0"/>
                    <a:pt x="1" y="475"/>
                    <a:pt x="1" y="1057"/>
                  </a:cubicBezTo>
                  <a:cubicBezTo>
                    <a:pt x="1" y="1639"/>
                    <a:pt x="475" y="2106"/>
                    <a:pt x="1057" y="2106"/>
                  </a:cubicBezTo>
                  <a:lnTo>
                    <a:pt x="49988" y="2106"/>
                  </a:lnTo>
                  <a:cubicBezTo>
                    <a:pt x="50570" y="2106"/>
                    <a:pt x="51037" y="1639"/>
                    <a:pt x="51037" y="1057"/>
                  </a:cubicBezTo>
                  <a:cubicBezTo>
                    <a:pt x="51037" y="475"/>
                    <a:pt x="50570" y="0"/>
                    <a:pt x="499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42"/>
          <p:cNvGrpSpPr/>
          <p:nvPr/>
        </p:nvGrpSpPr>
        <p:grpSpPr>
          <a:xfrm>
            <a:off x="134098" y="4007637"/>
            <a:ext cx="942698" cy="986984"/>
            <a:chOff x="134098" y="4007637"/>
            <a:chExt cx="942698" cy="986984"/>
          </a:xfrm>
        </p:grpSpPr>
        <p:grpSp>
          <p:nvGrpSpPr>
            <p:cNvPr id="340" name="Google Shape;340;p42"/>
            <p:cNvGrpSpPr/>
            <p:nvPr/>
          </p:nvGrpSpPr>
          <p:grpSpPr>
            <a:xfrm>
              <a:off x="134098" y="4007637"/>
              <a:ext cx="942698" cy="986984"/>
              <a:chOff x="4458798" y="3801637"/>
              <a:chExt cx="942698" cy="986984"/>
            </a:xfrm>
          </p:grpSpPr>
          <p:sp>
            <p:nvSpPr>
              <p:cNvPr id="341" name="Google Shape;341;p42"/>
              <p:cNvSpPr/>
              <p:nvPr/>
            </p:nvSpPr>
            <p:spPr>
              <a:xfrm>
                <a:off x="4459027" y="3801637"/>
                <a:ext cx="942470" cy="921763"/>
              </a:xfrm>
              <a:custGeom>
                <a:avLst/>
                <a:gdLst/>
                <a:ahLst/>
                <a:cxnLst/>
                <a:rect l="l" t="t" r="r" b="b"/>
                <a:pathLst>
                  <a:path w="28857" h="28223" extrusionOk="0">
                    <a:moveTo>
                      <a:pt x="6939" y="1"/>
                    </a:moveTo>
                    <a:lnTo>
                      <a:pt x="6910" y="8"/>
                    </a:lnTo>
                    <a:cubicBezTo>
                      <a:pt x="6800" y="8"/>
                      <a:pt x="6684" y="16"/>
                      <a:pt x="6567" y="37"/>
                    </a:cubicBezTo>
                    <a:cubicBezTo>
                      <a:pt x="6450" y="59"/>
                      <a:pt x="6326" y="103"/>
                      <a:pt x="6209" y="147"/>
                    </a:cubicBezTo>
                    <a:cubicBezTo>
                      <a:pt x="6100" y="191"/>
                      <a:pt x="5990" y="249"/>
                      <a:pt x="5881" y="315"/>
                    </a:cubicBezTo>
                    <a:cubicBezTo>
                      <a:pt x="5662" y="439"/>
                      <a:pt x="5458" y="592"/>
                      <a:pt x="5268" y="767"/>
                    </a:cubicBezTo>
                    <a:cubicBezTo>
                      <a:pt x="5078" y="949"/>
                      <a:pt x="4903" y="1146"/>
                      <a:pt x="4750" y="1365"/>
                    </a:cubicBezTo>
                    <a:cubicBezTo>
                      <a:pt x="4597" y="1577"/>
                      <a:pt x="4458" y="1796"/>
                      <a:pt x="4334" y="2029"/>
                    </a:cubicBezTo>
                    <a:cubicBezTo>
                      <a:pt x="4072" y="2540"/>
                      <a:pt x="3853" y="3080"/>
                      <a:pt x="3692" y="3634"/>
                    </a:cubicBezTo>
                    <a:cubicBezTo>
                      <a:pt x="3532" y="4218"/>
                      <a:pt x="3400" y="4809"/>
                      <a:pt x="3305" y="5407"/>
                    </a:cubicBezTo>
                    <a:cubicBezTo>
                      <a:pt x="3225" y="5940"/>
                      <a:pt x="3160" y="6502"/>
                      <a:pt x="3116" y="7122"/>
                    </a:cubicBezTo>
                    <a:cubicBezTo>
                      <a:pt x="3087" y="7611"/>
                      <a:pt x="3072" y="8121"/>
                      <a:pt x="3072" y="8625"/>
                    </a:cubicBezTo>
                    <a:cubicBezTo>
                      <a:pt x="3072" y="9106"/>
                      <a:pt x="3109" y="9617"/>
                      <a:pt x="3167" y="10237"/>
                    </a:cubicBezTo>
                    <a:lnTo>
                      <a:pt x="3189" y="10500"/>
                    </a:lnTo>
                    <a:cubicBezTo>
                      <a:pt x="3203" y="10675"/>
                      <a:pt x="3225" y="10850"/>
                      <a:pt x="3240" y="11025"/>
                    </a:cubicBezTo>
                    <a:lnTo>
                      <a:pt x="3240" y="10989"/>
                    </a:lnTo>
                    <a:lnTo>
                      <a:pt x="3240" y="10989"/>
                    </a:lnTo>
                    <a:cubicBezTo>
                      <a:pt x="3276" y="11361"/>
                      <a:pt x="3276" y="11733"/>
                      <a:pt x="3233" y="12098"/>
                    </a:cubicBezTo>
                    <a:cubicBezTo>
                      <a:pt x="3203" y="12222"/>
                      <a:pt x="3167" y="12346"/>
                      <a:pt x="3116" y="12463"/>
                    </a:cubicBezTo>
                    <a:cubicBezTo>
                      <a:pt x="3079" y="12550"/>
                      <a:pt x="3028" y="12630"/>
                      <a:pt x="2970" y="12703"/>
                    </a:cubicBezTo>
                    <a:cubicBezTo>
                      <a:pt x="2890" y="12791"/>
                      <a:pt x="2809" y="12864"/>
                      <a:pt x="2715" y="12937"/>
                    </a:cubicBezTo>
                    <a:cubicBezTo>
                      <a:pt x="2547" y="13039"/>
                      <a:pt x="2364" y="13127"/>
                      <a:pt x="2182" y="13192"/>
                    </a:cubicBezTo>
                    <a:cubicBezTo>
                      <a:pt x="1890" y="13294"/>
                      <a:pt x="1584" y="13360"/>
                      <a:pt x="1277" y="13411"/>
                    </a:cubicBezTo>
                    <a:lnTo>
                      <a:pt x="1095" y="13433"/>
                    </a:lnTo>
                    <a:cubicBezTo>
                      <a:pt x="912" y="13455"/>
                      <a:pt x="730" y="13491"/>
                      <a:pt x="548" y="13550"/>
                    </a:cubicBezTo>
                    <a:cubicBezTo>
                      <a:pt x="489" y="13564"/>
                      <a:pt x="438" y="13586"/>
                      <a:pt x="380" y="13615"/>
                    </a:cubicBezTo>
                    <a:cubicBezTo>
                      <a:pt x="336" y="13637"/>
                      <a:pt x="285" y="13666"/>
                      <a:pt x="241" y="13703"/>
                    </a:cubicBezTo>
                    <a:cubicBezTo>
                      <a:pt x="146" y="13783"/>
                      <a:pt x="81" y="13878"/>
                      <a:pt x="37" y="13995"/>
                    </a:cubicBezTo>
                    <a:cubicBezTo>
                      <a:pt x="22" y="14046"/>
                      <a:pt x="8" y="14097"/>
                      <a:pt x="8" y="14148"/>
                    </a:cubicBezTo>
                    <a:lnTo>
                      <a:pt x="8" y="14170"/>
                    </a:lnTo>
                    <a:cubicBezTo>
                      <a:pt x="0" y="14221"/>
                      <a:pt x="0" y="14272"/>
                      <a:pt x="8" y="14330"/>
                    </a:cubicBezTo>
                    <a:cubicBezTo>
                      <a:pt x="15" y="14498"/>
                      <a:pt x="51" y="14666"/>
                      <a:pt x="95" y="14827"/>
                    </a:cubicBezTo>
                    <a:cubicBezTo>
                      <a:pt x="190" y="15118"/>
                      <a:pt x="351" y="15396"/>
                      <a:pt x="562" y="15622"/>
                    </a:cubicBezTo>
                    <a:cubicBezTo>
                      <a:pt x="788" y="15877"/>
                      <a:pt x="1051" y="16103"/>
                      <a:pt x="1328" y="16300"/>
                    </a:cubicBezTo>
                    <a:cubicBezTo>
                      <a:pt x="1854" y="16672"/>
                      <a:pt x="2408" y="16986"/>
                      <a:pt x="2999" y="17242"/>
                    </a:cubicBezTo>
                    <a:cubicBezTo>
                      <a:pt x="3181" y="17322"/>
                      <a:pt x="3364" y="17387"/>
                      <a:pt x="3539" y="17446"/>
                    </a:cubicBezTo>
                    <a:cubicBezTo>
                      <a:pt x="3714" y="17504"/>
                      <a:pt x="3875" y="17563"/>
                      <a:pt x="4050" y="17621"/>
                    </a:cubicBezTo>
                    <a:lnTo>
                      <a:pt x="4276" y="17694"/>
                    </a:lnTo>
                    <a:cubicBezTo>
                      <a:pt x="4772" y="17862"/>
                      <a:pt x="5341" y="18051"/>
                      <a:pt x="5866" y="18292"/>
                    </a:cubicBezTo>
                    <a:cubicBezTo>
                      <a:pt x="6063" y="18372"/>
                      <a:pt x="6246" y="18482"/>
                      <a:pt x="6421" y="18613"/>
                    </a:cubicBezTo>
                    <a:cubicBezTo>
                      <a:pt x="6443" y="18628"/>
                      <a:pt x="6450" y="18635"/>
                      <a:pt x="6457" y="18650"/>
                    </a:cubicBezTo>
                    <a:cubicBezTo>
                      <a:pt x="6392" y="18679"/>
                      <a:pt x="6326" y="18708"/>
                      <a:pt x="6253" y="18737"/>
                    </a:cubicBezTo>
                    <a:cubicBezTo>
                      <a:pt x="6005" y="18817"/>
                      <a:pt x="5750" y="18876"/>
                      <a:pt x="5494" y="18920"/>
                    </a:cubicBezTo>
                    <a:cubicBezTo>
                      <a:pt x="5297" y="18956"/>
                      <a:pt x="5078" y="18978"/>
                      <a:pt x="4808" y="19007"/>
                    </a:cubicBezTo>
                    <a:lnTo>
                      <a:pt x="4575" y="19022"/>
                    </a:lnTo>
                    <a:cubicBezTo>
                      <a:pt x="4181" y="19044"/>
                      <a:pt x="3780" y="19095"/>
                      <a:pt x="3393" y="19160"/>
                    </a:cubicBezTo>
                    <a:cubicBezTo>
                      <a:pt x="3181" y="19197"/>
                      <a:pt x="2977" y="19263"/>
                      <a:pt x="2787" y="19357"/>
                    </a:cubicBezTo>
                    <a:cubicBezTo>
                      <a:pt x="2612" y="19430"/>
                      <a:pt x="2459" y="19562"/>
                      <a:pt x="2364" y="19729"/>
                    </a:cubicBezTo>
                    <a:cubicBezTo>
                      <a:pt x="2262" y="19912"/>
                      <a:pt x="2233" y="20123"/>
                      <a:pt x="2291" y="20328"/>
                    </a:cubicBezTo>
                    <a:cubicBezTo>
                      <a:pt x="2364" y="20590"/>
                      <a:pt x="2503" y="20838"/>
                      <a:pt x="2678" y="21043"/>
                    </a:cubicBezTo>
                    <a:cubicBezTo>
                      <a:pt x="2751" y="21145"/>
                      <a:pt x="2831" y="21240"/>
                      <a:pt x="2926" y="21327"/>
                    </a:cubicBezTo>
                    <a:cubicBezTo>
                      <a:pt x="2977" y="21386"/>
                      <a:pt x="3043" y="21437"/>
                      <a:pt x="3109" y="21488"/>
                    </a:cubicBezTo>
                    <a:cubicBezTo>
                      <a:pt x="3233" y="21575"/>
                      <a:pt x="3364" y="21663"/>
                      <a:pt x="3502" y="21743"/>
                    </a:cubicBezTo>
                    <a:cubicBezTo>
                      <a:pt x="3882" y="21962"/>
                      <a:pt x="4276" y="22159"/>
                      <a:pt x="4684" y="22356"/>
                    </a:cubicBezTo>
                    <a:cubicBezTo>
                      <a:pt x="5159" y="22582"/>
                      <a:pt x="5648" y="22816"/>
                      <a:pt x="6122" y="23027"/>
                    </a:cubicBezTo>
                    <a:cubicBezTo>
                      <a:pt x="6596" y="23239"/>
                      <a:pt x="7041" y="23450"/>
                      <a:pt x="7486" y="23662"/>
                    </a:cubicBezTo>
                    <a:lnTo>
                      <a:pt x="7508" y="23677"/>
                    </a:lnTo>
                    <a:cubicBezTo>
                      <a:pt x="7836" y="23823"/>
                      <a:pt x="8150" y="23998"/>
                      <a:pt x="8457" y="24180"/>
                    </a:cubicBezTo>
                    <a:cubicBezTo>
                      <a:pt x="8500" y="24209"/>
                      <a:pt x="8544" y="24238"/>
                      <a:pt x="8581" y="24275"/>
                    </a:cubicBezTo>
                    <a:lnTo>
                      <a:pt x="8610" y="24304"/>
                    </a:lnTo>
                    <a:cubicBezTo>
                      <a:pt x="8610" y="24319"/>
                      <a:pt x="8602" y="24326"/>
                      <a:pt x="8602" y="24333"/>
                    </a:cubicBezTo>
                    <a:cubicBezTo>
                      <a:pt x="8595" y="24341"/>
                      <a:pt x="8595" y="24348"/>
                      <a:pt x="8588" y="24355"/>
                    </a:cubicBezTo>
                    <a:cubicBezTo>
                      <a:pt x="8581" y="24370"/>
                      <a:pt x="8559" y="24384"/>
                      <a:pt x="8544" y="24392"/>
                    </a:cubicBezTo>
                    <a:cubicBezTo>
                      <a:pt x="8493" y="24428"/>
                      <a:pt x="8442" y="24450"/>
                      <a:pt x="8384" y="24472"/>
                    </a:cubicBezTo>
                    <a:cubicBezTo>
                      <a:pt x="8245" y="24516"/>
                      <a:pt x="8099" y="24552"/>
                      <a:pt x="7960" y="24581"/>
                    </a:cubicBezTo>
                    <a:cubicBezTo>
                      <a:pt x="7887" y="24596"/>
                      <a:pt x="7814" y="24611"/>
                      <a:pt x="7734" y="24632"/>
                    </a:cubicBezTo>
                    <a:cubicBezTo>
                      <a:pt x="7508" y="24691"/>
                      <a:pt x="7282" y="24764"/>
                      <a:pt x="7114" y="24924"/>
                    </a:cubicBezTo>
                    <a:cubicBezTo>
                      <a:pt x="7034" y="25012"/>
                      <a:pt x="6968" y="25121"/>
                      <a:pt x="6932" y="25231"/>
                    </a:cubicBezTo>
                    <a:cubicBezTo>
                      <a:pt x="6888" y="25347"/>
                      <a:pt x="6873" y="25464"/>
                      <a:pt x="6873" y="25581"/>
                    </a:cubicBezTo>
                    <a:cubicBezTo>
                      <a:pt x="6888" y="25814"/>
                      <a:pt x="6983" y="26026"/>
                      <a:pt x="7136" y="26194"/>
                    </a:cubicBezTo>
                    <a:cubicBezTo>
                      <a:pt x="7216" y="26281"/>
                      <a:pt x="7296" y="26362"/>
                      <a:pt x="7391" y="26435"/>
                    </a:cubicBezTo>
                    <a:cubicBezTo>
                      <a:pt x="7493" y="26515"/>
                      <a:pt x="7596" y="26588"/>
                      <a:pt x="7712" y="26653"/>
                    </a:cubicBezTo>
                    <a:cubicBezTo>
                      <a:pt x="7946" y="26785"/>
                      <a:pt x="8187" y="26901"/>
                      <a:pt x="8435" y="27004"/>
                    </a:cubicBezTo>
                    <a:cubicBezTo>
                      <a:pt x="8894" y="27179"/>
                      <a:pt x="9369" y="27332"/>
                      <a:pt x="9850" y="27456"/>
                    </a:cubicBezTo>
                    <a:cubicBezTo>
                      <a:pt x="11287" y="27835"/>
                      <a:pt x="12768" y="28069"/>
                      <a:pt x="14257" y="28164"/>
                    </a:cubicBezTo>
                    <a:cubicBezTo>
                      <a:pt x="14841" y="28200"/>
                      <a:pt x="15424" y="28222"/>
                      <a:pt x="15979" y="28222"/>
                    </a:cubicBezTo>
                    <a:cubicBezTo>
                      <a:pt x="16949" y="28222"/>
                      <a:pt x="17912" y="28164"/>
                      <a:pt x="18868" y="28032"/>
                    </a:cubicBezTo>
                    <a:cubicBezTo>
                      <a:pt x="19422" y="27952"/>
                      <a:pt x="19962" y="27843"/>
                      <a:pt x="20502" y="27704"/>
                    </a:cubicBezTo>
                    <a:cubicBezTo>
                      <a:pt x="20860" y="27697"/>
                      <a:pt x="21225" y="27646"/>
                      <a:pt x="21575" y="27551"/>
                    </a:cubicBezTo>
                    <a:cubicBezTo>
                      <a:pt x="21874" y="27471"/>
                      <a:pt x="22173" y="27368"/>
                      <a:pt x="22458" y="27252"/>
                    </a:cubicBezTo>
                    <a:cubicBezTo>
                      <a:pt x="22757" y="27135"/>
                      <a:pt x="23049" y="26996"/>
                      <a:pt x="23326" y="26843"/>
                    </a:cubicBezTo>
                    <a:cubicBezTo>
                      <a:pt x="23931" y="26529"/>
                      <a:pt x="24508" y="26157"/>
                      <a:pt x="25048" y="25749"/>
                    </a:cubicBezTo>
                    <a:cubicBezTo>
                      <a:pt x="25573" y="25369"/>
                      <a:pt x="26069" y="24946"/>
                      <a:pt x="26536" y="24494"/>
                    </a:cubicBezTo>
                    <a:cubicBezTo>
                      <a:pt x="26952" y="24100"/>
                      <a:pt x="27331" y="23677"/>
                      <a:pt x="27674" y="23217"/>
                    </a:cubicBezTo>
                    <a:cubicBezTo>
                      <a:pt x="27806" y="23042"/>
                      <a:pt x="27922" y="22859"/>
                      <a:pt x="28032" y="22662"/>
                    </a:cubicBezTo>
                    <a:cubicBezTo>
                      <a:pt x="28141" y="22444"/>
                      <a:pt x="28243" y="22210"/>
                      <a:pt x="28331" y="21977"/>
                    </a:cubicBezTo>
                    <a:cubicBezTo>
                      <a:pt x="28703" y="20875"/>
                      <a:pt x="28856" y="19715"/>
                      <a:pt x="28776" y="18562"/>
                    </a:cubicBezTo>
                    <a:cubicBezTo>
                      <a:pt x="28754" y="18263"/>
                      <a:pt x="28710" y="17971"/>
                      <a:pt x="28652" y="17679"/>
                    </a:cubicBezTo>
                    <a:cubicBezTo>
                      <a:pt x="28586" y="17402"/>
                      <a:pt x="28499" y="17132"/>
                      <a:pt x="28389" y="16869"/>
                    </a:cubicBezTo>
                    <a:cubicBezTo>
                      <a:pt x="28287" y="16621"/>
                      <a:pt x="28149" y="16388"/>
                      <a:pt x="27988" y="16176"/>
                    </a:cubicBezTo>
                    <a:cubicBezTo>
                      <a:pt x="27828" y="15965"/>
                      <a:pt x="27645" y="15782"/>
                      <a:pt x="27434" y="15636"/>
                    </a:cubicBezTo>
                    <a:cubicBezTo>
                      <a:pt x="27317" y="15556"/>
                      <a:pt x="27193" y="15483"/>
                      <a:pt x="27061" y="15425"/>
                    </a:cubicBezTo>
                    <a:cubicBezTo>
                      <a:pt x="26945" y="15381"/>
                      <a:pt x="26821" y="15345"/>
                      <a:pt x="26697" y="15323"/>
                    </a:cubicBezTo>
                    <a:cubicBezTo>
                      <a:pt x="26587" y="15301"/>
                      <a:pt x="26478" y="15286"/>
                      <a:pt x="26376" y="15286"/>
                    </a:cubicBezTo>
                    <a:lnTo>
                      <a:pt x="26325" y="15286"/>
                    </a:lnTo>
                    <a:cubicBezTo>
                      <a:pt x="26186" y="15293"/>
                      <a:pt x="26055" y="15308"/>
                      <a:pt x="25923" y="15337"/>
                    </a:cubicBezTo>
                    <a:cubicBezTo>
                      <a:pt x="25683" y="15396"/>
                      <a:pt x="25449" y="15476"/>
                      <a:pt x="25230" y="15585"/>
                    </a:cubicBezTo>
                    <a:cubicBezTo>
                      <a:pt x="25062" y="15666"/>
                      <a:pt x="24902" y="15753"/>
                      <a:pt x="24741" y="15833"/>
                    </a:cubicBezTo>
                    <a:lnTo>
                      <a:pt x="24617" y="15899"/>
                    </a:lnTo>
                    <a:cubicBezTo>
                      <a:pt x="24457" y="15987"/>
                      <a:pt x="24296" y="16060"/>
                      <a:pt x="24128" y="16125"/>
                    </a:cubicBezTo>
                    <a:cubicBezTo>
                      <a:pt x="24041" y="16162"/>
                      <a:pt x="23953" y="16176"/>
                      <a:pt x="23858" y="16191"/>
                    </a:cubicBezTo>
                    <a:lnTo>
                      <a:pt x="23829" y="16191"/>
                    </a:lnTo>
                    <a:cubicBezTo>
                      <a:pt x="23800" y="16191"/>
                      <a:pt x="23764" y="16191"/>
                      <a:pt x="23734" y="16184"/>
                    </a:cubicBezTo>
                    <a:cubicBezTo>
                      <a:pt x="23698" y="16176"/>
                      <a:pt x="23669" y="16169"/>
                      <a:pt x="23640" y="16154"/>
                    </a:cubicBezTo>
                    <a:cubicBezTo>
                      <a:pt x="23610" y="16140"/>
                      <a:pt x="23581" y="16118"/>
                      <a:pt x="23552" y="16096"/>
                    </a:cubicBezTo>
                    <a:cubicBezTo>
                      <a:pt x="23501" y="16052"/>
                      <a:pt x="23457" y="16001"/>
                      <a:pt x="23413" y="15943"/>
                    </a:cubicBezTo>
                    <a:cubicBezTo>
                      <a:pt x="23348" y="15848"/>
                      <a:pt x="23297" y="15753"/>
                      <a:pt x="23253" y="15644"/>
                    </a:cubicBezTo>
                    <a:cubicBezTo>
                      <a:pt x="23216" y="15505"/>
                      <a:pt x="23187" y="15359"/>
                      <a:pt x="23180" y="15213"/>
                    </a:cubicBezTo>
                    <a:cubicBezTo>
                      <a:pt x="23151" y="14863"/>
                      <a:pt x="23143" y="14513"/>
                      <a:pt x="23143" y="14126"/>
                    </a:cubicBezTo>
                    <a:lnTo>
                      <a:pt x="23143" y="13652"/>
                    </a:lnTo>
                    <a:lnTo>
                      <a:pt x="23143" y="12776"/>
                    </a:lnTo>
                    <a:cubicBezTo>
                      <a:pt x="23143" y="12251"/>
                      <a:pt x="23114" y="11777"/>
                      <a:pt x="23078" y="11332"/>
                    </a:cubicBezTo>
                    <a:cubicBezTo>
                      <a:pt x="23049" y="10901"/>
                      <a:pt x="22976" y="10471"/>
                      <a:pt x="22866" y="10055"/>
                    </a:cubicBezTo>
                    <a:cubicBezTo>
                      <a:pt x="22808" y="9858"/>
                      <a:pt x="22735" y="9661"/>
                      <a:pt x="22655" y="9471"/>
                    </a:cubicBezTo>
                    <a:cubicBezTo>
                      <a:pt x="22574" y="9303"/>
                      <a:pt x="22472" y="9143"/>
                      <a:pt x="22356" y="8997"/>
                    </a:cubicBezTo>
                    <a:cubicBezTo>
                      <a:pt x="22137" y="8712"/>
                      <a:pt x="21830" y="8523"/>
                      <a:pt x="21480" y="8450"/>
                    </a:cubicBezTo>
                    <a:cubicBezTo>
                      <a:pt x="21385" y="8428"/>
                      <a:pt x="21283" y="8413"/>
                      <a:pt x="21188" y="8413"/>
                    </a:cubicBezTo>
                    <a:lnTo>
                      <a:pt x="21144" y="8413"/>
                    </a:lnTo>
                    <a:cubicBezTo>
                      <a:pt x="21042" y="8413"/>
                      <a:pt x="20947" y="8421"/>
                      <a:pt x="20845" y="8435"/>
                    </a:cubicBezTo>
                    <a:cubicBezTo>
                      <a:pt x="20743" y="8450"/>
                      <a:pt x="20641" y="8479"/>
                      <a:pt x="20546" y="8515"/>
                    </a:cubicBezTo>
                    <a:cubicBezTo>
                      <a:pt x="20444" y="8559"/>
                      <a:pt x="20342" y="8610"/>
                      <a:pt x="20254" y="8676"/>
                    </a:cubicBezTo>
                    <a:cubicBezTo>
                      <a:pt x="20086" y="8815"/>
                      <a:pt x="19933" y="8968"/>
                      <a:pt x="19809" y="9143"/>
                    </a:cubicBezTo>
                    <a:cubicBezTo>
                      <a:pt x="19671" y="9333"/>
                      <a:pt x="19547" y="9522"/>
                      <a:pt x="19437" y="9727"/>
                    </a:cubicBezTo>
                    <a:cubicBezTo>
                      <a:pt x="19328" y="9916"/>
                      <a:pt x="19225" y="10106"/>
                      <a:pt x="19123" y="10303"/>
                    </a:cubicBezTo>
                    <a:cubicBezTo>
                      <a:pt x="19065" y="10420"/>
                      <a:pt x="18999" y="10544"/>
                      <a:pt x="18934" y="10660"/>
                    </a:cubicBezTo>
                    <a:cubicBezTo>
                      <a:pt x="18802" y="10923"/>
                      <a:pt x="18642" y="11179"/>
                      <a:pt x="18459" y="11419"/>
                    </a:cubicBezTo>
                    <a:cubicBezTo>
                      <a:pt x="18394" y="11500"/>
                      <a:pt x="18313" y="11580"/>
                      <a:pt x="18226" y="11645"/>
                    </a:cubicBezTo>
                    <a:cubicBezTo>
                      <a:pt x="18182" y="11667"/>
                      <a:pt x="18138" y="11689"/>
                      <a:pt x="18095" y="11711"/>
                    </a:cubicBezTo>
                    <a:cubicBezTo>
                      <a:pt x="18065" y="11718"/>
                      <a:pt x="18036" y="11726"/>
                      <a:pt x="18007" y="11733"/>
                    </a:cubicBezTo>
                    <a:cubicBezTo>
                      <a:pt x="17978" y="11733"/>
                      <a:pt x="17941" y="11733"/>
                      <a:pt x="17912" y="11726"/>
                    </a:cubicBezTo>
                    <a:cubicBezTo>
                      <a:pt x="17876" y="11718"/>
                      <a:pt x="17839" y="11711"/>
                      <a:pt x="17803" y="11697"/>
                    </a:cubicBezTo>
                    <a:cubicBezTo>
                      <a:pt x="17774" y="11675"/>
                      <a:pt x="17737" y="11660"/>
                      <a:pt x="17715" y="11638"/>
                    </a:cubicBezTo>
                    <a:cubicBezTo>
                      <a:pt x="17679" y="11602"/>
                      <a:pt x="17642" y="11565"/>
                      <a:pt x="17613" y="11529"/>
                    </a:cubicBezTo>
                    <a:cubicBezTo>
                      <a:pt x="17562" y="11441"/>
                      <a:pt x="17511" y="11346"/>
                      <a:pt x="17482" y="11251"/>
                    </a:cubicBezTo>
                    <a:cubicBezTo>
                      <a:pt x="17394" y="10989"/>
                      <a:pt x="17343" y="10712"/>
                      <a:pt x="17329" y="10442"/>
                    </a:cubicBezTo>
                    <a:lnTo>
                      <a:pt x="17329" y="10420"/>
                    </a:lnTo>
                    <a:cubicBezTo>
                      <a:pt x="17270" y="9690"/>
                      <a:pt x="17314" y="8939"/>
                      <a:pt x="17358" y="8224"/>
                    </a:cubicBezTo>
                    <a:cubicBezTo>
                      <a:pt x="17372" y="7946"/>
                      <a:pt x="17387" y="7662"/>
                      <a:pt x="17401" y="7385"/>
                    </a:cubicBezTo>
                    <a:cubicBezTo>
                      <a:pt x="17409" y="7217"/>
                      <a:pt x="17409" y="7012"/>
                      <a:pt x="17401" y="6808"/>
                    </a:cubicBezTo>
                    <a:cubicBezTo>
                      <a:pt x="17394" y="6721"/>
                      <a:pt x="17387" y="6626"/>
                      <a:pt x="17380" y="6531"/>
                    </a:cubicBezTo>
                    <a:cubicBezTo>
                      <a:pt x="17358" y="6429"/>
                      <a:pt x="17336" y="6327"/>
                      <a:pt x="17307" y="6217"/>
                    </a:cubicBezTo>
                    <a:cubicBezTo>
                      <a:pt x="17212" y="5867"/>
                      <a:pt x="17059" y="5531"/>
                      <a:pt x="16862" y="5218"/>
                    </a:cubicBezTo>
                    <a:cubicBezTo>
                      <a:pt x="16694" y="4948"/>
                      <a:pt x="16468" y="4714"/>
                      <a:pt x="16198" y="4546"/>
                    </a:cubicBezTo>
                    <a:cubicBezTo>
                      <a:pt x="16015" y="4444"/>
                      <a:pt x="15811" y="4379"/>
                      <a:pt x="15599" y="4364"/>
                    </a:cubicBezTo>
                    <a:lnTo>
                      <a:pt x="15534" y="4364"/>
                    </a:lnTo>
                    <a:cubicBezTo>
                      <a:pt x="15329" y="4371"/>
                      <a:pt x="15125" y="4422"/>
                      <a:pt x="14943" y="4517"/>
                    </a:cubicBezTo>
                    <a:cubicBezTo>
                      <a:pt x="14833" y="4576"/>
                      <a:pt x="14724" y="4641"/>
                      <a:pt x="14629" y="4722"/>
                    </a:cubicBezTo>
                    <a:cubicBezTo>
                      <a:pt x="14512" y="4809"/>
                      <a:pt x="14410" y="4911"/>
                      <a:pt x="14315" y="5021"/>
                    </a:cubicBezTo>
                    <a:cubicBezTo>
                      <a:pt x="14213" y="5145"/>
                      <a:pt x="14111" y="5276"/>
                      <a:pt x="14023" y="5400"/>
                    </a:cubicBezTo>
                    <a:cubicBezTo>
                      <a:pt x="13929" y="5524"/>
                      <a:pt x="13848" y="5634"/>
                      <a:pt x="13746" y="5758"/>
                    </a:cubicBezTo>
                    <a:cubicBezTo>
                      <a:pt x="13578" y="5962"/>
                      <a:pt x="13389" y="6152"/>
                      <a:pt x="13177" y="6305"/>
                    </a:cubicBezTo>
                    <a:cubicBezTo>
                      <a:pt x="13090" y="6363"/>
                      <a:pt x="13002" y="6414"/>
                      <a:pt x="12907" y="6451"/>
                    </a:cubicBezTo>
                    <a:cubicBezTo>
                      <a:pt x="12841" y="6473"/>
                      <a:pt x="12783" y="6487"/>
                      <a:pt x="12717" y="6494"/>
                    </a:cubicBezTo>
                    <a:lnTo>
                      <a:pt x="12681" y="6494"/>
                    </a:lnTo>
                    <a:cubicBezTo>
                      <a:pt x="12637" y="6494"/>
                      <a:pt x="12601" y="6494"/>
                      <a:pt x="12564" y="6487"/>
                    </a:cubicBezTo>
                    <a:cubicBezTo>
                      <a:pt x="12499" y="6473"/>
                      <a:pt x="12433" y="6451"/>
                      <a:pt x="12367" y="6429"/>
                    </a:cubicBezTo>
                    <a:cubicBezTo>
                      <a:pt x="12258" y="6370"/>
                      <a:pt x="12156" y="6305"/>
                      <a:pt x="12061" y="6232"/>
                    </a:cubicBezTo>
                    <a:cubicBezTo>
                      <a:pt x="11813" y="5998"/>
                      <a:pt x="11587" y="5736"/>
                      <a:pt x="11390" y="5451"/>
                    </a:cubicBezTo>
                    <a:cubicBezTo>
                      <a:pt x="11200" y="5174"/>
                      <a:pt x="11047" y="4926"/>
                      <a:pt x="10915" y="4700"/>
                    </a:cubicBezTo>
                    <a:cubicBezTo>
                      <a:pt x="10813" y="4517"/>
                      <a:pt x="10726" y="4335"/>
                      <a:pt x="10631" y="4152"/>
                    </a:cubicBezTo>
                    <a:lnTo>
                      <a:pt x="10623" y="4131"/>
                    </a:lnTo>
                    <a:lnTo>
                      <a:pt x="10507" y="3904"/>
                    </a:lnTo>
                    <a:cubicBezTo>
                      <a:pt x="10317" y="3518"/>
                      <a:pt x="10113" y="3124"/>
                      <a:pt x="9908" y="2744"/>
                    </a:cubicBezTo>
                    <a:cubicBezTo>
                      <a:pt x="9646" y="2248"/>
                      <a:pt x="9339" y="1774"/>
                      <a:pt x="9011" y="1322"/>
                    </a:cubicBezTo>
                    <a:cubicBezTo>
                      <a:pt x="8858" y="1117"/>
                      <a:pt x="8690" y="928"/>
                      <a:pt x="8515" y="752"/>
                    </a:cubicBezTo>
                    <a:cubicBezTo>
                      <a:pt x="8340" y="577"/>
                      <a:pt x="8143" y="424"/>
                      <a:pt x="7931" y="293"/>
                    </a:cubicBezTo>
                    <a:cubicBezTo>
                      <a:pt x="7742" y="176"/>
                      <a:pt x="7530" y="89"/>
                      <a:pt x="7311" y="45"/>
                    </a:cubicBezTo>
                    <a:cubicBezTo>
                      <a:pt x="7187" y="16"/>
                      <a:pt x="7063" y="1"/>
                      <a:pt x="69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42"/>
              <p:cNvSpPr/>
              <p:nvPr/>
            </p:nvSpPr>
            <p:spPr>
              <a:xfrm>
                <a:off x="4458798" y="3807124"/>
                <a:ext cx="732988" cy="916276"/>
              </a:xfrm>
              <a:custGeom>
                <a:avLst/>
                <a:gdLst/>
                <a:ahLst/>
                <a:cxnLst/>
                <a:rect l="l" t="t" r="r" b="b"/>
                <a:pathLst>
                  <a:path w="22443" h="28055" extrusionOk="0">
                    <a:moveTo>
                      <a:pt x="6158" y="1"/>
                    </a:moveTo>
                    <a:lnTo>
                      <a:pt x="6158" y="1"/>
                    </a:lnTo>
                    <a:cubicBezTo>
                      <a:pt x="6063" y="37"/>
                      <a:pt x="5976" y="88"/>
                      <a:pt x="5888" y="139"/>
                    </a:cubicBezTo>
                    <a:cubicBezTo>
                      <a:pt x="5662" y="263"/>
                      <a:pt x="5458" y="417"/>
                      <a:pt x="5275" y="592"/>
                    </a:cubicBezTo>
                    <a:cubicBezTo>
                      <a:pt x="5078" y="774"/>
                      <a:pt x="4903" y="978"/>
                      <a:pt x="4750" y="1190"/>
                    </a:cubicBezTo>
                    <a:cubicBezTo>
                      <a:pt x="4597" y="1402"/>
                      <a:pt x="4458" y="1628"/>
                      <a:pt x="4334" y="1854"/>
                    </a:cubicBezTo>
                    <a:cubicBezTo>
                      <a:pt x="4071" y="2372"/>
                      <a:pt x="3852" y="2912"/>
                      <a:pt x="3699" y="3466"/>
                    </a:cubicBezTo>
                    <a:cubicBezTo>
                      <a:pt x="3531" y="4050"/>
                      <a:pt x="3400" y="4641"/>
                      <a:pt x="3312" y="5239"/>
                    </a:cubicBezTo>
                    <a:cubicBezTo>
                      <a:pt x="3225" y="5779"/>
                      <a:pt x="3159" y="6341"/>
                      <a:pt x="3123" y="6947"/>
                    </a:cubicBezTo>
                    <a:cubicBezTo>
                      <a:pt x="3086" y="7443"/>
                      <a:pt x="3072" y="7953"/>
                      <a:pt x="3072" y="8450"/>
                    </a:cubicBezTo>
                    <a:cubicBezTo>
                      <a:pt x="3072" y="8924"/>
                      <a:pt x="3108" y="9442"/>
                      <a:pt x="3167" y="10069"/>
                    </a:cubicBezTo>
                    <a:lnTo>
                      <a:pt x="3188" y="10325"/>
                    </a:lnTo>
                    <a:cubicBezTo>
                      <a:pt x="3210" y="10500"/>
                      <a:pt x="3225" y="10675"/>
                      <a:pt x="3240" y="10850"/>
                    </a:cubicBezTo>
                    <a:lnTo>
                      <a:pt x="3247" y="10821"/>
                    </a:lnTo>
                    <a:lnTo>
                      <a:pt x="3247" y="10821"/>
                    </a:lnTo>
                    <a:cubicBezTo>
                      <a:pt x="3276" y="11193"/>
                      <a:pt x="3276" y="11558"/>
                      <a:pt x="3232" y="11930"/>
                    </a:cubicBezTo>
                    <a:cubicBezTo>
                      <a:pt x="3210" y="12054"/>
                      <a:pt x="3174" y="12178"/>
                      <a:pt x="3123" y="12295"/>
                    </a:cubicBezTo>
                    <a:cubicBezTo>
                      <a:pt x="3079" y="12375"/>
                      <a:pt x="3028" y="12455"/>
                      <a:pt x="2970" y="12535"/>
                    </a:cubicBezTo>
                    <a:cubicBezTo>
                      <a:pt x="2897" y="12616"/>
                      <a:pt x="2809" y="12696"/>
                      <a:pt x="2714" y="12762"/>
                    </a:cubicBezTo>
                    <a:cubicBezTo>
                      <a:pt x="2554" y="12871"/>
                      <a:pt x="2371" y="12959"/>
                      <a:pt x="2189" y="13024"/>
                    </a:cubicBezTo>
                    <a:cubicBezTo>
                      <a:pt x="1890" y="13119"/>
                      <a:pt x="1591" y="13192"/>
                      <a:pt x="1284" y="13236"/>
                    </a:cubicBezTo>
                    <a:cubicBezTo>
                      <a:pt x="1233" y="13243"/>
                      <a:pt x="1189" y="13250"/>
                      <a:pt x="1138" y="13258"/>
                    </a:cubicBezTo>
                    <a:lnTo>
                      <a:pt x="1094" y="13265"/>
                    </a:lnTo>
                    <a:cubicBezTo>
                      <a:pt x="912" y="13287"/>
                      <a:pt x="730" y="13323"/>
                      <a:pt x="547" y="13374"/>
                    </a:cubicBezTo>
                    <a:cubicBezTo>
                      <a:pt x="489" y="13396"/>
                      <a:pt x="438" y="13418"/>
                      <a:pt x="379" y="13440"/>
                    </a:cubicBezTo>
                    <a:cubicBezTo>
                      <a:pt x="336" y="13469"/>
                      <a:pt x="292" y="13498"/>
                      <a:pt x="248" y="13528"/>
                    </a:cubicBezTo>
                    <a:cubicBezTo>
                      <a:pt x="153" y="13601"/>
                      <a:pt x="80" y="13710"/>
                      <a:pt x="37" y="13827"/>
                    </a:cubicBezTo>
                    <a:cubicBezTo>
                      <a:pt x="22" y="13871"/>
                      <a:pt x="15" y="13922"/>
                      <a:pt x="7" y="13973"/>
                    </a:cubicBezTo>
                    <a:lnTo>
                      <a:pt x="7" y="14002"/>
                    </a:lnTo>
                    <a:cubicBezTo>
                      <a:pt x="0" y="14053"/>
                      <a:pt x="0" y="14104"/>
                      <a:pt x="7" y="14155"/>
                    </a:cubicBezTo>
                    <a:cubicBezTo>
                      <a:pt x="37" y="14644"/>
                      <a:pt x="234" y="15096"/>
                      <a:pt x="569" y="15454"/>
                    </a:cubicBezTo>
                    <a:cubicBezTo>
                      <a:pt x="795" y="15709"/>
                      <a:pt x="1051" y="15935"/>
                      <a:pt x="1335" y="16132"/>
                    </a:cubicBezTo>
                    <a:cubicBezTo>
                      <a:pt x="1853" y="16504"/>
                      <a:pt x="2415" y="16818"/>
                      <a:pt x="3006" y="17074"/>
                    </a:cubicBezTo>
                    <a:cubicBezTo>
                      <a:pt x="3188" y="17154"/>
                      <a:pt x="3378" y="17219"/>
                      <a:pt x="3546" y="17278"/>
                    </a:cubicBezTo>
                    <a:cubicBezTo>
                      <a:pt x="3714" y="17336"/>
                      <a:pt x="3882" y="17395"/>
                      <a:pt x="4049" y="17453"/>
                    </a:cubicBezTo>
                    <a:lnTo>
                      <a:pt x="4283" y="17526"/>
                    </a:lnTo>
                    <a:cubicBezTo>
                      <a:pt x="4779" y="17694"/>
                      <a:pt x="5348" y="17883"/>
                      <a:pt x="5873" y="18124"/>
                    </a:cubicBezTo>
                    <a:cubicBezTo>
                      <a:pt x="6070" y="18204"/>
                      <a:pt x="6253" y="18314"/>
                      <a:pt x="6428" y="18445"/>
                    </a:cubicBezTo>
                    <a:lnTo>
                      <a:pt x="6443" y="18460"/>
                    </a:lnTo>
                    <a:cubicBezTo>
                      <a:pt x="6450" y="18467"/>
                      <a:pt x="6457" y="18474"/>
                      <a:pt x="6464" y="18482"/>
                    </a:cubicBezTo>
                    <a:cubicBezTo>
                      <a:pt x="6406" y="18504"/>
                      <a:pt x="6340" y="18533"/>
                      <a:pt x="6260" y="18569"/>
                    </a:cubicBezTo>
                    <a:cubicBezTo>
                      <a:pt x="6012" y="18649"/>
                      <a:pt x="5757" y="18708"/>
                      <a:pt x="5501" y="18744"/>
                    </a:cubicBezTo>
                    <a:cubicBezTo>
                      <a:pt x="5297" y="18781"/>
                      <a:pt x="5078" y="18810"/>
                      <a:pt x="4815" y="18832"/>
                    </a:cubicBezTo>
                    <a:lnTo>
                      <a:pt x="4582" y="18846"/>
                    </a:lnTo>
                    <a:cubicBezTo>
                      <a:pt x="4188" y="18876"/>
                      <a:pt x="3787" y="18919"/>
                      <a:pt x="3400" y="18992"/>
                    </a:cubicBezTo>
                    <a:cubicBezTo>
                      <a:pt x="3188" y="19029"/>
                      <a:pt x="2984" y="19095"/>
                      <a:pt x="2787" y="19182"/>
                    </a:cubicBezTo>
                    <a:cubicBezTo>
                      <a:pt x="2612" y="19262"/>
                      <a:pt x="2466" y="19394"/>
                      <a:pt x="2364" y="19554"/>
                    </a:cubicBezTo>
                    <a:cubicBezTo>
                      <a:pt x="2284" y="19707"/>
                      <a:pt x="2247" y="19875"/>
                      <a:pt x="2276" y="20043"/>
                    </a:cubicBezTo>
                    <a:lnTo>
                      <a:pt x="2276" y="20087"/>
                    </a:lnTo>
                    <a:cubicBezTo>
                      <a:pt x="2276" y="20225"/>
                      <a:pt x="2313" y="20357"/>
                      <a:pt x="2379" y="20481"/>
                    </a:cubicBezTo>
                    <a:cubicBezTo>
                      <a:pt x="2452" y="20619"/>
                      <a:pt x="2539" y="20751"/>
                      <a:pt x="2641" y="20867"/>
                    </a:cubicBezTo>
                    <a:cubicBezTo>
                      <a:pt x="2860" y="21123"/>
                      <a:pt x="3108" y="21356"/>
                      <a:pt x="3371" y="21561"/>
                    </a:cubicBezTo>
                    <a:cubicBezTo>
                      <a:pt x="3458" y="21634"/>
                      <a:pt x="3568" y="21714"/>
                      <a:pt x="3699" y="21809"/>
                    </a:cubicBezTo>
                    <a:cubicBezTo>
                      <a:pt x="3801" y="21882"/>
                      <a:pt x="3903" y="21947"/>
                      <a:pt x="4013" y="22013"/>
                    </a:cubicBezTo>
                    <a:cubicBezTo>
                      <a:pt x="4494" y="22312"/>
                      <a:pt x="4969" y="22604"/>
                      <a:pt x="5436" y="22874"/>
                    </a:cubicBezTo>
                    <a:cubicBezTo>
                      <a:pt x="6019" y="23209"/>
                      <a:pt x="6501" y="23472"/>
                      <a:pt x="6939" y="23691"/>
                    </a:cubicBezTo>
                    <a:cubicBezTo>
                      <a:pt x="7187" y="23822"/>
                      <a:pt x="7435" y="23946"/>
                      <a:pt x="7690" y="24063"/>
                    </a:cubicBezTo>
                    <a:cubicBezTo>
                      <a:pt x="7887" y="24158"/>
                      <a:pt x="8084" y="24246"/>
                      <a:pt x="8281" y="24340"/>
                    </a:cubicBezTo>
                    <a:cubicBezTo>
                      <a:pt x="8201" y="24355"/>
                      <a:pt x="8128" y="24370"/>
                      <a:pt x="8048" y="24384"/>
                    </a:cubicBezTo>
                    <a:lnTo>
                      <a:pt x="7975" y="24406"/>
                    </a:lnTo>
                    <a:cubicBezTo>
                      <a:pt x="7894" y="24421"/>
                      <a:pt x="7821" y="24435"/>
                      <a:pt x="7749" y="24457"/>
                    </a:cubicBezTo>
                    <a:cubicBezTo>
                      <a:pt x="7522" y="24515"/>
                      <a:pt x="7289" y="24588"/>
                      <a:pt x="7121" y="24749"/>
                    </a:cubicBezTo>
                    <a:cubicBezTo>
                      <a:pt x="7041" y="24844"/>
                      <a:pt x="6975" y="24946"/>
                      <a:pt x="6939" y="25063"/>
                    </a:cubicBezTo>
                    <a:cubicBezTo>
                      <a:pt x="6895" y="25172"/>
                      <a:pt x="6873" y="25289"/>
                      <a:pt x="6880" y="25413"/>
                    </a:cubicBezTo>
                    <a:cubicBezTo>
                      <a:pt x="6895" y="25639"/>
                      <a:pt x="6990" y="25858"/>
                      <a:pt x="7143" y="26026"/>
                    </a:cubicBezTo>
                    <a:cubicBezTo>
                      <a:pt x="7223" y="26113"/>
                      <a:pt x="7303" y="26194"/>
                      <a:pt x="7398" y="26267"/>
                    </a:cubicBezTo>
                    <a:cubicBezTo>
                      <a:pt x="7500" y="26347"/>
                      <a:pt x="7610" y="26420"/>
                      <a:pt x="7719" y="26485"/>
                    </a:cubicBezTo>
                    <a:cubicBezTo>
                      <a:pt x="7953" y="26617"/>
                      <a:pt x="8194" y="26733"/>
                      <a:pt x="8442" y="26836"/>
                    </a:cubicBezTo>
                    <a:cubicBezTo>
                      <a:pt x="8909" y="27011"/>
                      <a:pt x="9376" y="27164"/>
                      <a:pt x="9857" y="27288"/>
                    </a:cubicBezTo>
                    <a:cubicBezTo>
                      <a:pt x="11302" y="27667"/>
                      <a:pt x="12775" y="27901"/>
                      <a:pt x="14264" y="27996"/>
                    </a:cubicBezTo>
                    <a:cubicBezTo>
                      <a:pt x="14862" y="28032"/>
                      <a:pt x="15439" y="28054"/>
                      <a:pt x="15993" y="28054"/>
                    </a:cubicBezTo>
                    <a:cubicBezTo>
                      <a:pt x="16041" y="28054"/>
                      <a:pt x="16090" y="28055"/>
                      <a:pt x="16138" y="28055"/>
                    </a:cubicBezTo>
                    <a:cubicBezTo>
                      <a:pt x="17053" y="28055"/>
                      <a:pt x="17974" y="27989"/>
                      <a:pt x="18882" y="27864"/>
                    </a:cubicBezTo>
                    <a:cubicBezTo>
                      <a:pt x="19429" y="27784"/>
                      <a:pt x="19977" y="27675"/>
                      <a:pt x="20509" y="27536"/>
                    </a:cubicBezTo>
                    <a:cubicBezTo>
                      <a:pt x="20874" y="27529"/>
                      <a:pt x="21232" y="27478"/>
                      <a:pt x="21582" y="27383"/>
                    </a:cubicBezTo>
                    <a:cubicBezTo>
                      <a:pt x="21874" y="27310"/>
                      <a:pt x="22158" y="27215"/>
                      <a:pt x="22443" y="27098"/>
                    </a:cubicBezTo>
                    <a:cubicBezTo>
                      <a:pt x="21881" y="26726"/>
                      <a:pt x="21341" y="26347"/>
                      <a:pt x="20808" y="25960"/>
                    </a:cubicBezTo>
                    <a:cubicBezTo>
                      <a:pt x="19437" y="24961"/>
                      <a:pt x="18138" y="23866"/>
                      <a:pt x="16934" y="22677"/>
                    </a:cubicBezTo>
                    <a:cubicBezTo>
                      <a:pt x="16635" y="22370"/>
                      <a:pt x="16336" y="22064"/>
                      <a:pt x="16051" y="21743"/>
                    </a:cubicBezTo>
                    <a:cubicBezTo>
                      <a:pt x="15760" y="21429"/>
                      <a:pt x="15460" y="21101"/>
                      <a:pt x="15176" y="20773"/>
                    </a:cubicBezTo>
                    <a:cubicBezTo>
                      <a:pt x="14600" y="20116"/>
                      <a:pt x="14038" y="19445"/>
                      <a:pt x="13498" y="18766"/>
                    </a:cubicBezTo>
                    <a:cubicBezTo>
                      <a:pt x="12418" y="17402"/>
                      <a:pt x="11418" y="15965"/>
                      <a:pt x="10514" y="14476"/>
                    </a:cubicBezTo>
                    <a:cubicBezTo>
                      <a:pt x="9631" y="13032"/>
                      <a:pt x="8850" y="11521"/>
                      <a:pt x="8186" y="9960"/>
                    </a:cubicBezTo>
                    <a:cubicBezTo>
                      <a:pt x="7858" y="9172"/>
                      <a:pt x="7559" y="8377"/>
                      <a:pt x="7296" y="7559"/>
                    </a:cubicBezTo>
                    <a:cubicBezTo>
                      <a:pt x="7041" y="6750"/>
                      <a:pt x="6822" y="5932"/>
                      <a:pt x="6647" y="5101"/>
                    </a:cubicBezTo>
                    <a:cubicBezTo>
                      <a:pt x="6457" y="4225"/>
                      <a:pt x="6318" y="3342"/>
                      <a:pt x="6231" y="2452"/>
                    </a:cubicBezTo>
                    <a:cubicBezTo>
                      <a:pt x="6187" y="2015"/>
                      <a:pt x="6158" y="1569"/>
                      <a:pt x="6151" y="1132"/>
                    </a:cubicBezTo>
                    <a:cubicBezTo>
                      <a:pt x="6136" y="752"/>
                      <a:pt x="6143" y="373"/>
                      <a:pt x="61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42"/>
              <p:cNvSpPr/>
              <p:nvPr/>
            </p:nvSpPr>
            <p:spPr>
              <a:xfrm>
                <a:off x="4531465" y="3870515"/>
                <a:ext cx="804971" cy="918105"/>
              </a:xfrm>
              <a:custGeom>
                <a:avLst/>
                <a:gdLst/>
                <a:ahLst/>
                <a:cxnLst/>
                <a:rect l="l" t="t" r="r" b="b"/>
                <a:pathLst>
                  <a:path w="24647" h="28111" extrusionOk="0">
                    <a:moveTo>
                      <a:pt x="3948" y="1"/>
                    </a:moveTo>
                    <a:cubicBezTo>
                      <a:pt x="3918" y="1"/>
                      <a:pt x="3896" y="22"/>
                      <a:pt x="3896" y="52"/>
                    </a:cubicBezTo>
                    <a:cubicBezTo>
                      <a:pt x="3940" y="708"/>
                      <a:pt x="4006" y="1358"/>
                      <a:pt x="4108" y="2007"/>
                    </a:cubicBezTo>
                    <a:cubicBezTo>
                      <a:pt x="4203" y="2656"/>
                      <a:pt x="4334" y="3320"/>
                      <a:pt x="4495" y="3970"/>
                    </a:cubicBezTo>
                    <a:cubicBezTo>
                      <a:pt x="4663" y="4648"/>
                      <a:pt x="4860" y="5319"/>
                      <a:pt x="5078" y="5983"/>
                    </a:cubicBezTo>
                    <a:lnTo>
                      <a:pt x="5078" y="5991"/>
                    </a:lnTo>
                    <a:cubicBezTo>
                      <a:pt x="4984" y="5991"/>
                      <a:pt x="4881" y="5983"/>
                      <a:pt x="4787" y="5976"/>
                    </a:cubicBezTo>
                    <a:cubicBezTo>
                      <a:pt x="4356" y="5918"/>
                      <a:pt x="3933" y="5808"/>
                      <a:pt x="3532" y="5648"/>
                    </a:cubicBezTo>
                    <a:cubicBezTo>
                      <a:pt x="3028" y="5451"/>
                      <a:pt x="2554" y="5195"/>
                      <a:pt x="2116" y="4874"/>
                    </a:cubicBezTo>
                    <a:lnTo>
                      <a:pt x="2116" y="4874"/>
                    </a:lnTo>
                    <a:lnTo>
                      <a:pt x="2131" y="4882"/>
                    </a:lnTo>
                    <a:cubicBezTo>
                      <a:pt x="2000" y="4794"/>
                      <a:pt x="1883" y="4692"/>
                      <a:pt x="1766" y="4582"/>
                    </a:cubicBezTo>
                    <a:cubicBezTo>
                      <a:pt x="1751" y="4575"/>
                      <a:pt x="1744" y="4568"/>
                      <a:pt x="1730" y="4568"/>
                    </a:cubicBezTo>
                    <a:cubicBezTo>
                      <a:pt x="1715" y="4568"/>
                      <a:pt x="1700" y="4575"/>
                      <a:pt x="1693" y="4582"/>
                    </a:cubicBezTo>
                    <a:cubicBezTo>
                      <a:pt x="1678" y="4604"/>
                      <a:pt x="1678" y="4634"/>
                      <a:pt x="1693" y="4655"/>
                    </a:cubicBezTo>
                    <a:cubicBezTo>
                      <a:pt x="1927" y="4860"/>
                      <a:pt x="2175" y="5057"/>
                      <a:pt x="2430" y="5225"/>
                    </a:cubicBezTo>
                    <a:cubicBezTo>
                      <a:pt x="2715" y="5414"/>
                      <a:pt x="3014" y="5582"/>
                      <a:pt x="3327" y="5728"/>
                    </a:cubicBezTo>
                    <a:cubicBezTo>
                      <a:pt x="3634" y="5874"/>
                      <a:pt x="3955" y="5991"/>
                      <a:pt x="4276" y="6085"/>
                    </a:cubicBezTo>
                    <a:cubicBezTo>
                      <a:pt x="4429" y="6129"/>
                      <a:pt x="4582" y="6158"/>
                      <a:pt x="4736" y="6188"/>
                    </a:cubicBezTo>
                    <a:cubicBezTo>
                      <a:pt x="4881" y="6209"/>
                      <a:pt x="5020" y="6224"/>
                      <a:pt x="5166" y="6231"/>
                    </a:cubicBezTo>
                    <a:cubicBezTo>
                      <a:pt x="5356" y="6786"/>
                      <a:pt x="5560" y="7340"/>
                      <a:pt x="5779" y="7880"/>
                    </a:cubicBezTo>
                    <a:cubicBezTo>
                      <a:pt x="6326" y="9201"/>
                      <a:pt x="6954" y="10492"/>
                      <a:pt x="7661" y="11733"/>
                    </a:cubicBezTo>
                    <a:cubicBezTo>
                      <a:pt x="8077" y="12469"/>
                      <a:pt x="8522" y="13192"/>
                      <a:pt x="8982" y="13899"/>
                    </a:cubicBezTo>
                    <a:lnTo>
                      <a:pt x="8836" y="13936"/>
                    </a:lnTo>
                    <a:cubicBezTo>
                      <a:pt x="8697" y="13972"/>
                      <a:pt x="8559" y="14009"/>
                      <a:pt x="8413" y="14038"/>
                    </a:cubicBezTo>
                    <a:cubicBezTo>
                      <a:pt x="8150" y="14104"/>
                      <a:pt x="7880" y="14155"/>
                      <a:pt x="7610" y="14199"/>
                    </a:cubicBezTo>
                    <a:cubicBezTo>
                      <a:pt x="7406" y="14228"/>
                      <a:pt x="7202" y="14250"/>
                      <a:pt x="6997" y="14264"/>
                    </a:cubicBezTo>
                    <a:cubicBezTo>
                      <a:pt x="6786" y="14286"/>
                      <a:pt x="6567" y="14293"/>
                      <a:pt x="6355" y="14293"/>
                    </a:cubicBezTo>
                    <a:cubicBezTo>
                      <a:pt x="5910" y="14293"/>
                      <a:pt x="5472" y="14272"/>
                      <a:pt x="5027" y="14213"/>
                    </a:cubicBezTo>
                    <a:lnTo>
                      <a:pt x="5057" y="14213"/>
                    </a:lnTo>
                    <a:cubicBezTo>
                      <a:pt x="3948" y="14089"/>
                      <a:pt x="2853" y="13819"/>
                      <a:pt x="1810" y="13411"/>
                    </a:cubicBezTo>
                    <a:cubicBezTo>
                      <a:pt x="1212" y="13177"/>
                      <a:pt x="628" y="12893"/>
                      <a:pt x="81" y="12542"/>
                    </a:cubicBezTo>
                    <a:lnTo>
                      <a:pt x="59" y="12542"/>
                    </a:lnTo>
                    <a:cubicBezTo>
                      <a:pt x="37" y="12542"/>
                      <a:pt x="22" y="12550"/>
                      <a:pt x="15" y="12564"/>
                    </a:cubicBezTo>
                    <a:cubicBezTo>
                      <a:pt x="0" y="12586"/>
                      <a:pt x="8" y="12615"/>
                      <a:pt x="37" y="12630"/>
                    </a:cubicBezTo>
                    <a:cubicBezTo>
                      <a:pt x="409" y="12871"/>
                      <a:pt x="788" y="13082"/>
                      <a:pt x="1190" y="13272"/>
                    </a:cubicBezTo>
                    <a:cubicBezTo>
                      <a:pt x="1613" y="13476"/>
                      <a:pt x="2051" y="13659"/>
                      <a:pt x="2496" y="13812"/>
                    </a:cubicBezTo>
                    <a:cubicBezTo>
                      <a:pt x="2963" y="13980"/>
                      <a:pt x="3437" y="14111"/>
                      <a:pt x="3918" y="14228"/>
                    </a:cubicBezTo>
                    <a:cubicBezTo>
                      <a:pt x="4400" y="14345"/>
                      <a:pt x="4889" y="14432"/>
                      <a:pt x="5385" y="14490"/>
                    </a:cubicBezTo>
                    <a:cubicBezTo>
                      <a:pt x="5886" y="14550"/>
                      <a:pt x="6386" y="14582"/>
                      <a:pt x="6887" y="14582"/>
                    </a:cubicBezTo>
                    <a:cubicBezTo>
                      <a:pt x="7058" y="14582"/>
                      <a:pt x="7228" y="14578"/>
                      <a:pt x="7399" y="14571"/>
                    </a:cubicBezTo>
                    <a:cubicBezTo>
                      <a:pt x="7734" y="14556"/>
                      <a:pt x="8070" y="14520"/>
                      <a:pt x="8398" y="14461"/>
                    </a:cubicBezTo>
                    <a:cubicBezTo>
                      <a:pt x="8551" y="14432"/>
                      <a:pt x="8705" y="14403"/>
                      <a:pt x="8851" y="14359"/>
                    </a:cubicBezTo>
                    <a:cubicBezTo>
                      <a:pt x="8975" y="14323"/>
                      <a:pt x="9099" y="14279"/>
                      <a:pt x="9215" y="14228"/>
                    </a:cubicBezTo>
                    <a:cubicBezTo>
                      <a:pt x="9493" y="14629"/>
                      <a:pt x="9763" y="15030"/>
                      <a:pt x="10047" y="15424"/>
                    </a:cubicBezTo>
                    <a:cubicBezTo>
                      <a:pt x="10981" y="16723"/>
                      <a:pt x="11988" y="17978"/>
                      <a:pt x="13060" y="19167"/>
                    </a:cubicBezTo>
                    <a:lnTo>
                      <a:pt x="13002" y="19182"/>
                    </a:lnTo>
                    <a:cubicBezTo>
                      <a:pt x="12863" y="19226"/>
                      <a:pt x="12732" y="19262"/>
                      <a:pt x="12586" y="19299"/>
                    </a:cubicBezTo>
                    <a:cubicBezTo>
                      <a:pt x="12316" y="19372"/>
                      <a:pt x="12032" y="19437"/>
                      <a:pt x="11754" y="19503"/>
                    </a:cubicBezTo>
                    <a:cubicBezTo>
                      <a:pt x="10853" y="19686"/>
                      <a:pt x="9937" y="19773"/>
                      <a:pt x="9018" y="19773"/>
                    </a:cubicBezTo>
                    <a:cubicBezTo>
                      <a:pt x="8800" y="19773"/>
                      <a:pt x="8581" y="19768"/>
                      <a:pt x="8362" y="19758"/>
                    </a:cubicBezTo>
                    <a:lnTo>
                      <a:pt x="8420" y="19758"/>
                    </a:lnTo>
                    <a:lnTo>
                      <a:pt x="8216" y="19744"/>
                    </a:lnTo>
                    <a:cubicBezTo>
                      <a:pt x="7851" y="19729"/>
                      <a:pt x="7493" y="19700"/>
                      <a:pt x="7136" y="19656"/>
                    </a:cubicBezTo>
                    <a:cubicBezTo>
                      <a:pt x="6764" y="19612"/>
                      <a:pt x="6392" y="19554"/>
                      <a:pt x="6027" y="19496"/>
                    </a:cubicBezTo>
                    <a:cubicBezTo>
                      <a:pt x="5655" y="19437"/>
                      <a:pt x="5297" y="19357"/>
                      <a:pt x="4933" y="19269"/>
                    </a:cubicBezTo>
                    <a:cubicBezTo>
                      <a:pt x="4568" y="19189"/>
                      <a:pt x="4225" y="19087"/>
                      <a:pt x="3882" y="18985"/>
                    </a:cubicBezTo>
                    <a:lnTo>
                      <a:pt x="3896" y="18985"/>
                    </a:lnTo>
                    <a:cubicBezTo>
                      <a:pt x="3203" y="18766"/>
                      <a:pt x="2518" y="18496"/>
                      <a:pt x="1861" y="18182"/>
                    </a:cubicBezTo>
                    <a:lnTo>
                      <a:pt x="1839" y="18182"/>
                    </a:lnTo>
                    <a:cubicBezTo>
                      <a:pt x="1788" y="18182"/>
                      <a:pt x="1781" y="18248"/>
                      <a:pt x="1817" y="18270"/>
                    </a:cubicBezTo>
                    <a:cubicBezTo>
                      <a:pt x="2248" y="18474"/>
                      <a:pt x="2678" y="18671"/>
                      <a:pt x="3116" y="18846"/>
                    </a:cubicBezTo>
                    <a:cubicBezTo>
                      <a:pt x="3583" y="19029"/>
                      <a:pt x="4050" y="19189"/>
                      <a:pt x="4524" y="19342"/>
                    </a:cubicBezTo>
                    <a:cubicBezTo>
                      <a:pt x="4765" y="19415"/>
                      <a:pt x="5013" y="19496"/>
                      <a:pt x="5254" y="19561"/>
                    </a:cubicBezTo>
                    <a:cubicBezTo>
                      <a:pt x="5502" y="19634"/>
                      <a:pt x="5757" y="19700"/>
                      <a:pt x="6005" y="19766"/>
                    </a:cubicBezTo>
                    <a:cubicBezTo>
                      <a:pt x="6253" y="19824"/>
                      <a:pt x="6508" y="19882"/>
                      <a:pt x="6771" y="19933"/>
                    </a:cubicBezTo>
                    <a:cubicBezTo>
                      <a:pt x="7026" y="19977"/>
                      <a:pt x="7282" y="20028"/>
                      <a:pt x="7537" y="20065"/>
                    </a:cubicBezTo>
                    <a:cubicBezTo>
                      <a:pt x="8048" y="20145"/>
                      <a:pt x="8566" y="20203"/>
                      <a:pt x="9084" y="20225"/>
                    </a:cubicBezTo>
                    <a:cubicBezTo>
                      <a:pt x="9343" y="20240"/>
                      <a:pt x="9604" y="20247"/>
                      <a:pt x="9865" y="20247"/>
                    </a:cubicBezTo>
                    <a:cubicBezTo>
                      <a:pt x="10125" y="20247"/>
                      <a:pt x="10386" y="20240"/>
                      <a:pt x="10645" y="20225"/>
                    </a:cubicBezTo>
                    <a:cubicBezTo>
                      <a:pt x="11141" y="20196"/>
                      <a:pt x="11638" y="20130"/>
                      <a:pt x="12119" y="20043"/>
                    </a:cubicBezTo>
                    <a:cubicBezTo>
                      <a:pt x="12375" y="19992"/>
                      <a:pt x="12630" y="19926"/>
                      <a:pt x="12878" y="19846"/>
                    </a:cubicBezTo>
                    <a:cubicBezTo>
                      <a:pt x="12987" y="19809"/>
                      <a:pt x="13090" y="19773"/>
                      <a:pt x="13199" y="19729"/>
                    </a:cubicBezTo>
                    <a:cubicBezTo>
                      <a:pt x="13294" y="19693"/>
                      <a:pt x="13374" y="19656"/>
                      <a:pt x="13462" y="19612"/>
                    </a:cubicBezTo>
                    <a:cubicBezTo>
                      <a:pt x="14235" y="20451"/>
                      <a:pt x="15045" y="21268"/>
                      <a:pt x="15877" y="22049"/>
                    </a:cubicBezTo>
                    <a:cubicBezTo>
                      <a:pt x="16409" y="22545"/>
                      <a:pt x="16956" y="23034"/>
                      <a:pt x="17511" y="23508"/>
                    </a:cubicBezTo>
                    <a:cubicBezTo>
                      <a:pt x="17540" y="23559"/>
                      <a:pt x="17591" y="23596"/>
                      <a:pt x="17642" y="23618"/>
                    </a:cubicBezTo>
                    <a:cubicBezTo>
                      <a:pt x="18131" y="24026"/>
                      <a:pt x="18627" y="24428"/>
                      <a:pt x="19131" y="24814"/>
                    </a:cubicBezTo>
                    <a:cubicBezTo>
                      <a:pt x="20203" y="25639"/>
                      <a:pt x="21319" y="26405"/>
                      <a:pt x="22472" y="27098"/>
                    </a:cubicBezTo>
                    <a:cubicBezTo>
                      <a:pt x="22771" y="27280"/>
                      <a:pt x="23071" y="27456"/>
                      <a:pt x="23377" y="27623"/>
                    </a:cubicBezTo>
                    <a:cubicBezTo>
                      <a:pt x="23661" y="27784"/>
                      <a:pt x="23953" y="27937"/>
                      <a:pt x="24245" y="28090"/>
                    </a:cubicBezTo>
                    <a:cubicBezTo>
                      <a:pt x="24281" y="28104"/>
                      <a:pt x="24318" y="28110"/>
                      <a:pt x="24354" y="28110"/>
                    </a:cubicBezTo>
                    <a:cubicBezTo>
                      <a:pt x="24471" y="28110"/>
                      <a:pt x="24580" y="28041"/>
                      <a:pt x="24625" y="27930"/>
                    </a:cubicBezTo>
                    <a:cubicBezTo>
                      <a:pt x="24646" y="27864"/>
                      <a:pt x="24639" y="27784"/>
                      <a:pt x="24610" y="27718"/>
                    </a:cubicBezTo>
                    <a:cubicBezTo>
                      <a:pt x="24581" y="27653"/>
                      <a:pt x="24522" y="27594"/>
                      <a:pt x="24457" y="27565"/>
                    </a:cubicBezTo>
                    <a:cubicBezTo>
                      <a:pt x="24114" y="27390"/>
                      <a:pt x="23786" y="27200"/>
                      <a:pt x="23457" y="27018"/>
                    </a:cubicBezTo>
                    <a:cubicBezTo>
                      <a:pt x="21633" y="25960"/>
                      <a:pt x="19897" y="24763"/>
                      <a:pt x="18262" y="23435"/>
                    </a:cubicBezTo>
                    <a:cubicBezTo>
                      <a:pt x="18328" y="23399"/>
                      <a:pt x="18386" y="23370"/>
                      <a:pt x="18445" y="23333"/>
                    </a:cubicBezTo>
                    <a:cubicBezTo>
                      <a:pt x="18656" y="23209"/>
                      <a:pt x="18861" y="23078"/>
                      <a:pt x="19065" y="22932"/>
                    </a:cubicBezTo>
                    <a:cubicBezTo>
                      <a:pt x="19444" y="22655"/>
                      <a:pt x="19809" y="22348"/>
                      <a:pt x="20152" y="22013"/>
                    </a:cubicBezTo>
                    <a:cubicBezTo>
                      <a:pt x="20874" y="21312"/>
                      <a:pt x="21524" y="20546"/>
                      <a:pt x="22086" y="19714"/>
                    </a:cubicBezTo>
                    <a:cubicBezTo>
                      <a:pt x="22348" y="19335"/>
                      <a:pt x="22596" y="18941"/>
                      <a:pt x="22815" y="18540"/>
                    </a:cubicBezTo>
                    <a:cubicBezTo>
                      <a:pt x="22925" y="18335"/>
                      <a:pt x="23027" y="18138"/>
                      <a:pt x="23129" y="17934"/>
                    </a:cubicBezTo>
                    <a:cubicBezTo>
                      <a:pt x="23231" y="17730"/>
                      <a:pt x="23333" y="17511"/>
                      <a:pt x="23428" y="17292"/>
                    </a:cubicBezTo>
                    <a:cubicBezTo>
                      <a:pt x="23778" y="16519"/>
                      <a:pt x="24041" y="15709"/>
                      <a:pt x="24223" y="14877"/>
                    </a:cubicBezTo>
                    <a:cubicBezTo>
                      <a:pt x="24231" y="14841"/>
                      <a:pt x="24201" y="14812"/>
                      <a:pt x="24172" y="14804"/>
                    </a:cubicBezTo>
                    <a:lnTo>
                      <a:pt x="24165" y="14804"/>
                    </a:lnTo>
                    <a:cubicBezTo>
                      <a:pt x="24128" y="14812"/>
                      <a:pt x="24107" y="14833"/>
                      <a:pt x="24099" y="14863"/>
                    </a:cubicBezTo>
                    <a:cubicBezTo>
                      <a:pt x="24085" y="14950"/>
                      <a:pt x="24063" y="15045"/>
                      <a:pt x="24034" y="15140"/>
                    </a:cubicBezTo>
                    <a:lnTo>
                      <a:pt x="24034" y="15125"/>
                    </a:lnTo>
                    <a:cubicBezTo>
                      <a:pt x="23778" y="16088"/>
                      <a:pt x="23399" y="17015"/>
                      <a:pt x="22903" y="17883"/>
                    </a:cubicBezTo>
                    <a:cubicBezTo>
                      <a:pt x="22757" y="18138"/>
                      <a:pt x="22604" y="18387"/>
                      <a:pt x="22443" y="18635"/>
                    </a:cubicBezTo>
                    <a:cubicBezTo>
                      <a:pt x="22275" y="18897"/>
                      <a:pt x="22100" y="19153"/>
                      <a:pt x="21918" y="19401"/>
                    </a:cubicBezTo>
                    <a:cubicBezTo>
                      <a:pt x="21728" y="19656"/>
                      <a:pt x="21553" y="19882"/>
                      <a:pt x="21356" y="20108"/>
                    </a:cubicBezTo>
                    <a:cubicBezTo>
                      <a:pt x="21152" y="20342"/>
                      <a:pt x="20947" y="20583"/>
                      <a:pt x="20728" y="20802"/>
                    </a:cubicBezTo>
                    <a:cubicBezTo>
                      <a:pt x="20057" y="21495"/>
                      <a:pt x="19306" y="22093"/>
                      <a:pt x="18489" y="22604"/>
                    </a:cubicBezTo>
                    <a:cubicBezTo>
                      <a:pt x="18357" y="22677"/>
                      <a:pt x="18226" y="22757"/>
                      <a:pt x="18095" y="22830"/>
                    </a:cubicBezTo>
                    <a:cubicBezTo>
                      <a:pt x="17985" y="22896"/>
                      <a:pt x="17868" y="22954"/>
                      <a:pt x="17759" y="23020"/>
                    </a:cubicBezTo>
                    <a:cubicBezTo>
                      <a:pt x="17453" y="22764"/>
                      <a:pt x="17146" y="22509"/>
                      <a:pt x="16847" y="22246"/>
                    </a:cubicBezTo>
                    <a:cubicBezTo>
                      <a:pt x="16205" y="21684"/>
                      <a:pt x="15592" y="21108"/>
                      <a:pt x="14986" y="20510"/>
                    </a:cubicBezTo>
                    <a:lnTo>
                      <a:pt x="14979" y="20502"/>
                    </a:lnTo>
                    <a:cubicBezTo>
                      <a:pt x="14585" y="20116"/>
                      <a:pt x="14206" y="19729"/>
                      <a:pt x="13826" y="19328"/>
                    </a:cubicBezTo>
                    <a:lnTo>
                      <a:pt x="13863" y="19306"/>
                    </a:lnTo>
                    <a:cubicBezTo>
                      <a:pt x="13950" y="19240"/>
                      <a:pt x="14045" y="19167"/>
                      <a:pt x="14126" y="19102"/>
                    </a:cubicBezTo>
                    <a:cubicBezTo>
                      <a:pt x="14293" y="18963"/>
                      <a:pt x="14454" y="18817"/>
                      <a:pt x="14607" y="18664"/>
                    </a:cubicBezTo>
                    <a:cubicBezTo>
                      <a:pt x="14921" y="18343"/>
                      <a:pt x="15213" y="18000"/>
                      <a:pt x="15483" y="17635"/>
                    </a:cubicBezTo>
                    <a:cubicBezTo>
                      <a:pt x="15753" y="17270"/>
                      <a:pt x="15993" y="16891"/>
                      <a:pt x="16220" y="16504"/>
                    </a:cubicBezTo>
                    <a:cubicBezTo>
                      <a:pt x="16453" y="16096"/>
                      <a:pt x="16665" y="15687"/>
                      <a:pt x="16862" y="15257"/>
                    </a:cubicBezTo>
                    <a:cubicBezTo>
                      <a:pt x="17051" y="14833"/>
                      <a:pt x="17226" y="14410"/>
                      <a:pt x="17387" y="13972"/>
                    </a:cubicBezTo>
                    <a:cubicBezTo>
                      <a:pt x="17547" y="13535"/>
                      <a:pt x="17686" y="13090"/>
                      <a:pt x="17810" y="12645"/>
                    </a:cubicBezTo>
                    <a:cubicBezTo>
                      <a:pt x="18058" y="11776"/>
                      <a:pt x="18248" y="10901"/>
                      <a:pt x="18386" y="10011"/>
                    </a:cubicBezTo>
                    <a:cubicBezTo>
                      <a:pt x="18467" y="9544"/>
                      <a:pt x="18525" y="9070"/>
                      <a:pt x="18569" y="8595"/>
                    </a:cubicBezTo>
                    <a:cubicBezTo>
                      <a:pt x="18576" y="8551"/>
                      <a:pt x="18547" y="8522"/>
                      <a:pt x="18503" y="8522"/>
                    </a:cubicBezTo>
                    <a:cubicBezTo>
                      <a:pt x="18474" y="8522"/>
                      <a:pt x="18445" y="8544"/>
                      <a:pt x="18445" y="8581"/>
                    </a:cubicBezTo>
                    <a:cubicBezTo>
                      <a:pt x="18357" y="9544"/>
                      <a:pt x="18189" y="10500"/>
                      <a:pt x="17956" y="11441"/>
                    </a:cubicBezTo>
                    <a:cubicBezTo>
                      <a:pt x="17861" y="11791"/>
                      <a:pt x="17766" y="12141"/>
                      <a:pt x="17657" y="12491"/>
                    </a:cubicBezTo>
                    <a:cubicBezTo>
                      <a:pt x="17598" y="12666"/>
                      <a:pt x="17540" y="12842"/>
                      <a:pt x="17482" y="13017"/>
                    </a:cubicBezTo>
                    <a:cubicBezTo>
                      <a:pt x="17416" y="13192"/>
                      <a:pt x="17350" y="13367"/>
                      <a:pt x="17285" y="13535"/>
                    </a:cubicBezTo>
                    <a:cubicBezTo>
                      <a:pt x="17153" y="13885"/>
                      <a:pt x="17007" y="14228"/>
                      <a:pt x="16854" y="14571"/>
                    </a:cubicBezTo>
                    <a:cubicBezTo>
                      <a:pt x="16701" y="14906"/>
                      <a:pt x="16533" y="15213"/>
                      <a:pt x="16358" y="15534"/>
                    </a:cubicBezTo>
                    <a:cubicBezTo>
                      <a:pt x="16125" y="15957"/>
                      <a:pt x="15862" y="16366"/>
                      <a:pt x="15577" y="16760"/>
                    </a:cubicBezTo>
                    <a:cubicBezTo>
                      <a:pt x="15300" y="17139"/>
                      <a:pt x="15001" y="17496"/>
                      <a:pt x="14673" y="17839"/>
                    </a:cubicBezTo>
                    <a:cubicBezTo>
                      <a:pt x="14461" y="18051"/>
                      <a:pt x="14242" y="18255"/>
                      <a:pt x="14009" y="18452"/>
                    </a:cubicBezTo>
                    <a:cubicBezTo>
                      <a:pt x="13892" y="18554"/>
                      <a:pt x="13775" y="18657"/>
                      <a:pt x="13651" y="18751"/>
                    </a:cubicBezTo>
                    <a:cubicBezTo>
                      <a:pt x="13586" y="18802"/>
                      <a:pt x="13513" y="18861"/>
                      <a:pt x="13440" y="18912"/>
                    </a:cubicBezTo>
                    <a:cubicBezTo>
                      <a:pt x="12010" y="17372"/>
                      <a:pt x="10689" y="15724"/>
                      <a:pt x="9493" y="13994"/>
                    </a:cubicBezTo>
                    <a:cubicBezTo>
                      <a:pt x="9507" y="13980"/>
                      <a:pt x="9529" y="13965"/>
                      <a:pt x="9544" y="13951"/>
                    </a:cubicBezTo>
                    <a:cubicBezTo>
                      <a:pt x="9638" y="13856"/>
                      <a:pt x="9733" y="13761"/>
                      <a:pt x="9821" y="13666"/>
                    </a:cubicBezTo>
                    <a:cubicBezTo>
                      <a:pt x="9981" y="13491"/>
                      <a:pt x="10135" y="13309"/>
                      <a:pt x="10281" y="13119"/>
                    </a:cubicBezTo>
                    <a:cubicBezTo>
                      <a:pt x="10419" y="12922"/>
                      <a:pt x="10550" y="12725"/>
                      <a:pt x="10682" y="12521"/>
                    </a:cubicBezTo>
                    <a:cubicBezTo>
                      <a:pt x="10813" y="12316"/>
                      <a:pt x="10937" y="12090"/>
                      <a:pt x="11061" y="11864"/>
                    </a:cubicBezTo>
                    <a:cubicBezTo>
                      <a:pt x="11287" y="11426"/>
                      <a:pt x="11492" y="10981"/>
                      <a:pt x="11667" y="10521"/>
                    </a:cubicBezTo>
                    <a:cubicBezTo>
                      <a:pt x="11856" y="10062"/>
                      <a:pt x="12017" y="9588"/>
                      <a:pt x="12148" y="9106"/>
                    </a:cubicBezTo>
                    <a:cubicBezTo>
                      <a:pt x="12258" y="8734"/>
                      <a:pt x="12353" y="8362"/>
                      <a:pt x="12440" y="7982"/>
                    </a:cubicBezTo>
                    <a:cubicBezTo>
                      <a:pt x="12520" y="7618"/>
                      <a:pt x="12586" y="7253"/>
                      <a:pt x="12644" y="6888"/>
                    </a:cubicBezTo>
                    <a:cubicBezTo>
                      <a:pt x="12754" y="6166"/>
                      <a:pt x="12820" y="5443"/>
                      <a:pt x="12834" y="4714"/>
                    </a:cubicBezTo>
                    <a:cubicBezTo>
                      <a:pt x="12841" y="4685"/>
                      <a:pt x="12812" y="4655"/>
                      <a:pt x="12776" y="4648"/>
                    </a:cubicBezTo>
                    <a:cubicBezTo>
                      <a:pt x="12739" y="4648"/>
                      <a:pt x="12717" y="4670"/>
                      <a:pt x="12710" y="4699"/>
                    </a:cubicBezTo>
                    <a:cubicBezTo>
                      <a:pt x="12688" y="5764"/>
                      <a:pt x="12542" y="6815"/>
                      <a:pt x="12280" y="7844"/>
                    </a:cubicBezTo>
                    <a:cubicBezTo>
                      <a:pt x="12207" y="8128"/>
                      <a:pt x="12134" y="8406"/>
                      <a:pt x="12046" y="8683"/>
                    </a:cubicBezTo>
                    <a:cubicBezTo>
                      <a:pt x="11959" y="8982"/>
                      <a:pt x="11856" y="9274"/>
                      <a:pt x="11747" y="9558"/>
                    </a:cubicBezTo>
                    <a:cubicBezTo>
                      <a:pt x="11528" y="10120"/>
                      <a:pt x="11273" y="10675"/>
                      <a:pt x="10974" y="11200"/>
                    </a:cubicBezTo>
                    <a:cubicBezTo>
                      <a:pt x="10835" y="11441"/>
                      <a:pt x="10696" y="11681"/>
                      <a:pt x="10543" y="11915"/>
                    </a:cubicBezTo>
                    <a:cubicBezTo>
                      <a:pt x="10397" y="12148"/>
                      <a:pt x="10229" y="12375"/>
                      <a:pt x="10062" y="12601"/>
                    </a:cubicBezTo>
                    <a:cubicBezTo>
                      <a:pt x="9894" y="12827"/>
                      <a:pt x="9726" y="13039"/>
                      <a:pt x="9544" y="13250"/>
                    </a:cubicBezTo>
                    <a:cubicBezTo>
                      <a:pt x="9456" y="13360"/>
                      <a:pt x="9361" y="13462"/>
                      <a:pt x="9274" y="13571"/>
                    </a:cubicBezTo>
                    <a:lnTo>
                      <a:pt x="9230" y="13615"/>
                    </a:lnTo>
                    <a:cubicBezTo>
                      <a:pt x="8756" y="12907"/>
                      <a:pt x="8303" y="12185"/>
                      <a:pt x="7873" y="11448"/>
                    </a:cubicBezTo>
                    <a:lnTo>
                      <a:pt x="7873" y="11448"/>
                    </a:lnTo>
                    <a:lnTo>
                      <a:pt x="7880" y="11470"/>
                    </a:lnTo>
                    <a:cubicBezTo>
                      <a:pt x="7180" y="10281"/>
                      <a:pt x="6560" y="9048"/>
                      <a:pt x="6005" y="7785"/>
                    </a:cubicBezTo>
                    <a:cubicBezTo>
                      <a:pt x="5764" y="7238"/>
                      <a:pt x="5545" y="6676"/>
                      <a:pt x="5341" y="6115"/>
                    </a:cubicBezTo>
                    <a:cubicBezTo>
                      <a:pt x="5458" y="5991"/>
                      <a:pt x="5553" y="5859"/>
                      <a:pt x="5640" y="5721"/>
                    </a:cubicBezTo>
                    <a:cubicBezTo>
                      <a:pt x="5742" y="5553"/>
                      <a:pt x="5830" y="5378"/>
                      <a:pt x="5910" y="5195"/>
                    </a:cubicBezTo>
                    <a:cubicBezTo>
                      <a:pt x="6049" y="4845"/>
                      <a:pt x="6166" y="4480"/>
                      <a:pt x="6239" y="4108"/>
                    </a:cubicBezTo>
                    <a:cubicBezTo>
                      <a:pt x="6392" y="3357"/>
                      <a:pt x="6487" y="2591"/>
                      <a:pt x="6516" y="1825"/>
                    </a:cubicBezTo>
                    <a:cubicBezTo>
                      <a:pt x="6523" y="1803"/>
                      <a:pt x="6501" y="1781"/>
                      <a:pt x="6472" y="1773"/>
                    </a:cubicBezTo>
                    <a:cubicBezTo>
                      <a:pt x="6443" y="1773"/>
                      <a:pt x="6421" y="1795"/>
                      <a:pt x="6421" y="1817"/>
                    </a:cubicBezTo>
                    <a:cubicBezTo>
                      <a:pt x="6392" y="2445"/>
                      <a:pt x="6304" y="3065"/>
                      <a:pt x="6158" y="3678"/>
                    </a:cubicBezTo>
                    <a:cubicBezTo>
                      <a:pt x="6085" y="3955"/>
                      <a:pt x="5998" y="4232"/>
                      <a:pt x="5896" y="4495"/>
                    </a:cubicBezTo>
                    <a:cubicBezTo>
                      <a:pt x="5793" y="4750"/>
                      <a:pt x="5677" y="4998"/>
                      <a:pt x="5545" y="5239"/>
                    </a:cubicBezTo>
                    <a:cubicBezTo>
                      <a:pt x="5443" y="5421"/>
                      <a:pt x="5334" y="5589"/>
                      <a:pt x="5217" y="5757"/>
                    </a:cubicBezTo>
                    <a:cubicBezTo>
                      <a:pt x="5020" y="5188"/>
                      <a:pt x="4838" y="4612"/>
                      <a:pt x="4684" y="4028"/>
                    </a:cubicBezTo>
                    <a:lnTo>
                      <a:pt x="4684" y="4021"/>
                    </a:lnTo>
                    <a:cubicBezTo>
                      <a:pt x="4684" y="4013"/>
                      <a:pt x="4684" y="4013"/>
                      <a:pt x="4684" y="4006"/>
                    </a:cubicBezTo>
                    <a:cubicBezTo>
                      <a:pt x="4327" y="2707"/>
                      <a:pt x="4093" y="1379"/>
                      <a:pt x="3991" y="37"/>
                    </a:cubicBezTo>
                    <a:cubicBezTo>
                      <a:pt x="3991" y="15"/>
                      <a:pt x="396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42"/>
              <p:cNvSpPr/>
              <p:nvPr/>
            </p:nvSpPr>
            <p:spPr>
              <a:xfrm>
                <a:off x="4684212" y="4001348"/>
                <a:ext cx="33" cy="3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939A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42"/>
              <p:cNvSpPr/>
              <p:nvPr/>
            </p:nvSpPr>
            <p:spPr>
              <a:xfrm>
                <a:off x="4684212" y="4001348"/>
                <a:ext cx="261" cy="490"/>
              </a:xfrm>
              <a:custGeom>
                <a:avLst/>
                <a:gdLst/>
                <a:ahLst/>
                <a:cxnLst/>
                <a:rect l="l" t="t" r="r" b="b"/>
                <a:pathLst>
                  <a:path w="8" h="15" extrusionOk="0">
                    <a:moveTo>
                      <a:pt x="7" y="15"/>
                    </a:moveTo>
                    <a:lnTo>
                      <a:pt x="7" y="0"/>
                    </a:lnTo>
                    <a:lnTo>
                      <a:pt x="7" y="15"/>
                    </a:lnTo>
                    <a:cubicBezTo>
                      <a:pt x="0" y="15"/>
                      <a:pt x="0" y="15"/>
                      <a:pt x="7" y="15"/>
                    </a:cubicBezTo>
                    <a:close/>
                  </a:path>
                </a:pathLst>
              </a:custGeom>
              <a:solidFill>
                <a:srgbClr val="939A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6" name="Google Shape;346;p42"/>
            <p:cNvSpPr/>
            <p:nvPr/>
          </p:nvSpPr>
          <p:spPr>
            <a:xfrm>
              <a:off x="206765" y="4076515"/>
              <a:ext cx="804971" cy="918105"/>
            </a:xfrm>
            <a:custGeom>
              <a:avLst/>
              <a:gdLst/>
              <a:ahLst/>
              <a:cxnLst/>
              <a:rect l="l" t="t" r="r" b="b"/>
              <a:pathLst>
                <a:path w="24647" h="28111" extrusionOk="0">
                  <a:moveTo>
                    <a:pt x="3948" y="1"/>
                  </a:moveTo>
                  <a:cubicBezTo>
                    <a:pt x="3918" y="1"/>
                    <a:pt x="3896" y="22"/>
                    <a:pt x="3896" y="52"/>
                  </a:cubicBezTo>
                  <a:cubicBezTo>
                    <a:pt x="3940" y="708"/>
                    <a:pt x="4006" y="1358"/>
                    <a:pt x="4108" y="2007"/>
                  </a:cubicBezTo>
                  <a:cubicBezTo>
                    <a:pt x="4203" y="2656"/>
                    <a:pt x="4334" y="3320"/>
                    <a:pt x="4495" y="3970"/>
                  </a:cubicBezTo>
                  <a:cubicBezTo>
                    <a:pt x="4663" y="4648"/>
                    <a:pt x="4860" y="5319"/>
                    <a:pt x="5078" y="5983"/>
                  </a:cubicBezTo>
                  <a:lnTo>
                    <a:pt x="5078" y="5991"/>
                  </a:lnTo>
                  <a:cubicBezTo>
                    <a:pt x="4984" y="5991"/>
                    <a:pt x="4881" y="5983"/>
                    <a:pt x="4787" y="5976"/>
                  </a:cubicBezTo>
                  <a:cubicBezTo>
                    <a:pt x="4356" y="5918"/>
                    <a:pt x="3933" y="5808"/>
                    <a:pt x="3532" y="5648"/>
                  </a:cubicBezTo>
                  <a:cubicBezTo>
                    <a:pt x="3028" y="5451"/>
                    <a:pt x="2554" y="5195"/>
                    <a:pt x="2116" y="4874"/>
                  </a:cubicBezTo>
                  <a:lnTo>
                    <a:pt x="2116" y="4874"/>
                  </a:lnTo>
                  <a:lnTo>
                    <a:pt x="2131" y="4882"/>
                  </a:lnTo>
                  <a:cubicBezTo>
                    <a:pt x="2000" y="4794"/>
                    <a:pt x="1883" y="4692"/>
                    <a:pt x="1766" y="4582"/>
                  </a:cubicBezTo>
                  <a:cubicBezTo>
                    <a:pt x="1751" y="4575"/>
                    <a:pt x="1744" y="4568"/>
                    <a:pt x="1730" y="4568"/>
                  </a:cubicBezTo>
                  <a:cubicBezTo>
                    <a:pt x="1715" y="4568"/>
                    <a:pt x="1700" y="4575"/>
                    <a:pt x="1693" y="4582"/>
                  </a:cubicBezTo>
                  <a:cubicBezTo>
                    <a:pt x="1678" y="4604"/>
                    <a:pt x="1678" y="4634"/>
                    <a:pt x="1693" y="4655"/>
                  </a:cubicBezTo>
                  <a:cubicBezTo>
                    <a:pt x="1927" y="4860"/>
                    <a:pt x="2175" y="5057"/>
                    <a:pt x="2430" y="5225"/>
                  </a:cubicBezTo>
                  <a:cubicBezTo>
                    <a:pt x="2715" y="5414"/>
                    <a:pt x="3014" y="5582"/>
                    <a:pt x="3327" y="5728"/>
                  </a:cubicBezTo>
                  <a:cubicBezTo>
                    <a:pt x="3634" y="5874"/>
                    <a:pt x="3955" y="5991"/>
                    <a:pt x="4276" y="6085"/>
                  </a:cubicBezTo>
                  <a:cubicBezTo>
                    <a:pt x="4429" y="6129"/>
                    <a:pt x="4582" y="6158"/>
                    <a:pt x="4736" y="6188"/>
                  </a:cubicBezTo>
                  <a:cubicBezTo>
                    <a:pt x="4881" y="6209"/>
                    <a:pt x="5020" y="6224"/>
                    <a:pt x="5166" y="6231"/>
                  </a:cubicBezTo>
                  <a:cubicBezTo>
                    <a:pt x="5356" y="6786"/>
                    <a:pt x="5560" y="7340"/>
                    <a:pt x="5779" y="7880"/>
                  </a:cubicBezTo>
                  <a:cubicBezTo>
                    <a:pt x="6326" y="9201"/>
                    <a:pt x="6954" y="10492"/>
                    <a:pt x="7661" y="11733"/>
                  </a:cubicBezTo>
                  <a:cubicBezTo>
                    <a:pt x="8077" y="12469"/>
                    <a:pt x="8522" y="13192"/>
                    <a:pt x="8982" y="13899"/>
                  </a:cubicBezTo>
                  <a:lnTo>
                    <a:pt x="8836" y="13936"/>
                  </a:lnTo>
                  <a:cubicBezTo>
                    <a:pt x="8697" y="13972"/>
                    <a:pt x="8559" y="14009"/>
                    <a:pt x="8413" y="14038"/>
                  </a:cubicBezTo>
                  <a:cubicBezTo>
                    <a:pt x="8150" y="14104"/>
                    <a:pt x="7880" y="14155"/>
                    <a:pt x="7610" y="14199"/>
                  </a:cubicBezTo>
                  <a:cubicBezTo>
                    <a:pt x="7406" y="14228"/>
                    <a:pt x="7202" y="14250"/>
                    <a:pt x="6997" y="14264"/>
                  </a:cubicBezTo>
                  <a:cubicBezTo>
                    <a:pt x="6786" y="14286"/>
                    <a:pt x="6567" y="14293"/>
                    <a:pt x="6355" y="14293"/>
                  </a:cubicBezTo>
                  <a:cubicBezTo>
                    <a:pt x="5910" y="14293"/>
                    <a:pt x="5472" y="14272"/>
                    <a:pt x="5027" y="14213"/>
                  </a:cubicBezTo>
                  <a:lnTo>
                    <a:pt x="5057" y="14213"/>
                  </a:lnTo>
                  <a:cubicBezTo>
                    <a:pt x="3948" y="14089"/>
                    <a:pt x="2853" y="13819"/>
                    <a:pt x="1810" y="13411"/>
                  </a:cubicBezTo>
                  <a:cubicBezTo>
                    <a:pt x="1212" y="13177"/>
                    <a:pt x="628" y="12893"/>
                    <a:pt x="81" y="12542"/>
                  </a:cubicBezTo>
                  <a:lnTo>
                    <a:pt x="59" y="12542"/>
                  </a:lnTo>
                  <a:cubicBezTo>
                    <a:pt x="37" y="12542"/>
                    <a:pt x="22" y="12550"/>
                    <a:pt x="15" y="12564"/>
                  </a:cubicBezTo>
                  <a:cubicBezTo>
                    <a:pt x="0" y="12586"/>
                    <a:pt x="8" y="12615"/>
                    <a:pt x="37" y="12630"/>
                  </a:cubicBezTo>
                  <a:cubicBezTo>
                    <a:pt x="409" y="12871"/>
                    <a:pt x="788" y="13082"/>
                    <a:pt x="1190" y="13272"/>
                  </a:cubicBezTo>
                  <a:cubicBezTo>
                    <a:pt x="1613" y="13476"/>
                    <a:pt x="2051" y="13659"/>
                    <a:pt x="2496" y="13812"/>
                  </a:cubicBezTo>
                  <a:cubicBezTo>
                    <a:pt x="2963" y="13980"/>
                    <a:pt x="3437" y="14111"/>
                    <a:pt x="3918" y="14228"/>
                  </a:cubicBezTo>
                  <a:cubicBezTo>
                    <a:pt x="4400" y="14345"/>
                    <a:pt x="4889" y="14432"/>
                    <a:pt x="5385" y="14490"/>
                  </a:cubicBezTo>
                  <a:cubicBezTo>
                    <a:pt x="5886" y="14550"/>
                    <a:pt x="6386" y="14582"/>
                    <a:pt x="6887" y="14582"/>
                  </a:cubicBezTo>
                  <a:cubicBezTo>
                    <a:pt x="7058" y="14582"/>
                    <a:pt x="7228" y="14578"/>
                    <a:pt x="7399" y="14571"/>
                  </a:cubicBezTo>
                  <a:cubicBezTo>
                    <a:pt x="7734" y="14556"/>
                    <a:pt x="8070" y="14520"/>
                    <a:pt x="8398" y="14461"/>
                  </a:cubicBezTo>
                  <a:cubicBezTo>
                    <a:pt x="8551" y="14432"/>
                    <a:pt x="8705" y="14403"/>
                    <a:pt x="8851" y="14359"/>
                  </a:cubicBezTo>
                  <a:cubicBezTo>
                    <a:pt x="8975" y="14323"/>
                    <a:pt x="9099" y="14279"/>
                    <a:pt x="9215" y="14228"/>
                  </a:cubicBezTo>
                  <a:cubicBezTo>
                    <a:pt x="9493" y="14629"/>
                    <a:pt x="9763" y="15030"/>
                    <a:pt x="10047" y="15424"/>
                  </a:cubicBezTo>
                  <a:cubicBezTo>
                    <a:pt x="10981" y="16723"/>
                    <a:pt x="11988" y="17978"/>
                    <a:pt x="13060" y="19167"/>
                  </a:cubicBezTo>
                  <a:lnTo>
                    <a:pt x="13002" y="19182"/>
                  </a:lnTo>
                  <a:cubicBezTo>
                    <a:pt x="12863" y="19226"/>
                    <a:pt x="12732" y="19262"/>
                    <a:pt x="12586" y="19299"/>
                  </a:cubicBezTo>
                  <a:cubicBezTo>
                    <a:pt x="12316" y="19372"/>
                    <a:pt x="12032" y="19437"/>
                    <a:pt x="11754" y="19503"/>
                  </a:cubicBezTo>
                  <a:cubicBezTo>
                    <a:pt x="10853" y="19686"/>
                    <a:pt x="9937" y="19773"/>
                    <a:pt x="9018" y="19773"/>
                  </a:cubicBezTo>
                  <a:cubicBezTo>
                    <a:pt x="8800" y="19773"/>
                    <a:pt x="8581" y="19768"/>
                    <a:pt x="8362" y="19758"/>
                  </a:cubicBezTo>
                  <a:lnTo>
                    <a:pt x="8420" y="19758"/>
                  </a:lnTo>
                  <a:lnTo>
                    <a:pt x="8216" y="19744"/>
                  </a:lnTo>
                  <a:cubicBezTo>
                    <a:pt x="7851" y="19729"/>
                    <a:pt x="7493" y="19700"/>
                    <a:pt x="7136" y="19656"/>
                  </a:cubicBezTo>
                  <a:cubicBezTo>
                    <a:pt x="6764" y="19612"/>
                    <a:pt x="6392" y="19554"/>
                    <a:pt x="6027" y="19496"/>
                  </a:cubicBezTo>
                  <a:cubicBezTo>
                    <a:pt x="5655" y="19437"/>
                    <a:pt x="5297" y="19357"/>
                    <a:pt x="4933" y="19269"/>
                  </a:cubicBezTo>
                  <a:cubicBezTo>
                    <a:pt x="4568" y="19189"/>
                    <a:pt x="4225" y="19087"/>
                    <a:pt x="3882" y="18985"/>
                  </a:cubicBezTo>
                  <a:lnTo>
                    <a:pt x="3896" y="18985"/>
                  </a:lnTo>
                  <a:cubicBezTo>
                    <a:pt x="3203" y="18766"/>
                    <a:pt x="2518" y="18496"/>
                    <a:pt x="1861" y="18182"/>
                  </a:cubicBezTo>
                  <a:lnTo>
                    <a:pt x="1839" y="18182"/>
                  </a:lnTo>
                  <a:cubicBezTo>
                    <a:pt x="1788" y="18182"/>
                    <a:pt x="1781" y="18248"/>
                    <a:pt x="1817" y="18270"/>
                  </a:cubicBezTo>
                  <a:cubicBezTo>
                    <a:pt x="2248" y="18474"/>
                    <a:pt x="2678" y="18671"/>
                    <a:pt x="3116" y="18846"/>
                  </a:cubicBezTo>
                  <a:cubicBezTo>
                    <a:pt x="3583" y="19029"/>
                    <a:pt x="4050" y="19189"/>
                    <a:pt x="4524" y="19342"/>
                  </a:cubicBezTo>
                  <a:cubicBezTo>
                    <a:pt x="4765" y="19415"/>
                    <a:pt x="5013" y="19496"/>
                    <a:pt x="5254" y="19561"/>
                  </a:cubicBezTo>
                  <a:cubicBezTo>
                    <a:pt x="5502" y="19634"/>
                    <a:pt x="5757" y="19700"/>
                    <a:pt x="6005" y="19766"/>
                  </a:cubicBezTo>
                  <a:cubicBezTo>
                    <a:pt x="6253" y="19824"/>
                    <a:pt x="6508" y="19882"/>
                    <a:pt x="6771" y="19933"/>
                  </a:cubicBezTo>
                  <a:cubicBezTo>
                    <a:pt x="7026" y="19977"/>
                    <a:pt x="7282" y="20028"/>
                    <a:pt x="7537" y="20065"/>
                  </a:cubicBezTo>
                  <a:cubicBezTo>
                    <a:pt x="8048" y="20145"/>
                    <a:pt x="8566" y="20203"/>
                    <a:pt x="9084" y="20225"/>
                  </a:cubicBezTo>
                  <a:cubicBezTo>
                    <a:pt x="9343" y="20240"/>
                    <a:pt x="9604" y="20247"/>
                    <a:pt x="9865" y="20247"/>
                  </a:cubicBezTo>
                  <a:cubicBezTo>
                    <a:pt x="10125" y="20247"/>
                    <a:pt x="10386" y="20240"/>
                    <a:pt x="10645" y="20225"/>
                  </a:cubicBezTo>
                  <a:cubicBezTo>
                    <a:pt x="11141" y="20196"/>
                    <a:pt x="11638" y="20130"/>
                    <a:pt x="12119" y="20043"/>
                  </a:cubicBezTo>
                  <a:cubicBezTo>
                    <a:pt x="12375" y="19992"/>
                    <a:pt x="12630" y="19926"/>
                    <a:pt x="12878" y="19846"/>
                  </a:cubicBezTo>
                  <a:cubicBezTo>
                    <a:pt x="12987" y="19809"/>
                    <a:pt x="13090" y="19773"/>
                    <a:pt x="13199" y="19729"/>
                  </a:cubicBezTo>
                  <a:cubicBezTo>
                    <a:pt x="13294" y="19693"/>
                    <a:pt x="13374" y="19656"/>
                    <a:pt x="13462" y="19612"/>
                  </a:cubicBezTo>
                  <a:cubicBezTo>
                    <a:pt x="14235" y="20451"/>
                    <a:pt x="15045" y="21268"/>
                    <a:pt x="15877" y="22049"/>
                  </a:cubicBezTo>
                  <a:cubicBezTo>
                    <a:pt x="16409" y="22545"/>
                    <a:pt x="16956" y="23034"/>
                    <a:pt x="17511" y="23508"/>
                  </a:cubicBezTo>
                  <a:cubicBezTo>
                    <a:pt x="17540" y="23559"/>
                    <a:pt x="17591" y="23596"/>
                    <a:pt x="17642" y="23618"/>
                  </a:cubicBezTo>
                  <a:cubicBezTo>
                    <a:pt x="18131" y="24026"/>
                    <a:pt x="18627" y="24428"/>
                    <a:pt x="19131" y="24814"/>
                  </a:cubicBezTo>
                  <a:cubicBezTo>
                    <a:pt x="20203" y="25639"/>
                    <a:pt x="21319" y="26405"/>
                    <a:pt x="22472" y="27098"/>
                  </a:cubicBezTo>
                  <a:cubicBezTo>
                    <a:pt x="22771" y="27280"/>
                    <a:pt x="23071" y="27456"/>
                    <a:pt x="23377" y="27623"/>
                  </a:cubicBezTo>
                  <a:cubicBezTo>
                    <a:pt x="23661" y="27784"/>
                    <a:pt x="23953" y="27937"/>
                    <a:pt x="24245" y="28090"/>
                  </a:cubicBezTo>
                  <a:cubicBezTo>
                    <a:pt x="24281" y="28104"/>
                    <a:pt x="24318" y="28110"/>
                    <a:pt x="24354" y="28110"/>
                  </a:cubicBezTo>
                  <a:cubicBezTo>
                    <a:pt x="24471" y="28110"/>
                    <a:pt x="24580" y="28041"/>
                    <a:pt x="24625" y="27930"/>
                  </a:cubicBezTo>
                  <a:cubicBezTo>
                    <a:pt x="24646" y="27864"/>
                    <a:pt x="24639" y="27784"/>
                    <a:pt x="24610" y="27718"/>
                  </a:cubicBezTo>
                  <a:cubicBezTo>
                    <a:pt x="24581" y="27653"/>
                    <a:pt x="24522" y="27594"/>
                    <a:pt x="24457" y="27565"/>
                  </a:cubicBezTo>
                  <a:cubicBezTo>
                    <a:pt x="24114" y="27390"/>
                    <a:pt x="23786" y="27200"/>
                    <a:pt x="23457" y="27018"/>
                  </a:cubicBezTo>
                  <a:cubicBezTo>
                    <a:pt x="21633" y="25960"/>
                    <a:pt x="19897" y="24763"/>
                    <a:pt x="18262" y="23435"/>
                  </a:cubicBezTo>
                  <a:cubicBezTo>
                    <a:pt x="18328" y="23399"/>
                    <a:pt x="18386" y="23370"/>
                    <a:pt x="18445" y="23333"/>
                  </a:cubicBezTo>
                  <a:cubicBezTo>
                    <a:pt x="18656" y="23209"/>
                    <a:pt x="18861" y="23078"/>
                    <a:pt x="19065" y="22932"/>
                  </a:cubicBezTo>
                  <a:cubicBezTo>
                    <a:pt x="19444" y="22655"/>
                    <a:pt x="19809" y="22348"/>
                    <a:pt x="20152" y="22013"/>
                  </a:cubicBezTo>
                  <a:cubicBezTo>
                    <a:pt x="20874" y="21312"/>
                    <a:pt x="21524" y="20546"/>
                    <a:pt x="22086" y="19714"/>
                  </a:cubicBezTo>
                  <a:cubicBezTo>
                    <a:pt x="22348" y="19335"/>
                    <a:pt x="22596" y="18941"/>
                    <a:pt x="22815" y="18540"/>
                  </a:cubicBezTo>
                  <a:cubicBezTo>
                    <a:pt x="22925" y="18335"/>
                    <a:pt x="23027" y="18138"/>
                    <a:pt x="23129" y="17934"/>
                  </a:cubicBezTo>
                  <a:cubicBezTo>
                    <a:pt x="23231" y="17730"/>
                    <a:pt x="23333" y="17511"/>
                    <a:pt x="23428" y="17292"/>
                  </a:cubicBezTo>
                  <a:cubicBezTo>
                    <a:pt x="23778" y="16519"/>
                    <a:pt x="24041" y="15709"/>
                    <a:pt x="24223" y="14877"/>
                  </a:cubicBezTo>
                  <a:cubicBezTo>
                    <a:pt x="24231" y="14841"/>
                    <a:pt x="24201" y="14812"/>
                    <a:pt x="24172" y="14804"/>
                  </a:cubicBezTo>
                  <a:lnTo>
                    <a:pt x="24165" y="14804"/>
                  </a:lnTo>
                  <a:cubicBezTo>
                    <a:pt x="24128" y="14812"/>
                    <a:pt x="24107" y="14833"/>
                    <a:pt x="24099" y="14863"/>
                  </a:cubicBezTo>
                  <a:cubicBezTo>
                    <a:pt x="24085" y="14950"/>
                    <a:pt x="24063" y="15045"/>
                    <a:pt x="24034" y="15140"/>
                  </a:cubicBezTo>
                  <a:lnTo>
                    <a:pt x="24034" y="15125"/>
                  </a:lnTo>
                  <a:cubicBezTo>
                    <a:pt x="23778" y="16088"/>
                    <a:pt x="23399" y="17015"/>
                    <a:pt x="22903" y="17883"/>
                  </a:cubicBezTo>
                  <a:cubicBezTo>
                    <a:pt x="22757" y="18138"/>
                    <a:pt x="22604" y="18387"/>
                    <a:pt x="22443" y="18635"/>
                  </a:cubicBezTo>
                  <a:cubicBezTo>
                    <a:pt x="22275" y="18897"/>
                    <a:pt x="22100" y="19153"/>
                    <a:pt x="21918" y="19401"/>
                  </a:cubicBezTo>
                  <a:cubicBezTo>
                    <a:pt x="21728" y="19656"/>
                    <a:pt x="21553" y="19882"/>
                    <a:pt x="21356" y="20108"/>
                  </a:cubicBezTo>
                  <a:cubicBezTo>
                    <a:pt x="21152" y="20342"/>
                    <a:pt x="20947" y="20583"/>
                    <a:pt x="20728" y="20802"/>
                  </a:cubicBezTo>
                  <a:cubicBezTo>
                    <a:pt x="20057" y="21495"/>
                    <a:pt x="19306" y="22093"/>
                    <a:pt x="18489" y="22604"/>
                  </a:cubicBezTo>
                  <a:cubicBezTo>
                    <a:pt x="18357" y="22677"/>
                    <a:pt x="18226" y="22757"/>
                    <a:pt x="18095" y="22830"/>
                  </a:cubicBezTo>
                  <a:cubicBezTo>
                    <a:pt x="17985" y="22896"/>
                    <a:pt x="17868" y="22954"/>
                    <a:pt x="17759" y="23020"/>
                  </a:cubicBezTo>
                  <a:cubicBezTo>
                    <a:pt x="17453" y="22764"/>
                    <a:pt x="17146" y="22509"/>
                    <a:pt x="16847" y="22246"/>
                  </a:cubicBezTo>
                  <a:cubicBezTo>
                    <a:pt x="16205" y="21684"/>
                    <a:pt x="15592" y="21108"/>
                    <a:pt x="14986" y="20510"/>
                  </a:cubicBezTo>
                  <a:lnTo>
                    <a:pt x="14979" y="20502"/>
                  </a:lnTo>
                  <a:cubicBezTo>
                    <a:pt x="14585" y="20116"/>
                    <a:pt x="14206" y="19729"/>
                    <a:pt x="13826" y="19328"/>
                  </a:cubicBezTo>
                  <a:lnTo>
                    <a:pt x="13863" y="19306"/>
                  </a:lnTo>
                  <a:cubicBezTo>
                    <a:pt x="13950" y="19240"/>
                    <a:pt x="14045" y="19167"/>
                    <a:pt x="14126" y="19102"/>
                  </a:cubicBezTo>
                  <a:cubicBezTo>
                    <a:pt x="14293" y="18963"/>
                    <a:pt x="14454" y="18817"/>
                    <a:pt x="14607" y="18664"/>
                  </a:cubicBezTo>
                  <a:cubicBezTo>
                    <a:pt x="14921" y="18343"/>
                    <a:pt x="15213" y="18000"/>
                    <a:pt x="15483" y="17635"/>
                  </a:cubicBezTo>
                  <a:cubicBezTo>
                    <a:pt x="15753" y="17270"/>
                    <a:pt x="15993" y="16891"/>
                    <a:pt x="16220" y="16504"/>
                  </a:cubicBezTo>
                  <a:cubicBezTo>
                    <a:pt x="16453" y="16096"/>
                    <a:pt x="16665" y="15687"/>
                    <a:pt x="16862" y="15257"/>
                  </a:cubicBezTo>
                  <a:cubicBezTo>
                    <a:pt x="17051" y="14833"/>
                    <a:pt x="17226" y="14410"/>
                    <a:pt x="17387" y="13972"/>
                  </a:cubicBezTo>
                  <a:cubicBezTo>
                    <a:pt x="17547" y="13535"/>
                    <a:pt x="17686" y="13090"/>
                    <a:pt x="17810" y="12645"/>
                  </a:cubicBezTo>
                  <a:cubicBezTo>
                    <a:pt x="18058" y="11776"/>
                    <a:pt x="18248" y="10901"/>
                    <a:pt x="18386" y="10011"/>
                  </a:cubicBezTo>
                  <a:cubicBezTo>
                    <a:pt x="18467" y="9544"/>
                    <a:pt x="18525" y="9070"/>
                    <a:pt x="18569" y="8595"/>
                  </a:cubicBezTo>
                  <a:cubicBezTo>
                    <a:pt x="18576" y="8551"/>
                    <a:pt x="18547" y="8522"/>
                    <a:pt x="18503" y="8522"/>
                  </a:cubicBezTo>
                  <a:cubicBezTo>
                    <a:pt x="18474" y="8522"/>
                    <a:pt x="18445" y="8544"/>
                    <a:pt x="18445" y="8581"/>
                  </a:cubicBezTo>
                  <a:cubicBezTo>
                    <a:pt x="18357" y="9544"/>
                    <a:pt x="18189" y="10500"/>
                    <a:pt x="17956" y="11441"/>
                  </a:cubicBezTo>
                  <a:cubicBezTo>
                    <a:pt x="17861" y="11791"/>
                    <a:pt x="17766" y="12141"/>
                    <a:pt x="17657" y="12491"/>
                  </a:cubicBezTo>
                  <a:cubicBezTo>
                    <a:pt x="17598" y="12666"/>
                    <a:pt x="17540" y="12842"/>
                    <a:pt x="17482" y="13017"/>
                  </a:cubicBezTo>
                  <a:cubicBezTo>
                    <a:pt x="17416" y="13192"/>
                    <a:pt x="17350" y="13367"/>
                    <a:pt x="17285" y="13535"/>
                  </a:cubicBezTo>
                  <a:cubicBezTo>
                    <a:pt x="17153" y="13885"/>
                    <a:pt x="17007" y="14228"/>
                    <a:pt x="16854" y="14571"/>
                  </a:cubicBezTo>
                  <a:cubicBezTo>
                    <a:pt x="16701" y="14906"/>
                    <a:pt x="16533" y="15213"/>
                    <a:pt x="16358" y="15534"/>
                  </a:cubicBezTo>
                  <a:cubicBezTo>
                    <a:pt x="16125" y="15957"/>
                    <a:pt x="15862" y="16366"/>
                    <a:pt x="15577" y="16760"/>
                  </a:cubicBezTo>
                  <a:cubicBezTo>
                    <a:pt x="15300" y="17139"/>
                    <a:pt x="15001" y="17496"/>
                    <a:pt x="14673" y="17839"/>
                  </a:cubicBezTo>
                  <a:cubicBezTo>
                    <a:pt x="14461" y="18051"/>
                    <a:pt x="14242" y="18255"/>
                    <a:pt x="14009" y="18452"/>
                  </a:cubicBezTo>
                  <a:cubicBezTo>
                    <a:pt x="13892" y="18554"/>
                    <a:pt x="13775" y="18657"/>
                    <a:pt x="13651" y="18751"/>
                  </a:cubicBezTo>
                  <a:cubicBezTo>
                    <a:pt x="13586" y="18802"/>
                    <a:pt x="13513" y="18861"/>
                    <a:pt x="13440" y="18912"/>
                  </a:cubicBezTo>
                  <a:cubicBezTo>
                    <a:pt x="12010" y="17372"/>
                    <a:pt x="10689" y="15724"/>
                    <a:pt x="9493" y="13994"/>
                  </a:cubicBezTo>
                  <a:cubicBezTo>
                    <a:pt x="9507" y="13980"/>
                    <a:pt x="9529" y="13965"/>
                    <a:pt x="9544" y="13951"/>
                  </a:cubicBezTo>
                  <a:cubicBezTo>
                    <a:pt x="9638" y="13856"/>
                    <a:pt x="9733" y="13761"/>
                    <a:pt x="9821" y="13666"/>
                  </a:cubicBezTo>
                  <a:cubicBezTo>
                    <a:pt x="9981" y="13491"/>
                    <a:pt x="10135" y="13309"/>
                    <a:pt x="10281" y="13119"/>
                  </a:cubicBezTo>
                  <a:cubicBezTo>
                    <a:pt x="10419" y="12922"/>
                    <a:pt x="10550" y="12725"/>
                    <a:pt x="10682" y="12521"/>
                  </a:cubicBezTo>
                  <a:cubicBezTo>
                    <a:pt x="10813" y="12316"/>
                    <a:pt x="10937" y="12090"/>
                    <a:pt x="11061" y="11864"/>
                  </a:cubicBezTo>
                  <a:cubicBezTo>
                    <a:pt x="11287" y="11426"/>
                    <a:pt x="11492" y="10981"/>
                    <a:pt x="11667" y="10521"/>
                  </a:cubicBezTo>
                  <a:cubicBezTo>
                    <a:pt x="11856" y="10062"/>
                    <a:pt x="12017" y="9588"/>
                    <a:pt x="12148" y="9106"/>
                  </a:cubicBezTo>
                  <a:cubicBezTo>
                    <a:pt x="12258" y="8734"/>
                    <a:pt x="12353" y="8362"/>
                    <a:pt x="12440" y="7982"/>
                  </a:cubicBezTo>
                  <a:cubicBezTo>
                    <a:pt x="12520" y="7618"/>
                    <a:pt x="12586" y="7253"/>
                    <a:pt x="12644" y="6888"/>
                  </a:cubicBezTo>
                  <a:cubicBezTo>
                    <a:pt x="12754" y="6166"/>
                    <a:pt x="12820" y="5443"/>
                    <a:pt x="12834" y="4714"/>
                  </a:cubicBezTo>
                  <a:cubicBezTo>
                    <a:pt x="12841" y="4685"/>
                    <a:pt x="12812" y="4655"/>
                    <a:pt x="12776" y="4648"/>
                  </a:cubicBezTo>
                  <a:cubicBezTo>
                    <a:pt x="12739" y="4648"/>
                    <a:pt x="12717" y="4670"/>
                    <a:pt x="12710" y="4699"/>
                  </a:cubicBezTo>
                  <a:cubicBezTo>
                    <a:pt x="12688" y="5764"/>
                    <a:pt x="12542" y="6815"/>
                    <a:pt x="12280" y="7844"/>
                  </a:cubicBezTo>
                  <a:cubicBezTo>
                    <a:pt x="12207" y="8128"/>
                    <a:pt x="12134" y="8406"/>
                    <a:pt x="12046" y="8683"/>
                  </a:cubicBezTo>
                  <a:cubicBezTo>
                    <a:pt x="11959" y="8982"/>
                    <a:pt x="11856" y="9274"/>
                    <a:pt x="11747" y="9558"/>
                  </a:cubicBezTo>
                  <a:cubicBezTo>
                    <a:pt x="11528" y="10120"/>
                    <a:pt x="11273" y="10675"/>
                    <a:pt x="10974" y="11200"/>
                  </a:cubicBezTo>
                  <a:cubicBezTo>
                    <a:pt x="10835" y="11441"/>
                    <a:pt x="10696" y="11681"/>
                    <a:pt x="10543" y="11915"/>
                  </a:cubicBezTo>
                  <a:cubicBezTo>
                    <a:pt x="10397" y="12148"/>
                    <a:pt x="10229" y="12375"/>
                    <a:pt x="10062" y="12601"/>
                  </a:cubicBezTo>
                  <a:cubicBezTo>
                    <a:pt x="9894" y="12827"/>
                    <a:pt x="9726" y="13039"/>
                    <a:pt x="9544" y="13250"/>
                  </a:cubicBezTo>
                  <a:cubicBezTo>
                    <a:pt x="9456" y="13360"/>
                    <a:pt x="9361" y="13462"/>
                    <a:pt x="9274" y="13571"/>
                  </a:cubicBezTo>
                  <a:lnTo>
                    <a:pt x="9230" y="13615"/>
                  </a:lnTo>
                  <a:cubicBezTo>
                    <a:pt x="8756" y="12907"/>
                    <a:pt x="8303" y="12185"/>
                    <a:pt x="7873" y="11448"/>
                  </a:cubicBezTo>
                  <a:lnTo>
                    <a:pt x="7873" y="11448"/>
                  </a:lnTo>
                  <a:lnTo>
                    <a:pt x="7880" y="11470"/>
                  </a:lnTo>
                  <a:cubicBezTo>
                    <a:pt x="7180" y="10281"/>
                    <a:pt x="6560" y="9048"/>
                    <a:pt x="6005" y="7785"/>
                  </a:cubicBezTo>
                  <a:cubicBezTo>
                    <a:pt x="5764" y="7238"/>
                    <a:pt x="5545" y="6676"/>
                    <a:pt x="5341" y="6115"/>
                  </a:cubicBezTo>
                  <a:cubicBezTo>
                    <a:pt x="5458" y="5991"/>
                    <a:pt x="5553" y="5859"/>
                    <a:pt x="5640" y="5721"/>
                  </a:cubicBezTo>
                  <a:cubicBezTo>
                    <a:pt x="5742" y="5553"/>
                    <a:pt x="5830" y="5378"/>
                    <a:pt x="5910" y="5195"/>
                  </a:cubicBezTo>
                  <a:cubicBezTo>
                    <a:pt x="6049" y="4845"/>
                    <a:pt x="6166" y="4480"/>
                    <a:pt x="6239" y="4108"/>
                  </a:cubicBezTo>
                  <a:cubicBezTo>
                    <a:pt x="6392" y="3357"/>
                    <a:pt x="6487" y="2591"/>
                    <a:pt x="6516" y="1825"/>
                  </a:cubicBezTo>
                  <a:cubicBezTo>
                    <a:pt x="6523" y="1803"/>
                    <a:pt x="6501" y="1781"/>
                    <a:pt x="6472" y="1773"/>
                  </a:cubicBezTo>
                  <a:cubicBezTo>
                    <a:pt x="6443" y="1773"/>
                    <a:pt x="6421" y="1795"/>
                    <a:pt x="6421" y="1817"/>
                  </a:cubicBezTo>
                  <a:cubicBezTo>
                    <a:pt x="6392" y="2445"/>
                    <a:pt x="6304" y="3065"/>
                    <a:pt x="6158" y="3678"/>
                  </a:cubicBezTo>
                  <a:cubicBezTo>
                    <a:pt x="6085" y="3955"/>
                    <a:pt x="5998" y="4232"/>
                    <a:pt x="5896" y="4495"/>
                  </a:cubicBezTo>
                  <a:cubicBezTo>
                    <a:pt x="5793" y="4750"/>
                    <a:pt x="5677" y="4998"/>
                    <a:pt x="5545" y="5239"/>
                  </a:cubicBezTo>
                  <a:cubicBezTo>
                    <a:pt x="5443" y="5421"/>
                    <a:pt x="5334" y="5589"/>
                    <a:pt x="5217" y="5757"/>
                  </a:cubicBezTo>
                  <a:cubicBezTo>
                    <a:pt x="5020" y="5188"/>
                    <a:pt x="4838" y="4612"/>
                    <a:pt x="4684" y="4028"/>
                  </a:cubicBezTo>
                  <a:lnTo>
                    <a:pt x="4684" y="4021"/>
                  </a:lnTo>
                  <a:cubicBezTo>
                    <a:pt x="4684" y="4013"/>
                    <a:pt x="4684" y="4013"/>
                    <a:pt x="4684" y="4006"/>
                  </a:cubicBezTo>
                  <a:cubicBezTo>
                    <a:pt x="4327" y="2707"/>
                    <a:pt x="4093" y="1379"/>
                    <a:pt x="3991" y="37"/>
                  </a:cubicBezTo>
                  <a:cubicBezTo>
                    <a:pt x="3991" y="15"/>
                    <a:pt x="3969" y="1"/>
                    <a:pt x="3948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42"/>
          <p:cNvGrpSpPr/>
          <p:nvPr/>
        </p:nvGrpSpPr>
        <p:grpSpPr>
          <a:xfrm rot="1744902">
            <a:off x="97600" y="626111"/>
            <a:ext cx="851164" cy="1543713"/>
            <a:chOff x="715100" y="3360345"/>
            <a:chExt cx="702280" cy="1273691"/>
          </a:xfrm>
        </p:grpSpPr>
        <p:sp>
          <p:nvSpPr>
            <p:cNvPr id="348" name="Google Shape;348;p42"/>
            <p:cNvSpPr/>
            <p:nvPr/>
          </p:nvSpPr>
          <p:spPr>
            <a:xfrm>
              <a:off x="920135" y="4116897"/>
              <a:ext cx="239888" cy="517138"/>
            </a:xfrm>
            <a:custGeom>
              <a:avLst/>
              <a:gdLst/>
              <a:ahLst/>
              <a:cxnLst/>
              <a:rect l="l" t="t" r="r" b="b"/>
              <a:pathLst>
                <a:path w="7345" h="15834" extrusionOk="0">
                  <a:moveTo>
                    <a:pt x="1075" y="13109"/>
                  </a:moveTo>
                  <a:cubicBezTo>
                    <a:pt x="1073" y="13116"/>
                    <a:pt x="1070" y="13124"/>
                    <a:pt x="1070" y="13132"/>
                  </a:cubicBezTo>
                  <a:lnTo>
                    <a:pt x="1070" y="13132"/>
                  </a:lnTo>
                  <a:cubicBezTo>
                    <a:pt x="1071" y="13124"/>
                    <a:pt x="1073" y="13117"/>
                    <a:pt x="1075" y="13109"/>
                  </a:cubicBezTo>
                  <a:close/>
                  <a:moveTo>
                    <a:pt x="6965" y="1"/>
                  </a:moveTo>
                  <a:cubicBezTo>
                    <a:pt x="6848" y="1"/>
                    <a:pt x="6746" y="59"/>
                    <a:pt x="6681" y="147"/>
                  </a:cubicBezTo>
                  <a:lnTo>
                    <a:pt x="6681" y="139"/>
                  </a:lnTo>
                  <a:cubicBezTo>
                    <a:pt x="5499" y="1598"/>
                    <a:pt x="4441" y="3145"/>
                    <a:pt x="3514" y="4772"/>
                  </a:cubicBezTo>
                  <a:cubicBezTo>
                    <a:pt x="2602" y="6385"/>
                    <a:pt x="1843" y="8077"/>
                    <a:pt x="1252" y="9828"/>
                  </a:cubicBezTo>
                  <a:cubicBezTo>
                    <a:pt x="647" y="11667"/>
                    <a:pt x="231" y="13557"/>
                    <a:pt x="12" y="15476"/>
                  </a:cubicBezTo>
                  <a:cubicBezTo>
                    <a:pt x="0" y="15710"/>
                    <a:pt x="177" y="15833"/>
                    <a:pt x="353" y="15833"/>
                  </a:cubicBezTo>
                  <a:cubicBezTo>
                    <a:pt x="512" y="15833"/>
                    <a:pt x="670" y="15734"/>
                    <a:pt x="690" y="15527"/>
                  </a:cubicBezTo>
                  <a:cubicBezTo>
                    <a:pt x="783" y="14719"/>
                    <a:pt x="909" y="13925"/>
                    <a:pt x="1070" y="13132"/>
                  </a:cubicBezTo>
                  <a:lnTo>
                    <a:pt x="1070" y="13132"/>
                  </a:lnTo>
                  <a:cubicBezTo>
                    <a:pt x="1070" y="13133"/>
                    <a:pt x="1070" y="13133"/>
                    <a:pt x="1070" y="13134"/>
                  </a:cubicBezTo>
                  <a:cubicBezTo>
                    <a:pt x="1070" y="13133"/>
                    <a:pt x="1070" y="13132"/>
                    <a:pt x="1070" y="13132"/>
                  </a:cubicBezTo>
                  <a:lnTo>
                    <a:pt x="1070" y="13132"/>
                  </a:lnTo>
                  <a:cubicBezTo>
                    <a:pt x="1070" y="13132"/>
                    <a:pt x="1070" y="13132"/>
                    <a:pt x="1070" y="13132"/>
                  </a:cubicBezTo>
                  <a:lnTo>
                    <a:pt x="1070" y="13132"/>
                  </a:lnTo>
                  <a:cubicBezTo>
                    <a:pt x="1070" y="13118"/>
                    <a:pt x="1070" y="13104"/>
                    <a:pt x="1077" y="13097"/>
                  </a:cubicBezTo>
                  <a:lnTo>
                    <a:pt x="1077" y="13097"/>
                  </a:lnTo>
                  <a:cubicBezTo>
                    <a:pt x="1076" y="13101"/>
                    <a:pt x="1075" y="13105"/>
                    <a:pt x="1075" y="13109"/>
                  </a:cubicBezTo>
                  <a:lnTo>
                    <a:pt x="1075" y="13109"/>
                  </a:lnTo>
                  <a:cubicBezTo>
                    <a:pt x="1076" y="13104"/>
                    <a:pt x="1077" y="13100"/>
                    <a:pt x="1077" y="13097"/>
                  </a:cubicBezTo>
                  <a:lnTo>
                    <a:pt x="1077" y="13097"/>
                  </a:lnTo>
                  <a:cubicBezTo>
                    <a:pt x="1077" y="13097"/>
                    <a:pt x="1077" y="13097"/>
                    <a:pt x="1077" y="13097"/>
                  </a:cubicBezTo>
                  <a:lnTo>
                    <a:pt x="1077" y="13097"/>
                  </a:lnTo>
                  <a:cubicBezTo>
                    <a:pt x="1079" y="13085"/>
                    <a:pt x="1082" y="13073"/>
                    <a:pt x="1084" y="13061"/>
                  </a:cubicBezTo>
                  <a:cubicBezTo>
                    <a:pt x="1588" y="10697"/>
                    <a:pt x="2390" y="8413"/>
                    <a:pt x="3485" y="6253"/>
                  </a:cubicBezTo>
                  <a:cubicBezTo>
                    <a:pt x="4536" y="4225"/>
                    <a:pt x="5790" y="2306"/>
                    <a:pt x="7235" y="533"/>
                  </a:cubicBezTo>
                  <a:cubicBezTo>
                    <a:pt x="7345" y="380"/>
                    <a:pt x="7308" y="168"/>
                    <a:pt x="7155" y="59"/>
                  </a:cubicBezTo>
                  <a:cubicBezTo>
                    <a:pt x="7096" y="23"/>
                    <a:pt x="7031" y="1"/>
                    <a:pt x="69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787310" y="3482131"/>
              <a:ext cx="321244" cy="991002"/>
            </a:xfrm>
            <a:custGeom>
              <a:avLst/>
              <a:gdLst/>
              <a:ahLst/>
              <a:cxnLst/>
              <a:rect l="l" t="t" r="r" b="b"/>
              <a:pathLst>
                <a:path w="9836" h="30343" extrusionOk="0">
                  <a:moveTo>
                    <a:pt x="2325" y="28712"/>
                  </a:moveTo>
                  <a:cubicBezTo>
                    <a:pt x="2319" y="28732"/>
                    <a:pt x="2313" y="28750"/>
                    <a:pt x="2313" y="28768"/>
                  </a:cubicBezTo>
                  <a:cubicBezTo>
                    <a:pt x="2317" y="28750"/>
                    <a:pt x="2321" y="28731"/>
                    <a:pt x="2325" y="28712"/>
                  </a:cubicBezTo>
                  <a:close/>
                  <a:moveTo>
                    <a:pt x="9493" y="0"/>
                  </a:moveTo>
                  <a:cubicBezTo>
                    <a:pt x="9310" y="7"/>
                    <a:pt x="9164" y="139"/>
                    <a:pt x="9150" y="321"/>
                  </a:cubicBezTo>
                  <a:cubicBezTo>
                    <a:pt x="9033" y="1160"/>
                    <a:pt x="8887" y="2006"/>
                    <a:pt x="8719" y="2838"/>
                  </a:cubicBezTo>
                  <a:cubicBezTo>
                    <a:pt x="8121" y="5691"/>
                    <a:pt x="7209" y="8478"/>
                    <a:pt x="5888" y="11083"/>
                  </a:cubicBezTo>
                  <a:cubicBezTo>
                    <a:pt x="5473" y="11907"/>
                    <a:pt x="5013" y="12702"/>
                    <a:pt x="4509" y="13476"/>
                  </a:cubicBezTo>
                  <a:cubicBezTo>
                    <a:pt x="4422" y="11747"/>
                    <a:pt x="4203" y="10017"/>
                    <a:pt x="3845" y="8325"/>
                  </a:cubicBezTo>
                  <a:cubicBezTo>
                    <a:pt x="3816" y="8164"/>
                    <a:pt x="3678" y="8048"/>
                    <a:pt x="3510" y="8048"/>
                  </a:cubicBezTo>
                  <a:cubicBezTo>
                    <a:pt x="3495" y="8048"/>
                    <a:pt x="3473" y="8048"/>
                    <a:pt x="3452" y="8055"/>
                  </a:cubicBezTo>
                  <a:cubicBezTo>
                    <a:pt x="3262" y="8091"/>
                    <a:pt x="3145" y="8266"/>
                    <a:pt x="3174" y="8456"/>
                  </a:cubicBezTo>
                  <a:cubicBezTo>
                    <a:pt x="3503" y="10017"/>
                    <a:pt x="3714" y="11593"/>
                    <a:pt x="3816" y="13191"/>
                  </a:cubicBezTo>
                  <a:cubicBezTo>
                    <a:pt x="3933" y="15438"/>
                    <a:pt x="3889" y="17700"/>
                    <a:pt x="3678" y="19947"/>
                  </a:cubicBezTo>
                  <a:cubicBezTo>
                    <a:pt x="2817" y="18379"/>
                    <a:pt x="1730" y="16934"/>
                    <a:pt x="694" y="15475"/>
                  </a:cubicBezTo>
                  <a:cubicBezTo>
                    <a:pt x="650" y="15402"/>
                    <a:pt x="577" y="15351"/>
                    <a:pt x="489" y="15322"/>
                  </a:cubicBezTo>
                  <a:cubicBezTo>
                    <a:pt x="460" y="15314"/>
                    <a:pt x="431" y="15307"/>
                    <a:pt x="402" y="15307"/>
                  </a:cubicBezTo>
                  <a:cubicBezTo>
                    <a:pt x="343" y="15307"/>
                    <a:pt x="278" y="15329"/>
                    <a:pt x="227" y="15358"/>
                  </a:cubicBezTo>
                  <a:cubicBezTo>
                    <a:pt x="81" y="15446"/>
                    <a:pt x="0" y="15672"/>
                    <a:pt x="110" y="15825"/>
                  </a:cubicBezTo>
                  <a:cubicBezTo>
                    <a:pt x="1343" y="17554"/>
                    <a:pt x="2649" y="19262"/>
                    <a:pt x="3554" y="21202"/>
                  </a:cubicBezTo>
                  <a:cubicBezTo>
                    <a:pt x="3379" y="22742"/>
                    <a:pt x="3152" y="24274"/>
                    <a:pt x="2882" y="25799"/>
                  </a:cubicBezTo>
                  <a:cubicBezTo>
                    <a:pt x="2711" y="26772"/>
                    <a:pt x="2525" y="27746"/>
                    <a:pt x="2325" y="28712"/>
                  </a:cubicBezTo>
                  <a:lnTo>
                    <a:pt x="2325" y="28712"/>
                  </a:lnTo>
                  <a:cubicBezTo>
                    <a:pt x="2328" y="28702"/>
                    <a:pt x="2331" y="28692"/>
                    <a:pt x="2334" y="28680"/>
                  </a:cubicBezTo>
                  <a:lnTo>
                    <a:pt x="2334" y="28680"/>
                  </a:lnTo>
                  <a:cubicBezTo>
                    <a:pt x="2247" y="29086"/>
                    <a:pt x="2160" y="29493"/>
                    <a:pt x="2080" y="29892"/>
                  </a:cubicBezTo>
                  <a:cubicBezTo>
                    <a:pt x="2051" y="29979"/>
                    <a:pt x="2058" y="30067"/>
                    <a:pt x="2094" y="30147"/>
                  </a:cubicBezTo>
                  <a:cubicBezTo>
                    <a:pt x="2131" y="30235"/>
                    <a:pt x="2204" y="30293"/>
                    <a:pt x="2284" y="30322"/>
                  </a:cubicBezTo>
                  <a:cubicBezTo>
                    <a:pt x="2323" y="30335"/>
                    <a:pt x="2364" y="30343"/>
                    <a:pt x="2405" y="30343"/>
                  </a:cubicBezTo>
                  <a:cubicBezTo>
                    <a:pt x="2454" y="30343"/>
                    <a:pt x="2503" y="30332"/>
                    <a:pt x="2547" y="30308"/>
                  </a:cubicBezTo>
                  <a:cubicBezTo>
                    <a:pt x="2627" y="30271"/>
                    <a:pt x="2693" y="30206"/>
                    <a:pt x="2722" y="30118"/>
                  </a:cubicBezTo>
                  <a:cubicBezTo>
                    <a:pt x="3349" y="27200"/>
                    <a:pt x="3889" y="24252"/>
                    <a:pt x="4225" y="21275"/>
                  </a:cubicBezTo>
                  <a:cubicBezTo>
                    <a:pt x="4225" y="21268"/>
                    <a:pt x="4232" y="21261"/>
                    <a:pt x="4239" y="21253"/>
                  </a:cubicBezTo>
                  <a:cubicBezTo>
                    <a:pt x="4247" y="21202"/>
                    <a:pt x="4247" y="21159"/>
                    <a:pt x="4239" y="21107"/>
                  </a:cubicBezTo>
                  <a:cubicBezTo>
                    <a:pt x="4371" y="19925"/>
                    <a:pt x="4466" y="18736"/>
                    <a:pt x="4517" y="17540"/>
                  </a:cubicBezTo>
                  <a:cubicBezTo>
                    <a:pt x="4561" y="16555"/>
                    <a:pt x="4568" y="15570"/>
                    <a:pt x="4546" y="14577"/>
                  </a:cubicBezTo>
                  <a:cubicBezTo>
                    <a:pt x="4582" y="14556"/>
                    <a:pt x="4619" y="14519"/>
                    <a:pt x="4648" y="14483"/>
                  </a:cubicBezTo>
                  <a:cubicBezTo>
                    <a:pt x="6895" y="11243"/>
                    <a:pt x="8354" y="7500"/>
                    <a:pt x="9223" y="3663"/>
                  </a:cubicBezTo>
                  <a:cubicBezTo>
                    <a:pt x="9471" y="2568"/>
                    <a:pt x="9675" y="1474"/>
                    <a:pt x="9821" y="365"/>
                  </a:cubicBezTo>
                  <a:cubicBezTo>
                    <a:pt x="9836" y="182"/>
                    <a:pt x="9697" y="22"/>
                    <a:pt x="95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2"/>
            <p:cNvSpPr/>
            <p:nvPr/>
          </p:nvSpPr>
          <p:spPr>
            <a:xfrm>
              <a:off x="1055377" y="3875283"/>
              <a:ext cx="345543" cy="332446"/>
            </a:xfrm>
            <a:custGeom>
              <a:avLst/>
              <a:gdLst/>
              <a:ahLst/>
              <a:cxnLst/>
              <a:rect l="l" t="t" r="r" b="b"/>
              <a:pathLst>
                <a:path w="10580" h="10179" extrusionOk="0">
                  <a:moveTo>
                    <a:pt x="5093" y="0"/>
                  </a:moveTo>
                  <a:cubicBezTo>
                    <a:pt x="2284" y="0"/>
                    <a:pt x="1" y="2277"/>
                    <a:pt x="1" y="5086"/>
                  </a:cubicBezTo>
                  <a:cubicBezTo>
                    <a:pt x="1" y="7151"/>
                    <a:pt x="1241" y="9004"/>
                    <a:pt x="3145" y="9792"/>
                  </a:cubicBezTo>
                  <a:cubicBezTo>
                    <a:pt x="3773" y="10052"/>
                    <a:pt x="4432" y="10179"/>
                    <a:pt x="5087" y="10179"/>
                  </a:cubicBezTo>
                  <a:cubicBezTo>
                    <a:pt x="6411" y="10179"/>
                    <a:pt x="7714" y="9662"/>
                    <a:pt x="8690" y="8690"/>
                  </a:cubicBezTo>
                  <a:cubicBezTo>
                    <a:pt x="10142" y="7231"/>
                    <a:pt x="10580" y="5042"/>
                    <a:pt x="9792" y="3145"/>
                  </a:cubicBezTo>
                  <a:cubicBezTo>
                    <a:pt x="9004" y="1241"/>
                    <a:pt x="7151" y="0"/>
                    <a:pt x="5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2"/>
            <p:cNvSpPr/>
            <p:nvPr/>
          </p:nvSpPr>
          <p:spPr>
            <a:xfrm>
              <a:off x="1054658" y="3875512"/>
              <a:ext cx="362722" cy="332609"/>
            </a:xfrm>
            <a:custGeom>
              <a:avLst/>
              <a:gdLst/>
              <a:ahLst/>
              <a:cxnLst/>
              <a:rect l="l" t="t" r="r" b="b"/>
              <a:pathLst>
                <a:path w="11106" h="10184" extrusionOk="0">
                  <a:moveTo>
                    <a:pt x="5097" y="1"/>
                  </a:moveTo>
                  <a:cubicBezTo>
                    <a:pt x="2411" y="1"/>
                    <a:pt x="7" y="2169"/>
                    <a:pt x="1" y="5101"/>
                  </a:cubicBezTo>
                  <a:lnTo>
                    <a:pt x="15" y="5079"/>
                  </a:lnTo>
                  <a:cubicBezTo>
                    <a:pt x="15" y="7958"/>
                    <a:pt x="2358" y="10183"/>
                    <a:pt x="5096" y="10183"/>
                  </a:cubicBezTo>
                  <a:cubicBezTo>
                    <a:pt x="5459" y="10183"/>
                    <a:pt x="5830" y="10144"/>
                    <a:pt x="6202" y="10062"/>
                  </a:cubicBezTo>
                  <a:cubicBezTo>
                    <a:pt x="9383" y="9369"/>
                    <a:pt x="11105" y="5911"/>
                    <a:pt x="9741" y="2956"/>
                  </a:cubicBezTo>
                  <a:lnTo>
                    <a:pt x="9741" y="2956"/>
                  </a:lnTo>
                  <a:cubicBezTo>
                    <a:pt x="9770" y="3021"/>
                    <a:pt x="9792" y="3094"/>
                    <a:pt x="9821" y="3160"/>
                  </a:cubicBezTo>
                  <a:cubicBezTo>
                    <a:pt x="9865" y="3299"/>
                    <a:pt x="9909" y="3444"/>
                    <a:pt x="9938" y="3583"/>
                  </a:cubicBezTo>
                  <a:cubicBezTo>
                    <a:pt x="9967" y="3707"/>
                    <a:pt x="9989" y="3831"/>
                    <a:pt x="10004" y="3948"/>
                  </a:cubicBezTo>
                  <a:cubicBezTo>
                    <a:pt x="10040" y="4181"/>
                    <a:pt x="10055" y="4415"/>
                    <a:pt x="10047" y="4656"/>
                  </a:cubicBezTo>
                  <a:cubicBezTo>
                    <a:pt x="10040" y="5152"/>
                    <a:pt x="9952" y="5648"/>
                    <a:pt x="9777" y="6122"/>
                  </a:cubicBezTo>
                  <a:cubicBezTo>
                    <a:pt x="9690" y="6348"/>
                    <a:pt x="9595" y="6567"/>
                    <a:pt x="9471" y="6779"/>
                  </a:cubicBezTo>
                  <a:cubicBezTo>
                    <a:pt x="9369" y="6968"/>
                    <a:pt x="9245" y="7151"/>
                    <a:pt x="9106" y="7326"/>
                  </a:cubicBezTo>
                  <a:cubicBezTo>
                    <a:pt x="8960" y="7523"/>
                    <a:pt x="8785" y="7705"/>
                    <a:pt x="8603" y="7873"/>
                  </a:cubicBezTo>
                  <a:cubicBezTo>
                    <a:pt x="8092" y="8340"/>
                    <a:pt x="7472" y="8690"/>
                    <a:pt x="6801" y="8880"/>
                  </a:cubicBezTo>
                  <a:cubicBezTo>
                    <a:pt x="6408" y="8990"/>
                    <a:pt x="6001" y="9045"/>
                    <a:pt x="5592" y="9045"/>
                  </a:cubicBezTo>
                  <a:cubicBezTo>
                    <a:pt x="5484" y="9045"/>
                    <a:pt x="5376" y="9041"/>
                    <a:pt x="5268" y="9033"/>
                  </a:cubicBezTo>
                  <a:cubicBezTo>
                    <a:pt x="5020" y="9011"/>
                    <a:pt x="4765" y="8975"/>
                    <a:pt x="4517" y="8917"/>
                  </a:cubicBezTo>
                  <a:cubicBezTo>
                    <a:pt x="4291" y="8858"/>
                    <a:pt x="4072" y="8785"/>
                    <a:pt x="3860" y="8698"/>
                  </a:cubicBezTo>
                  <a:cubicBezTo>
                    <a:pt x="3619" y="8588"/>
                    <a:pt x="3386" y="8464"/>
                    <a:pt x="3160" y="8318"/>
                  </a:cubicBezTo>
                  <a:cubicBezTo>
                    <a:pt x="2970" y="8194"/>
                    <a:pt x="2788" y="8056"/>
                    <a:pt x="2613" y="7902"/>
                  </a:cubicBezTo>
                  <a:cubicBezTo>
                    <a:pt x="2233" y="7567"/>
                    <a:pt x="1920" y="7165"/>
                    <a:pt x="1679" y="6720"/>
                  </a:cubicBezTo>
                  <a:lnTo>
                    <a:pt x="1606" y="6589"/>
                  </a:lnTo>
                  <a:cubicBezTo>
                    <a:pt x="1453" y="6275"/>
                    <a:pt x="1329" y="5947"/>
                    <a:pt x="1248" y="5604"/>
                  </a:cubicBezTo>
                  <a:cubicBezTo>
                    <a:pt x="1226" y="5517"/>
                    <a:pt x="1212" y="5414"/>
                    <a:pt x="1197" y="5320"/>
                  </a:cubicBezTo>
                  <a:cubicBezTo>
                    <a:pt x="1190" y="5290"/>
                    <a:pt x="1183" y="5254"/>
                    <a:pt x="1183" y="5232"/>
                  </a:cubicBezTo>
                  <a:cubicBezTo>
                    <a:pt x="1146" y="5020"/>
                    <a:pt x="1132" y="4802"/>
                    <a:pt x="1132" y="4590"/>
                  </a:cubicBezTo>
                  <a:lnTo>
                    <a:pt x="1132" y="4546"/>
                  </a:lnTo>
                  <a:lnTo>
                    <a:pt x="1132" y="4495"/>
                  </a:lnTo>
                  <a:cubicBezTo>
                    <a:pt x="1139" y="4488"/>
                    <a:pt x="1139" y="4473"/>
                    <a:pt x="1132" y="4459"/>
                  </a:cubicBezTo>
                  <a:lnTo>
                    <a:pt x="1132" y="4451"/>
                  </a:lnTo>
                  <a:lnTo>
                    <a:pt x="1132" y="4415"/>
                  </a:lnTo>
                  <a:cubicBezTo>
                    <a:pt x="1132" y="4408"/>
                    <a:pt x="1132" y="4408"/>
                    <a:pt x="1132" y="4408"/>
                  </a:cubicBezTo>
                  <a:lnTo>
                    <a:pt x="1132" y="4371"/>
                  </a:lnTo>
                  <a:lnTo>
                    <a:pt x="1132" y="4356"/>
                  </a:lnTo>
                  <a:lnTo>
                    <a:pt x="1132" y="4327"/>
                  </a:lnTo>
                  <a:cubicBezTo>
                    <a:pt x="1132" y="4320"/>
                    <a:pt x="1132" y="4313"/>
                    <a:pt x="1132" y="4305"/>
                  </a:cubicBezTo>
                  <a:cubicBezTo>
                    <a:pt x="1132" y="4298"/>
                    <a:pt x="1132" y="4284"/>
                    <a:pt x="1132" y="4276"/>
                  </a:cubicBezTo>
                  <a:cubicBezTo>
                    <a:pt x="1146" y="4145"/>
                    <a:pt x="1161" y="4006"/>
                    <a:pt x="1183" y="3875"/>
                  </a:cubicBezTo>
                  <a:cubicBezTo>
                    <a:pt x="1204" y="3722"/>
                    <a:pt x="1241" y="3561"/>
                    <a:pt x="1277" y="3415"/>
                  </a:cubicBezTo>
                  <a:cubicBezTo>
                    <a:pt x="1314" y="3284"/>
                    <a:pt x="1358" y="3145"/>
                    <a:pt x="1409" y="3021"/>
                  </a:cubicBezTo>
                  <a:cubicBezTo>
                    <a:pt x="1431" y="2963"/>
                    <a:pt x="1453" y="2905"/>
                    <a:pt x="1482" y="2846"/>
                  </a:cubicBezTo>
                  <a:cubicBezTo>
                    <a:pt x="1526" y="2744"/>
                    <a:pt x="1569" y="2649"/>
                    <a:pt x="1613" y="2554"/>
                  </a:cubicBezTo>
                  <a:cubicBezTo>
                    <a:pt x="1620" y="2547"/>
                    <a:pt x="1620" y="2547"/>
                    <a:pt x="1620" y="2540"/>
                  </a:cubicBezTo>
                  <a:cubicBezTo>
                    <a:pt x="1642" y="2496"/>
                    <a:pt x="1671" y="2452"/>
                    <a:pt x="1693" y="2408"/>
                  </a:cubicBezTo>
                  <a:cubicBezTo>
                    <a:pt x="1723" y="2365"/>
                    <a:pt x="1759" y="2299"/>
                    <a:pt x="1795" y="2248"/>
                  </a:cubicBezTo>
                  <a:cubicBezTo>
                    <a:pt x="2007" y="1898"/>
                    <a:pt x="2270" y="1584"/>
                    <a:pt x="2569" y="1307"/>
                  </a:cubicBezTo>
                  <a:cubicBezTo>
                    <a:pt x="2751" y="1139"/>
                    <a:pt x="2941" y="993"/>
                    <a:pt x="3153" y="854"/>
                  </a:cubicBezTo>
                  <a:lnTo>
                    <a:pt x="3218" y="818"/>
                  </a:lnTo>
                  <a:cubicBezTo>
                    <a:pt x="3401" y="694"/>
                    <a:pt x="3590" y="592"/>
                    <a:pt x="3795" y="511"/>
                  </a:cubicBezTo>
                  <a:lnTo>
                    <a:pt x="3802" y="511"/>
                  </a:lnTo>
                  <a:lnTo>
                    <a:pt x="3816" y="504"/>
                  </a:lnTo>
                  <a:cubicBezTo>
                    <a:pt x="4043" y="402"/>
                    <a:pt x="4283" y="322"/>
                    <a:pt x="4517" y="263"/>
                  </a:cubicBezTo>
                  <a:cubicBezTo>
                    <a:pt x="4685" y="227"/>
                    <a:pt x="4853" y="198"/>
                    <a:pt x="5013" y="176"/>
                  </a:cubicBezTo>
                  <a:lnTo>
                    <a:pt x="5079" y="176"/>
                  </a:lnTo>
                  <a:cubicBezTo>
                    <a:pt x="5115" y="169"/>
                    <a:pt x="5152" y="169"/>
                    <a:pt x="5195" y="161"/>
                  </a:cubicBezTo>
                  <a:cubicBezTo>
                    <a:pt x="5327" y="154"/>
                    <a:pt x="5458" y="147"/>
                    <a:pt x="5589" y="147"/>
                  </a:cubicBezTo>
                  <a:cubicBezTo>
                    <a:pt x="5728" y="147"/>
                    <a:pt x="5867" y="154"/>
                    <a:pt x="5998" y="169"/>
                  </a:cubicBezTo>
                  <a:cubicBezTo>
                    <a:pt x="6231" y="190"/>
                    <a:pt x="6465" y="227"/>
                    <a:pt x="6691" y="285"/>
                  </a:cubicBezTo>
                  <a:cubicBezTo>
                    <a:pt x="6822" y="322"/>
                    <a:pt x="6954" y="358"/>
                    <a:pt x="7085" y="409"/>
                  </a:cubicBezTo>
                  <a:cubicBezTo>
                    <a:pt x="6426" y="130"/>
                    <a:pt x="5753" y="1"/>
                    <a:pt x="5097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2"/>
            <p:cNvSpPr/>
            <p:nvPr/>
          </p:nvSpPr>
          <p:spPr>
            <a:xfrm>
              <a:off x="724179" y="3917708"/>
              <a:ext cx="117968" cy="100887"/>
            </a:xfrm>
            <a:custGeom>
              <a:avLst/>
              <a:gdLst/>
              <a:ahLst/>
              <a:cxnLst/>
              <a:rect l="l" t="t" r="r" b="b"/>
              <a:pathLst>
                <a:path w="3612" h="3089" extrusionOk="0">
                  <a:moveTo>
                    <a:pt x="1533" y="0"/>
                  </a:moveTo>
                  <a:cubicBezTo>
                    <a:pt x="686" y="0"/>
                    <a:pt x="0" y="690"/>
                    <a:pt x="0" y="1540"/>
                  </a:cubicBezTo>
                  <a:cubicBezTo>
                    <a:pt x="0" y="2473"/>
                    <a:pt x="762" y="3088"/>
                    <a:pt x="1555" y="3088"/>
                  </a:cubicBezTo>
                  <a:cubicBezTo>
                    <a:pt x="1934" y="3088"/>
                    <a:pt x="2320" y="2948"/>
                    <a:pt x="2634" y="2634"/>
                  </a:cubicBezTo>
                  <a:cubicBezTo>
                    <a:pt x="3612" y="1664"/>
                    <a:pt x="2918" y="0"/>
                    <a:pt x="1547" y="0"/>
                  </a:cubicBezTo>
                  <a:cubicBezTo>
                    <a:pt x="1542" y="0"/>
                    <a:pt x="1538" y="0"/>
                    <a:pt x="15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2"/>
            <p:cNvSpPr/>
            <p:nvPr/>
          </p:nvSpPr>
          <p:spPr>
            <a:xfrm>
              <a:off x="715100" y="3917936"/>
              <a:ext cx="127276" cy="101181"/>
            </a:xfrm>
            <a:custGeom>
              <a:avLst/>
              <a:gdLst/>
              <a:ahLst/>
              <a:cxnLst/>
              <a:rect l="l" t="t" r="r" b="b"/>
              <a:pathLst>
                <a:path w="3897" h="3098" extrusionOk="0">
                  <a:moveTo>
                    <a:pt x="2000" y="0"/>
                  </a:moveTo>
                  <a:lnTo>
                    <a:pt x="2000" y="0"/>
                  </a:lnTo>
                  <a:cubicBezTo>
                    <a:pt x="2073" y="15"/>
                    <a:pt x="2139" y="44"/>
                    <a:pt x="2204" y="73"/>
                  </a:cubicBezTo>
                  <a:lnTo>
                    <a:pt x="2197" y="66"/>
                  </a:lnTo>
                  <a:lnTo>
                    <a:pt x="2197" y="66"/>
                  </a:lnTo>
                  <a:cubicBezTo>
                    <a:pt x="2263" y="95"/>
                    <a:pt x="2328" y="139"/>
                    <a:pt x="2387" y="176"/>
                  </a:cubicBezTo>
                  <a:cubicBezTo>
                    <a:pt x="2423" y="205"/>
                    <a:pt x="2467" y="241"/>
                    <a:pt x="2503" y="270"/>
                  </a:cubicBezTo>
                  <a:cubicBezTo>
                    <a:pt x="2584" y="343"/>
                    <a:pt x="2657" y="424"/>
                    <a:pt x="2715" y="504"/>
                  </a:cubicBezTo>
                  <a:cubicBezTo>
                    <a:pt x="2773" y="591"/>
                    <a:pt x="2817" y="679"/>
                    <a:pt x="2854" y="774"/>
                  </a:cubicBezTo>
                  <a:cubicBezTo>
                    <a:pt x="2875" y="825"/>
                    <a:pt x="2897" y="876"/>
                    <a:pt x="2912" y="934"/>
                  </a:cubicBezTo>
                  <a:cubicBezTo>
                    <a:pt x="2919" y="985"/>
                    <a:pt x="2926" y="1036"/>
                    <a:pt x="2934" y="1095"/>
                  </a:cubicBezTo>
                  <a:cubicBezTo>
                    <a:pt x="2948" y="1204"/>
                    <a:pt x="2948" y="1314"/>
                    <a:pt x="2934" y="1423"/>
                  </a:cubicBezTo>
                  <a:cubicBezTo>
                    <a:pt x="2926" y="1525"/>
                    <a:pt x="2905" y="1620"/>
                    <a:pt x="2861" y="1715"/>
                  </a:cubicBezTo>
                  <a:cubicBezTo>
                    <a:pt x="2824" y="1810"/>
                    <a:pt x="2781" y="1905"/>
                    <a:pt x="2722" y="1992"/>
                  </a:cubicBezTo>
                  <a:cubicBezTo>
                    <a:pt x="2664" y="2073"/>
                    <a:pt x="2598" y="2145"/>
                    <a:pt x="2518" y="2218"/>
                  </a:cubicBezTo>
                  <a:cubicBezTo>
                    <a:pt x="2438" y="2299"/>
                    <a:pt x="2336" y="2364"/>
                    <a:pt x="2233" y="2415"/>
                  </a:cubicBezTo>
                  <a:cubicBezTo>
                    <a:pt x="2139" y="2459"/>
                    <a:pt x="2044" y="2496"/>
                    <a:pt x="1942" y="2525"/>
                  </a:cubicBezTo>
                  <a:cubicBezTo>
                    <a:pt x="1839" y="2547"/>
                    <a:pt x="1745" y="2554"/>
                    <a:pt x="1642" y="2554"/>
                  </a:cubicBezTo>
                  <a:cubicBezTo>
                    <a:pt x="1533" y="2554"/>
                    <a:pt x="1423" y="2547"/>
                    <a:pt x="1321" y="2518"/>
                  </a:cubicBezTo>
                  <a:cubicBezTo>
                    <a:pt x="1197" y="2488"/>
                    <a:pt x="1088" y="2437"/>
                    <a:pt x="978" y="2379"/>
                  </a:cubicBezTo>
                  <a:cubicBezTo>
                    <a:pt x="891" y="2328"/>
                    <a:pt x="811" y="2262"/>
                    <a:pt x="738" y="2197"/>
                  </a:cubicBezTo>
                  <a:cubicBezTo>
                    <a:pt x="665" y="2124"/>
                    <a:pt x="599" y="2043"/>
                    <a:pt x="541" y="1956"/>
                  </a:cubicBezTo>
                  <a:cubicBezTo>
                    <a:pt x="533" y="1948"/>
                    <a:pt x="526" y="1934"/>
                    <a:pt x="519" y="1919"/>
                  </a:cubicBezTo>
                  <a:cubicBezTo>
                    <a:pt x="519" y="1919"/>
                    <a:pt x="519" y="1919"/>
                    <a:pt x="519" y="1912"/>
                  </a:cubicBezTo>
                  <a:cubicBezTo>
                    <a:pt x="482" y="1846"/>
                    <a:pt x="446" y="1773"/>
                    <a:pt x="424" y="1700"/>
                  </a:cubicBezTo>
                  <a:cubicBezTo>
                    <a:pt x="395" y="1642"/>
                    <a:pt x="380" y="1576"/>
                    <a:pt x="366" y="1511"/>
                  </a:cubicBezTo>
                  <a:cubicBezTo>
                    <a:pt x="358" y="1474"/>
                    <a:pt x="351" y="1430"/>
                    <a:pt x="351" y="1387"/>
                  </a:cubicBezTo>
                  <a:cubicBezTo>
                    <a:pt x="351" y="1365"/>
                    <a:pt x="351" y="1336"/>
                    <a:pt x="344" y="1314"/>
                  </a:cubicBezTo>
                  <a:lnTo>
                    <a:pt x="344" y="1197"/>
                  </a:lnTo>
                  <a:cubicBezTo>
                    <a:pt x="344" y="1175"/>
                    <a:pt x="344" y="1146"/>
                    <a:pt x="351" y="1131"/>
                  </a:cubicBezTo>
                  <a:cubicBezTo>
                    <a:pt x="358" y="1109"/>
                    <a:pt x="358" y="1080"/>
                    <a:pt x="358" y="1058"/>
                  </a:cubicBezTo>
                  <a:lnTo>
                    <a:pt x="358" y="1051"/>
                  </a:lnTo>
                  <a:lnTo>
                    <a:pt x="358" y="1051"/>
                  </a:lnTo>
                  <a:cubicBezTo>
                    <a:pt x="0" y="2136"/>
                    <a:pt x="855" y="3098"/>
                    <a:pt x="1833" y="3098"/>
                  </a:cubicBezTo>
                  <a:cubicBezTo>
                    <a:pt x="2111" y="3098"/>
                    <a:pt x="2398" y="3020"/>
                    <a:pt x="2671" y="2846"/>
                  </a:cubicBezTo>
                  <a:cubicBezTo>
                    <a:pt x="3897" y="2051"/>
                    <a:pt x="3452" y="154"/>
                    <a:pt x="2000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2"/>
            <p:cNvSpPr/>
            <p:nvPr/>
          </p:nvSpPr>
          <p:spPr>
            <a:xfrm>
              <a:off x="758243" y="3591246"/>
              <a:ext cx="238549" cy="229600"/>
            </a:xfrm>
            <a:custGeom>
              <a:avLst/>
              <a:gdLst/>
              <a:ahLst/>
              <a:cxnLst/>
              <a:rect l="l" t="t" r="r" b="b"/>
              <a:pathLst>
                <a:path w="7304" h="7030" extrusionOk="0">
                  <a:moveTo>
                    <a:pt x="3517" y="1"/>
                  </a:moveTo>
                  <a:cubicBezTo>
                    <a:pt x="1569" y="1"/>
                    <a:pt x="0" y="1577"/>
                    <a:pt x="0" y="3517"/>
                  </a:cubicBezTo>
                  <a:cubicBezTo>
                    <a:pt x="0" y="4940"/>
                    <a:pt x="854" y="6217"/>
                    <a:pt x="2167" y="6764"/>
                  </a:cubicBezTo>
                  <a:cubicBezTo>
                    <a:pt x="2601" y="6942"/>
                    <a:pt x="3056" y="7029"/>
                    <a:pt x="3508" y="7029"/>
                  </a:cubicBezTo>
                  <a:cubicBezTo>
                    <a:pt x="4423" y="7029"/>
                    <a:pt x="5323" y="6672"/>
                    <a:pt x="5998" y="5998"/>
                  </a:cubicBezTo>
                  <a:cubicBezTo>
                    <a:pt x="7005" y="4991"/>
                    <a:pt x="7304" y="3481"/>
                    <a:pt x="6764" y="2168"/>
                  </a:cubicBezTo>
                  <a:cubicBezTo>
                    <a:pt x="6217" y="854"/>
                    <a:pt x="4932" y="1"/>
                    <a:pt x="3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2"/>
            <p:cNvSpPr/>
            <p:nvPr/>
          </p:nvSpPr>
          <p:spPr>
            <a:xfrm>
              <a:off x="747988" y="3590821"/>
              <a:ext cx="251188" cy="229926"/>
            </a:xfrm>
            <a:custGeom>
              <a:avLst/>
              <a:gdLst/>
              <a:ahLst/>
              <a:cxnLst/>
              <a:rect l="l" t="t" r="r" b="b"/>
              <a:pathLst>
                <a:path w="7691" h="7040" extrusionOk="0">
                  <a:moveTo>
                    <a:pt x="3837" y="0"/>
                  </a:moveTo>
                  <a:cubicBezTo>
                    <a:pt x="3581" y="0"/>
                    <a:pt x="3322" y="28"/>
                    <a:pt x="3065" y="87"/>
                  </a:cubicBezTo>
                  <a:cubicBezTo>
                    <a:pt x="3145" y="79"/>
                    <a:pt x="3225" y="79"/>
                    <a:pt x="3306" y="79"/>
                  </a:cubicBezTo>
                  <a:cubicBezTo>
                    <a:pt x="3379" y="79"/>
                    <a:pt x="3452" y="79"/>
                    <a:pt x="3525" y="87"/>
                  </a:cubicBezTo>
                  <a:cubicBezTo>
                    <a:pt x="3758" y="108"/>
                    <a:pt x="3984" y="152"/>
                    <a:pt x="4203" y="225"/>
                  </a:cubicBezTo>
                  <a:cubicBezTo>
                    <a:pt x="5327" y="605"/>
                    <a:pt x="6100" y="1641"/>
                    <a:pt x="6151" y="2823"/>
                  </a:cubicBezTo>
                  <a:cubicBezTo>
                    <a:pt x="6158" y="3056"/>
                    <a:pt x="6137" y="3290"/>
                    <a:pt x="6093" y="3516"/>
                  </a:cubicBezTo>
                  <a:cubicBezTo>
                    <a:pt x="6013" y="3924"/>
                    <a:pt x="5837" y="4304"/>
                    <a:pt x="5589" y="4639"/>
                  </a:cubicBezTo>
                  <a:cubicBezTo>
                    <a:pt x="5473" y="4807"/>
                    <a:pt x="5327" y="4960"/>
                    <a:pt x="5174" y="5092"/>
                  </a:cubicBezTo>
                  <a:cubicBezTo>
                    <a:pt x="5028" y="5223"/>
                    <a:pt x="4867" y="5332"/>
                    <a:pt x="4699" y="5427"/>
                  </a:cubicBezTo>
                  <a:cubicBezTo>
                    <a:pt x="4495" y="5551"/>
                    <a:pt x="4276" y="5639"/>
                    <a:pt x="4050" y="5697"/>
                  </a:cubicBezTo>
                  <a:cubicBezTo>
                    <a:pt x="3799" y="5769"/>
                    <a:pt x="3541" y="5804"/>
                    <a:pt x="3284" y="5804"/>
                  </a:cubicBezTo>
                  <a:cubicBezTo>
                    <a:pt x="2860" y="5804"/>
                    <a:pt x="2437" y="5708"/>
                    <a:pt x="2051" y="5522"/>
                  </a:cubicBezTo>
                  <a:cubicBezTo>
                    <a:pt x="1839" y="5420"/>
                    <a:pt x="1635" y="5289"/>
                    <a:pt x="1460" y="5135"/>
                  </a:cubicBezTo>
                  <a:lnTo>
                    <a:pt x="1372" y="5062"/>
                  </a:lnTo>
                  <a:lnTo>
                    <a:pt x="1358" y="5055"/>
                  </a:lnTo>
                  <a:cubicBezTo>
                    <a:pt x="1314" y="5011"/>
                    <a:pt x="1270" y="4975"/>
                    <a:pt x="1234" y="4931"/>
                  </a:cubicBezTo>
                  <a:cubicBezTo>
                    <a:pt x="1168" y="4858"/>
                    <a:pt x="1102" y="4785"/>
                    <a:pt x="1044" y="4712"/>
                  </a:cubicBezTo>
                  <a:cubicBezTo>
                    <a:pt x="913" y="4559"/>
                    <a:pt x="810" y="4391"/>
                    <a:pt x="723" y="4209"/>
                  </a:cubicBezTo>
                  <a:cubicBezTo>
                    <a:pt x="679" y="4129"/>
                    <a:pt x="643" y="4048"/>
                    <a:pt x="613" y="3968"/>
                  </a:cubicBezTo>
                  <a:cubicBezTo>
                    <a:pt x="613" y="3961"/>
                    <a:pt x="606" y="3946"/>
                    <a:pt x="606" y="3939"/>
                  </a:cubicBezTo>
                  <a:cubicBezTo>
                    <a:pt x="570" y="3851"/>
                    <a:pt x="541" y="3764"/>
                    <a:pt x="519" y="3669"/>
                  </a:cubicBezTo>
                  <a:cubicBezTo>
                    <a:pt x="504" y="3618"/>
                    <a:pt x="489" y="3559"/>
                    <a:pt x="482" y="3501"/>
                  </a:cubicBezTo>
                  <a:lnTo>
                    <a:pt x="482" y="3494"/>
                  </a:lnTo>
                  <a:cubicBezTo>
                    <a:pt x="482" y="3487"/>
                    <a:pt x="482" y="3479"/>
                    <a:pt x="482" y="3472"/>
                  </a:cubicBezTo>
                  <a:lnTo>
                    <a:pt x="475" y="3435"/>
                  </a:lnTo>
                  <a:cubicBezTo>
                    <a:pt x="475" y="3435"/>
                    <a:pt x="475" y="3428"/>
                    <a:pt x="475" y="3421"/>
                  </a:cubicBezTo>
                  <a:cubicBezTo>
                    <a:pt x="475" y="3414"/>
                    <a:pt x="475" y="3414"/>
                    <a:pt x="475" y="3406"/>
                  </a:cubicBezTo>
                  <a:cubicBezTo>
                    <a:pt x="460" y="3333"/>
                    <a:pt x="453" y="3253"/>
                    <a:pt x="446" y="3180"/>
                  </a:cubicBezTo>
                  <a:cubicBezTo>
                    <a:pt x="438" y="3107"/>
                    <a:pt x="438" y="3027"/>
                    <a:pt x="438" y="2954"/>
                  </a:cubicBezTo>
                  <a:lnTo>
                    <a:pt x="438" y="2874"/>
                  </a:lnTo>
                  <a:lnTo>
                    <a:pt x="438" y="2844"/>
                  </a:lnTo>
                  <a:lnTo>
                    <a:pt x="438" y="2808"/>
                  </a:lnTo>
                  <a:cubicBezTo>
                    <a:pt x="438" y="2699"/>
                    <a:pt x="453" y="2596"/>
                    <a:pt x="468" y="2487"/>
                  </a:cubicBezTo>
                  <a:lnTo>
                    <a:pt x="468" y="2487"/>
                  </a:lnTo>
                  <a:cubicBezTo>
                    <a:pt x="1" y="4012"/>
                    <a:pt x="613" y="5653"/>
                    <a:pt x="1963" y="6500"/>
                  </a:cubicBezTo>
                  <a:cubicBezTo>
                    <a:pt x="2541" y="6862"/>
                    <a:pt x="3192" y="7040"/>
                    <a:pt x="3838" y="7040"/>
                  </a:cubicBezTo>
                  <a:cubicBezTo>
                    <a:pt x="4701" y="7040"/>
                    <a:pt x="5557" y="6723"/>
                    <a:pt x="6224" y="6106"/>
                  </a:cubicBezTo>
                  <a:cubicBezTo>
                    <a:pt x="7392" y="5019"/>
                    <a:pt x="7691" y="3290"/>
                    <a:pt x="6946" y="1881"/>
                  </a:cubicBezTo>
                  <a:cubicBezTo>
                    <a:pt x="6332" y="708"/>
                    <a:pt x="5120" y="0"/>
                    <a:pt x="3837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2"/>
            <p:cNvSpPr/>
            <p:nvPr/>
          </p:nvSpPr>
          <p:spPr>
            <a:xfrm>
              <a:off x="1000803" y="3360345"/>
              <a:ext cx="177311" cy="170779"/>
            </a:xfrm>
            <a:custGeom>
              <a:avLst/>
              <a:gdLst/>
              <a:ahLst/>
              <a:cxnLst/>
              <a:rect l="l" t="t" r="r" b="b"/>
              <a:pathLst>
                <a:path w="5429" h="5229" extrusionOk="0">
                  <a:moveTo>
                    <a:pt x="2613" y="1"/>
                  </a:moveTo>
                  <a:cubicBezTo>
                    <a:pt x="1168" y="1"/>
                    <a:pt x="1" y="1168"/>
                    <a:pt x="1" y="2613"/>
                  </a:cubicBezTo>
                  <a:cubicBezTo>
                    <a:pt x="1" y="3671"/>
                    <a:pt x="635" y="4626"/>
                    <a:pt x="1613" y="5028"/>
                  </a:cubicBezTo>
                  <a:cubicBezTo>
                    <a:pt x="1938" y="5163"/>
                    <a:pt x="2278" y="5229"/>
                    <a:pt x="2616" y="5229"/>
                  </a:cubicBezTo>
                  <a:cubicBezTo>
                    <a:pt x="3295" y="5229"/>
                    <a:pt x="3961" y="4963"/>
                    <a:pt x="4459" y="4466"/>
                  </a:cubicBezTo>
                  <a:cubicBezTo>
                    <a:pt x="5210" y="3714"/>
                    <a:pt x="5429" y="2591"/>
                    <a:pt x="5028" y="1613"/>
                  </a:cubicBezTo>
                  <a:cubicBezTo>
                    <a:pt x="4619" y="635"/>
                    <a:pt x="3671" y="1"/>
                    <a:pt x="2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2"/>
            <p:cNvSpPr/>
            <p:nvPr/>
          </p:nvSpPr>
          <p:spPr>
            <a:xfrm>
              <a:off x="1000346" y="3360606"/>
              <a:ext cx="189461" cy="171106"/>
            </a:xfrm>
            <a:custGeom>
              <a:avLst/>
              <a:gdLst/>
              <a:ahLst/>
              <a:cxnLst/>
              <a:rect l="l" t="t" r="r" b="b"/>
              <a:pathLst>
                <a:path w="5801" h="5239" extrusionOk="0">
                  <a:moveTo>
                    <a:pt x="2641" y="0"/>
                  </a:moveTo>
                  <a:cubicBezTo>
                    <a:pt x="1189" y="7"/>
                    <a:pt x="22" y="1175"/>
                    <a:pt x="15" y="2627"/>
                  </a:cubicBezTo>
                  <a:lnTo>
                    <a:pt x="0" y="2605"/>
                  </a:lnTo>
                  <a:lnTo>
                    <a:pt x="0" y="2605"/>
                  </a:lnTo>
                  <a:cubicBezTo>
                    <a:pt x="0" y="4109"/>
                    <a:pt x="1231" y="5238"/>
                    <a:pt x="2623" y="5238"/>
                  </a:cubicBezTo>
                  <a:cubicBezTo>
                    <a:pt x="2913" y="5238"/>
                    <a:pt x="3209" y="5189"/>
                    <a:pt x="3502" y="5085"/>
                  </a:cubicBezTo>
                  <a:cubicBezTo>
                    <a:pt x="5210" y="4480"/>
                    <a:pt x="5801" y="2357"/>
                    <a:pt x="4655" y="956"/>
                  </a:cubicBezTo>
                  <a:lnTo>
                    <a:pt x="4655" y="956"/>
                  </a:lnTo>
                  <a:cubicBezTo>
                    <a:pt x="4721" y="1058"/>
                    <a:pt x="4779" y="1167"/>
                    <a:pt x="4830" y="1284"/>
                  </a:cubicBezTo>
                  <a:cubicBezTo>
                    <a:pt x="4881" y="1408"/>
                    <a:pt x="4918" y="1547"/>
                    <a:pt x="4947" y="1678"/>
                  </a:cubicBezTo>
                  <a:cubicBezTo>
                    <a:pt x="4969" y="1795"/>
                    <a:pt x="4983" y="1912"/>
                    <a:pt x="4991" y="2028"/>
                  </a:cubicBezTo>
                  <a:cubicBezTo>
                    <a:pt x="4998" y="2393"/>
                    <a:pt x="4910" y="2751"/>
                    <a:pt x="4743" y="3079"/>
                  </a:cubicBezTo>
                  <a:cubicBezTo>
                    <a:pt x="4692" y="3181"/>
                    <a:pt x="4626" y="3276"/>
                    <a:pt x="4560" y="3363"/>
                  </a:cubicBezTo>
                  <a:cubicBezTo>
                    <a:pt x="4443" y="3524"/>
                    <a:pt x="4305" y="3663"/>
                    <a:pt x="4144" y="3779"/>
                  </a:cubicBezTo>
                  <a:cubicBezTo>
                    <a:pt x="4035" y="3867"/>
                    <a:pt x="3918" y="3940"/>
                    <a:pt x="3794" y="3998"/>
                  </a:cubicBezTo>
                  <a:cubicBezTo>
                    <a:pt x="3699" y="4042"/>
                    <a:pt x="3604" y="4079"/>
                    <a:pt x="3502" y="4115"/>
                  </a:cubicBezTo>
                  <a:cubicBezTo>
                    <a:pt x="3298" y="4173"/>
                    <a:pt x="3086" y="4210"/>
                    <a:pt x="2867" y="4210"/>
                  </a:cubicBezTo>
                  <a:cubicBezTo>
                    <a:pt x="2634" y="4210"/>
                    <a:pt x="2393" y="4173"/>
                    <a:pt x="2167" y="4093"/>
                  </a:cubicBezTo>
                  <a:cubicBezTo>
                    <a:pt x="2065" y="4057"/>
                    <a:pt x="1963" y="4006"/>
                    <a:pt x="1868" y="3954"/>
                  </a:cubicBezTo>
                  <a:cubicBezTo>
                    <a:pt x="1766" y="3903"/>
                    <a:pt x="1671" y="3845"/>
                    <a:pt x="1583" y="3772"/>
                  </a:cubicBezTo>
                  <a:cubicBezTo>
                    <a:pt x="1554" y="3750"/>
                    <a:pt x="1518" y="3721"/>
                    <a:pt x="1489" y="3692"/>
                  </a:cubicBezTo>
                  <a:cubicBezTo>
                    <a:pt x="1481" y="3692"/>
                    <a:pt x="1481" y="3692"/>
                    <a:pt x="1474" y="3685"/>
                  </a:cubicBezTo>
                  <a:cubicBezTo>
                    <a:pt x="1467" y="3677"/>
                    <a:pt x="1452" y="3663"/>
                    <a:pt x="1437" y="3655"/>
                  </a:cubicBezTo>
                  <a:cubicBezTo>
                    <a:pt x="1386" y="3604"/>
                    <a:pt x="1343" y="3560"/>
                    <a:pt x="1299" y="3509"/>
                  </a:cubicBezTo>
                  <a:cubicBezTo>
                    <a:pt x="1255" y="3458"/>
                    <a:pt x="1211" y="3415"/>
                    <a:pt x="1175" y="3356"/>
                  </a:cubicBezTo>
                  <a:cubicBezTo>
                    <a:pt x="1146" y="3327"/>
                    <a:pt x="1124" y="3291"/>
                    <a:pt x="1095" y="3254"/>
                  </a:cubicBezTo>
                  <a:cubicBezTo>
                    <a:pt x="1051" y="3174"/>
                    <a:pt x="1007" y="3101"/>
                    <a:pt x="963" y="3013"/>
                  </a:cubicBezTo>
                  <a:cubicBezTo>
                    <a:pt x="949" y="2977"/>
                    <a:pt x="927" y="2940"/>
                    <a:pt x="912" y="2904"/>
                  </a:cubicBezTo>
                  <a:cubicBezTo>
                    <a:pt x="905" y="2889"/>
                    <a:pt x="905" y="2875"/>
                    <a:pt x="898" y="2853"/>
                  </a:cubicBezTo>
                  <a:cubicBezTo>
                    <a:pt x="868" y="2787"/>
                    <a:pt x="846" y="2721"/>
                    <a:pt x="832" y="2656"/>
                  </a:cubicBezTo>
                  <a:cubicBezTo>
                    <a:pt x="825" y="2648"/>
                    <a:pt x="825" y="2641"/>
                    <a:pt x="825" y="2634"/>
                  </a:cubicBezTo>
                  <a:lnTo>
                    <a:pt x="825" y="2619"/>
                  </a:lnTo>
                  <a:cubicBezTo>
                    <a:pt x="810" y="2576"/>
                    <a:pt x="803" y="2532"/>
                    <a:pt x="795" y="2481"/>
                  </a:cubicBezTo>
                  <a:cubicBezTo>
                    <a:pt x="795" y="2481"/>
                    <a:pt x="795" y="2481"/>
                    <a:pt x="795" y="2473"/>
                  </a:cubicBezTo>
                  <a:lnTo>
                    <a:pt x="795" y="2459"/>
                  </a:lnTo>
                  <a:cubicBezTo>
                    <a:pt x="795" y="2444"/>
                    <a:pt x="795" y="2430"/>
                    <a:pt x="788" y="2415"/>
                  </a:cubicBezTo>
                  <a:cubicBezTo>
                    <a:pt x="788" y="2408"/>
                    <a:pt x="788" y="2393"/>
                    <a:pt x="788" y="2386"/>
                  </a:cubicBezTo>
                  <a:cubicBezTo>
                    <a:pt x="788" y="2379"/>
                    <a:pt x="788" y="2364"/>
                    <a:pt x="781" y="2349"/>
                  </a:cubicBezTo>
                  <a:cubicBezTo>
                    <a:pt x="781" y="2335"/>
                    <a:pt x="781" y="2320"/>
                    <a:pt x="781" y="2306"/>
                  </a:cubicBezTo>
                  <a:lnTo>
                    <a:pt x="781" y="2269"/>
                  </a:lnTo>
                  <a:lnTo>
                    <a:pt x="781" y="2247"/>
                  </a:lnTo>
                  <a:lnTo>
                    <a:pt x="781" y="2240"/>
                  </a:lnTo>
                  <a:cubicBezTo>
                    <a:pt x="766" y="2138"/>
                    <a:pt x="766" y="2036"/>
                    <a:pt x="781" y="1933"/>
                  </a:cubicBezTo>
                  <a:cubicBezTo>
                    <a:pt x="788" y="1839"/>
                    <a:pt x="803" y="1736"/>
                    <a:pt x="825" y="1642"/>
                  </a:cubicBezTo>
                  <a:cubicBezTo>
                    <a:pt x="839" y="1561"/>
                    <a:pt x="861" y="1488"/>
                    <a:pt x="883" y="1415"/>
                  </a:cubicBezTo>
                  <a:cubicBezTo>
                    <a:pt x="934" y="1277"/>
                    <a:pt x="992" y="1145"/>
                    <a:pt x="1065" y="1021"/>
                  </a:cubicBezTo>
                  <a:cubicBezTo>
                    <a:pt x="1080" y="1007"/>
                    <a:pt x="1095" y="985"/>
                    <a:pt x="1102" y="970"/>
                  </a:cubicBezTo>
                  <a:cubicBezTo>
                    <a:pt x="1160" y="883"/>
                    <a:pt x="1219" y="803"/>
                    <a:pt x="1277" y="730"/>
                  </a:cubicBezTo>
                  <a:cubicBezTo>
                    <a:pt x="1335" y="671"/>
                    <a:pt x="1386" y="613"/>
                    <a:pt x="1445" y="562"/>
                  </a:cubicBezTo>
                  <a:lnTo>
                    <a:pt x="1452" y="547"/>
                  </a:lnTo>
                  <a:cubicBezTo>
                    <a:pt x="1452" y="547"/>
                    <a:pt x="1459" y="540"/>
                    <a:pt x="1467" y="540"/>
                  </a:cubicBezTo>
                  <a:cubicBezTo>
                    <a:pt x="1525" y="482"/>
                    <a:pt x="1591" y="430"/>
                    <a:pt x="1656" y="387"/>
                  </a:cubicBezTo>
                  <a:cubicBezTo>
                    <a:pt x="1664" y="379"/>
                    <a:pt x="1664" y="379"/>
                    <a:pt x="1671" y="379"/>
                  </a:cubicBezTo>
                  <a:cubicBezTo>
                    <a:pt x="1707" y="350"/>
                    <a:pt x="1751" y="321"/>
                    <a:pt x="1795" y="299"/>
                  </a:cubicBezTo>
                  <a:cubicBezTo>
                    <a:pt x="1802" y="285"/>
                    <a:pt x="1817" y="285"/>
                    <a:pt x="1831" y="270"/>
                  </a:cubicBezTo>
                  <a:cubicBezTo>
                    <a:pt x="1912" y="226"/>
                    <a:pt x="1992" y="182"/>
                    <a:pt x="2080" y="146"/>
                  </a:cubicBezTo>
                  <a:lnTo>
                    <a:pt x="2087" y="146"/>
                  </a:lnTo>
                  <a:cubicBezTo>
                    <a:pt x="2182" y="109"/>
                    <a:pt x="2284" y="73"/>
                    <a:pt x="2386" y="51"/>
                  </a:cubicBezTo>
                  <a:cubicBezTo>
                    <a:pt x="2437" y="37"/>
                    <a:pt x="2488" y="29"/>
                    <a:pt x="2532" y="22"/>
                  </a:cubicBezTo>
                  <a:lnTo>
                    <a:pt x="2554" y="22"/>
                  </a:lnTo>
                  <a:lnTo>
                    <a:pt x="2678" y="0"/>
                  </a:ln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4"/>
          <p:cNvSpPr/>
          <p:nvPr/>
        </p:nvSpPr>
        <p:spPr>
          <a:xfrm>
            <a:off x="1327915" y="3770866"/>
            <a:ext cx="674100" cy="674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4"/>
          <p:cNvSpPr/>
          <p:nvPr/>
        </p:nvSpPr>
        <p:spPr>
          <a:xfrm>
            <a:off x="1298488" y="2885675"/>
            <a:ext cx="674100" cy="67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4"/>
          <p:cNvSpPr/>
          <p:nvPr/>
        </p:nvSpPr>
        <p:spPr>
          <a:xfrm>
            <a:off x="1392838" y="2022060"/>
            <a:ext cx="674100" cy="674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4"/>
          <p:cNvSpPr/>
          <p:nvPr/>
        </p:nvSpPr>
        <p:spPr>
          <a:xfrm>
            <a:off x="1392838" y="1166975"/>
            <a:ext cx="674100" cy="674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4"/>
          <p:cNvSpPr txBox="1">
            <a:spLocks noGrp="1"/>
          </p:cNvSpPr>
          <p:nvPr>
            <p:ph type="title"/>
          </p:nvPr>
        </p:nvSpPr>
        <p:spPr>
          <a:xfrm>
            <a:off x="2190715" y="1148622"/>
            <a:ext cx="629424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/>
              <a:t>Mouse position → Musical pitch (horizontal mapping)</a:t>
            </a:r>
            <a:endParaRPr sz="1800" dirty="0"/>
          </a:p>
        </p:txBody>
      </p:sp>
      <p:sp>
        <p:nvSpPr>
          <p:cNvPr id="386" name="Google Shape;386;p44"/>
          <p:cNvSpPr txBox="1">
            <a:spLocks noGrp="1"/>
          </p:cNvSpPr>
          <p:nvPr>
            <p:ph type="title" idx="2"/>
          </p:nvPr>
        </p:nvSpPr>
        <p:spPr>
          <a:xfrm>
            <a:off x="1327915" y="1302660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87" name="Google Shape;387;p44"/>
          <p:cNvSpPr txBox="1">
            <a:spLocks noGrp="1"/>
          </p:cNvSpPr>
          <p:nvPr>
            <p:ph type="subTitle" idx="1"/>
          </p:nvPr>
        </p:nvSpPr>
        <p:spPr>
          <a:xfrm>
            <a:off x="4550367" y="815490"/>
            <a:ext cx="3352144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-The Synesthetic Mapping</a:t>
            </a:r>
            <a:endParaRPr dirty="0"/>
          </a:p>
        </p:txBody>
      </p:sp>
      <p:sp>
        <p:nvSpPr>
          <p:cNvPr id="388" name="Google Shape;388;p44"/>
          <p:cNvSpPr txBox="1">
            <a:spLocks noGrp="1"/>
          </p:cNvSpPr>
          <p:nvPr>
            <p:ph type="title" idx="3"/>
          </p:nvPr>
        </p:nvSpPr>
        <p:spPr>
          <a:xfrm>
            <a:off x="2066938" y="2946602"/>
            <a:ext cx="515804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/>
              <a:t>Stroke release → Automatic playback</a:t>
            </a:r>
            <a:endParaRPr sz="2000" dirty="0"/>
          </a:p>
        </p:txBody>
      </p:sp>
      <p:sp>
        <p:nvSpPr>
          <p:cNvPr id="389" name="Google Shape;389;p44"/>
          <p:cNvSpPr txBox="1">
            <a:spLocks noGrp="1"/>
          </p:cNvSpPr>
          <p:nvPr>
            <p:ph type="title" idx="4"/>
          </p:nvPr>
        </p:nvSpPr>
        <p:spPr>
          <a:xfrm>
            <a:off x="1327915" y="2201096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91" name="Google Shape;391;p44"/>
          <p:cNvSpPr txBox="1">
            <a:spLocks noGrp="1"/>
          </p:cNvSpPr>
          <p:nvPr>
            <p:ph type="title" idx="6"/>
          </p:nvPr>
        </p:nvSpPr>
        <p:spPr>
          <a:xfrm>
            <a:off x="2255638" y="2072928"/>
            <a:ext cx="502505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/>
              <a:t>Drawing speed → Visual line rotation</a:t>
            </a:r>
            <a:endParaRPr sz="2000" dirty="0"/>
          </a:p>
        </p:txBody>
      </p:sp>
      <p:sp>
        <p:nvSpPr>
          <p:cNvPr id="392" name="Google Shape;392;p44"/>
          <p:cNvSpPr txBox="1">
            <a:spLocks noGrp="1"/>
          </p:cNvSpPr>
          <p:nvPr>
            <p:ph type="title" idx="7"/>
          </p:nvPr>
        </p:nvSpPr>
        <p:spPr>
          <a:xfrm>
            <a:off x="1228003" y="3059063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94" name="Google Shape;394;p44"/>
          <p:cNvSpPr txBox="1">
            <a:spLocks noGrp="1"/>
          </p:cNvSpPr>
          <p:nvPr>
            <p:ph type="title" idx="9"/>
          </p:nvPr>
        </p:nvSpPr>
        <p:spPr>
          <a:xfrm>
            <a:off x="2105930" y="3816313"/>
            <a:ext cx="5965155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/>
              <a:t>Three instrument modes: Piano, Violin, Guitar</a:t>
            </a:r>
            <a:endParaRPr sz="2000" dirty="0"/>
          </a:p>
        </p:txBody>
      </p:sp>
      <p:sp>
        <p:nvSpPr>
          <p:cNvPr id="395" name="Google Shape;395;p44"/>
          <p:cNvSpPr txBox="1">
            <a:spLocks noGrp="1"/>
          </p:cNvSpPr>
          <p:nvPr>
            <p:ph type="title" idx="13"/>
          </p:nvPr>
        </p:nvSpPr>
        <p:spPr>
          <a:xfrm>
            <a:off x="1243131" y="3933466"/>
            <a:ext cx="8628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97" name="Google Shape;397;p44"/>
          <p:cNvSpPr txBox="1">
            <a:spLocks noGrp="1"/>
          </p:cNvSpPr>
          <p:nvPr>
            <p:ph type="title" idx="15"/>
          </p:nvPr>
        </p:nvSpPr>
        <p:spPr>
          <a:xfrm>
            <a:off x="704319" y="3508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Concept Implementation </a:t>
            </a:r>
            <a:endParaRPr dirty="0"/>
          </a:p>
        </p:txBody>
      </p:sp>
      <p:sp>
        <p:nvSpPr>
          <p:cNvPr id="398" name="Google Shape;398;p44"/>
          <p:cNvSpPr/>
          <p:nvPr/>
        </p:nvSpPr>
        <p:spPr>
          <a:xfrm>
            <a:off x="1227681" y="1246903"/>
            <a:ext cx="41" cy="41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9" name="Google Shape;399;p44"/>
          <p:cNvGrpSpPr/>
          <p:nvPr/>
        </p:nvGrpSpPr>
        <p:grpSpPr>
          <a:xfrm>
            <a:off x="285100" y="428950"/>
            <a:ext cx="1231722" cy="924593"/>
            <a:chOff x="285100" y="428950"/>
            <a:chExt cx="1231722" cy="924593"/>
          </a:xfrm>
        </p:grpSpPr>
        <p:sp>
          <p:nvSpPr>
            <p:cNvPr id="400" name="Google Shape;400;p44"/>
            <p:cNvSpPr/>
            <p:nvPr/>
          </p:nvSpPr>
          <p:spPr>
            <a:xfrm>
              <a:off x="285385" y="428950"/>
              <a:ext cx="1231437" cy="924270"/>
            </a:xfrm>
            <a:custGeom>
              <a:avLst/>
              <a:gdLst/>
              <a:ahLst/>
              <a:cxnLst/>
              <a:rect l="l" t="t" r="r" b="b"/>
              <a:pathLst>
                <a:path w="30236" h="22694" extrusionOk="0">
                  <a:moveTo>
                    <a:pt x="19629" y="1"/>
                  </a:moveTo>
                  <a:cubicBezTo>
                    <a:pt x="19589" y="1"/>
                    <a:pt x="19549" y="1"/>
                    <a:pt x="19509" y="2"/>
                  </a:cubicBezTo>
                  <a:cubicBezTo>
                    <a:pt x="19172" y="10"/>
                    <a:pt x="18835" y="56"/>
                    <a:pt x="18506" y="140"/>
                  </a:cubicBezTo>
                  <a:lnTo>
                    <a:pt x="18521" y="132"/>
                  </a:lnTo>
                  <a:lnTo>
                    <a:pt x="18521" y="132"/>
                  </a:lnTo>
                  <a:cubicBezTo>
                    <a:pt x="18146" y="224"/>
                    <a:pt x="17786" y="354"/>
                    <a:pt x="17442" y="523"/>
                  </a:cubicBezTo>
                  <a:cubicBezTo>
                    <a:pt x="16783" y="860"/>
                    <a:pt x="16201" y="1311"/>
                    <a:pt x="15719" y="1862"/>
                  </a:cubicBezTo>
                  <a:cubicBezTo>
                    <a:pt x="15206" y="2444"/>
                    <a:pt x="14800" y="3103"/>
                    <a:pt x="14509" y="3815"/>
                  </a:cubicBezTo>
                  <a:cubicBezTo>
                    <a:pt x="14364" y="4175"/>
                    <a:pt x="14241" y="4550"/>
                    <a:pt x="14150" y="4933"/>
                  </a:cubicBezTo>
                  <a:cubicBezTo>
                    <a:pt x="13843" y="4703"/>
                    <a:pt x="13529" y="4489"/>
                    <a:pt x="13192" y="4297"/>
                  </a:cubicBezTo>
                  <a:cubicBezTo>
                    <a:pt x="12741" y="4044"/>
                    <a:pt x="12274" y="3822"/>
                    <a:pt x="11791" y="3639"/>
                  </a:cubicBezTo>
                  <a:cubicBezTo>
                    <a:pt x="10949" y="3302"/>
                    <a:pt x="10053" y="3103"/>
                    <a:pt x="9150" y="3057"/>
                  </a:cubicBezTo>
                  <a:cubicBezTo>
                    <a:pt x="9077" y="3053"/>
                    <a:pt x="9004" y="3052"/>
                    <a:pt x="8931" y="3052"/>
                  </a:cubicBezTo>
                  <a:cubicBezTo>
                    <a:pt x="8530" y="3052"/>
                    <a:pt x="8130" y="3104"/>
                    <a:pt x="7741" y="3195"/>
                  </a:cubicBezTo>
                  <a:cubicBezTo>
                    <a:pt x="7504" y="3256"/>
                    <a:pt x="7274" y="3325"/>
                    <a:pt x="7052" y="3417"/>
                  </a:cubicBezTo>
                  <a:cubicBezTo>
                    <a:pt x="6432" y="3677"/>
                    <a:pt x="5866" y="4052"/>
                    <a:pt x="5376" y="4511"/>
                  </a:cubicBezTo>
                  <a:cubicBezTo>
                    <a:pt x="4442" y="5384"/>
                    <a:pt x="3752" y="6471"/>
                    <a:pt x="3140" y="7520"/>
                  </a:cubicBezTo>
                  <a:cubicBezTo>
                    <a:pt x="2826" y="8064"/>
                    <a:pt x="2512" y="8638"/>
                    <a:pt x="2214" y="9189"/>
                  </a:cubicBezTo>
                  <a:cubicBezTo>
                    <a:pt x="1892" y="9787"/>
                    <a:pt x="1555" y="10407"/>
                    <a:pt x="1211" y="11004"/>
                  </a:cubicBezTo>
                  <a:cubicBezTo>
                    <a:pt x="881" y="11555"/>
                    <a:pt x="529" y="12091"/>
                    <a:pt x="139" y="12604"/>
                  </a:cubicBezTo>
                  <a:cubicBezTo>
                    <a:pt x="123" y="12635"/>
                    <a:pt x="108" y="12665"/>
                    <a:pt x="93" y="12704"/>
                  </a:cubicBezTo>
                  <a:cubicBezTo>
                    <a:pt x="24" y="12780"/>
                    <a:pt x="1" y="12887"/>
                    <a:pt x="32" y="12987"/>
                  </a:cubicBezTo>
                  <a:cubicBezTo>
                    <a:pt x="192" y="13530"/>
                    <a:pt x="384" y="14066"/>
                    <a:pt x="613" y="14587"/>
                  </a:cubicBezTo>
                  <a:cubicBezTo>
                    <a:pt x="1088" y="15628"/>
                    <a:pt x="1701" y="16608"/>
                    <a:pt x="2436" y="17496"/>
                  </a:cubicBezTo>
                  <a:cubicBezTo>
                    <a:pt x="3186" y="18392"/>
                    <a:pt x="4043" y="19196"/>
                    <a:pt x="5000" y="19870"/>
                  </a:cubicBezTo>
                  <a:cubicBezTo>
                    <a:pt x="6738" y="21118"/>
                    <a:pt x="8775" y="21975"/>
                    <a:pt x="11049" y="22411"/>
                  </a:cubicBezTo>
                  <a:cubicBezTo>
                    <a:pt x="12062" y="22600"/>
                    <a:pt x="13086" y="22694"/>
                    <a:pt x="14109" y="22694"/>
                  </a:cubicBezTo>
                  <a:cubicBezTo>
                    <a:pt x="15251" y="22694"/>
                    <a:pt x="16392" y="22577"/>
                    <a:pt x="17518" y="22343"/>
                  </a:cubicBezTo>
                  <a:cubicBezTo>
                    <a:pt x="17733" y="22297"/>
                    <a:pt x="17947" y="22243"/>
                    <a:pt x="18169" y="22197"/>
                  </a:cubicBezTo>
                  <a:cubicBezTo>
                    <a:pt x="20006" y="21753"/>
                    <a:pt x="21767" y="20995"/>
                    <a:pt x="23360" y="19969"/>
                  </a:cubicBezTo>
                  <a:cubicBezTo>
                    <a:pt x="26774" y="17780"/>
                    <a:pt x="29179" y="14411"/>
                    <a:pt x="29959" y="10721"/>
                  </a:cubicBezTo>
                  <a:cubicBezTo>
                    <a:pt x="30044" y="10322"/>
                    <a:pt x="30105" y="9924"/>
                    <a:pt x="30158" y="9480"/>
                  </a:cubicBezTo>
                  <a:cubicBezTo>
                    <a:pt x="30197" y="9128"/>
                    <a:pt x="30220" y="8791"/>
                    <a:pt x="30235" y="8462"/>
                  </a:cubicBezTo>
                  <a:lnTo>
                    <a:pt x="30235" y="8309"/>
                  </a:lnTo>
                  <a:cubicBezTo>
                    <a:pt x="30235" y="7995"/>
                    <a:pt x="30235" y="7689"/>
                    <a:pt x="30212" y="7367"/>
                  </a:cubicBezTo>
                  <a:lnTo>
                    <a:pt x="30212" y="7321"/>
                  </a:lnTo>
                  <a:lnTo>
                    <a:pt x="30204" y="7214"/>
                  </a:lnTo>
                  <a:lnTo>
                    <a:pt x="30204" y="7168"/>
                  </a:lnTo>
                  <a:lnTo>
                    <a:pt x="30197" y="7122"/>
                  </a:lnTo>
                  <a:lnTo>
                    <a:pt x="30197" y="7069"/>
                  </a:lnTo>
                  <a:lnTo>
                    <a:pt x="30189" y="7007"/>
                  </a:lnTo>
                  <a:cubicBezTo>
                    <a:pt x="30189" y="6992"/>
                    <a:pt x="30189" y="6977"/>
                    <a:pt x="30189" y="6961"/>
                  </a:cubicBezTo>
                  <a:cubicBezTo>
                    <a:pt x="30166" y="6724"/>
                    <a:pt x="30136" y="6487"/>
                    <a:pt x="30105" y="6257"/>
                  </a:cubicBezTo>
                  <a:lnTo>
                    <a:pt x="30082" y="6150"/>
                  </a:lnTo>
                  <a:lnTo>
                    <a:pt x="30074" y="6089"/>
                  </a:lnTo>
                  <a:lnTo>
                    <a:pt x="30067" y="6050"/>
                  </a:lnTo>
                  <a:lnTo>
                    <a:pt x="30051" y="5936"/>
                  </a:lnTo>
                  <a:lnTo>
                    <a:pt x="30036" y="5882"/>
                  </a:lnTo>
                  <a:lnTo>
                    <a:pt x="30021" y="5836"/>
                  </a:lnTo>
                  <a:lnTo>
                    <a:pt x="30013" y="5790"/>
                  </a:lnTo>
                  <a:lnTo>
                    <a:pt x="30005" y="5752"/>
                  </a:lnTo>
                  <a:lnTo>
                    <a:pt x="29990" y="5652"/>
                  </a:lnTo>
                  <a:lnTo>
                    <a:pt x="29982" y="5614"/>
                  </a:lnTo>
                  <a:cubicBezTo>
                    <a:pt x="29975" y="5576"/>
                    <a:pt x="29967" y="5537"/>
                    <a:pt x="29959" y="5507"/>
                  </a:cubicBezTo>
                  <a:lnTo>
                    <a:pt x="29944" y="5430"/>
                  </a:lnTo>
                  <a:lnTo>
                    <a:pt x="29929" y="5392"/>
                  </a:lnTo>
                  <a:lnTo>
                    <a:pt x="29921" y="5338"/>
                  </a:lnTo>
                  <a:cubicBezTo>
                    <a:pt x="29898" y="5216"/>
                    <a:pt x="29814" y="5116"/>
                    <a:pt x="29691" y="5086"/>
                  </a:cubicBezTo>
                  <a:cubicBezTo>
                    <a:pt x="29668" y="5063"/>
                    <a:pt x="29638" y="5040"/>
                    <a:pt x="29600" y="5032"/>
                  </a:cubicBezTo>
                  <a:cubicBezTo>
                    <a:pt x="29094" y="4864"/>
                    <a:pt x="28604" y="4649"/>
                    <a:pt x="28145" y="4397"/>
                  </a:cubicBezTo>
                  <a:cubicBezTo>
                    <a:pt x="27287" y="3914"/>
                    <a:pt x="26468" y="3302"/>
                    <a:pt x="25672" y="2705"/>
                  </a:cubicBezTo>
                  <a:cubicBezTo>
                    <a:pt x="25174" y="2337"/>
                    <a:pt x="24669" y="1954"/>
                    <a:pt x="24148" y="1602"/>
                  </a:cubicBezTo>
                  <a:cubicBezTo>
                    <a:pt x="23475" y="1135"/>
                    <a:pt x="22747" y="745"/>
                    <a:pt x="21982" y="446"/>
                  </a:cubicBezTo>
                  <a:cubicBezTo>
                    <a:pt x="21231" y="147"/>
                    <a:pt x="20431" y="1"/>
                    <a:pt x="196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4"/>
            <p:cNvSpPr/>
            <p:nvPr/>
          </p:nvSpPr>
          <p:spPr>
            <a:xfrm>
              <a:off x="285100" y="552840"/>
              <a:ext cx="1013748" cy="800703"/>
            </a:xfrm>
            <a:custGeom>
              <a:avLst/>
              <a:gdLst/>
              <a:ahLst/>
              <a:cxnLst/>
              <a:rect l="l" t="t" r="r" b="b"/>
              <a:pathLst>
                <a:path w="24891" h="19660" extrusionOk="0">
                  <a:moveTo>
                    <a:pt x="8907" y="0"/>
                  </a:moveTo>
                  <a:cubicBezTo>
                    <a:pt x="8275" y="0"/>
                    <a:pt x="7653" y="123"/>
                    <a:pt x="7067" y="359"/>
                  </a:cubicBezTo>
                  <a:lnTo>
                    <a:pt x="7059" y="367"/>
                  </a:lnTo>
                  <a:cubicBezTo>
                    <a:pt x="6439" y="627"/>
                    <a:pt x="5865" y="1002"/>
                    <a:pt x="5375" y="1469"/>
                  </a:cubicBezTo>
                  <a:cubicBezTo>
                    <a:pt x="4456" y="2335"/>
                    <a:pt x="3759" y="3422"/>
                    <a:pt x="3147" y="4471"/>
                  </a:cubicBezTo>
                  <a:cubicBezTo>
                    <a:pt x="2825" y="5030"/>
                    <a:pt x="2512" y="5604"/>
                    <a:pt x="2221" y="6147"/>
                  </a:cubicBezTo>
                  <a:lnTo>
                    <a:pt x="2182" y="6209"/>
                  </a:lnTo>
                  <a:cubicBezTo>
                    <a:pt x="1868" y="6790"/>
                    <a:pt x="1547" y="7388"/>
                    <a:pt x="1210" y="7954"/>
                  </a:cubicBezTo>
                  <a:cubicBezTo>
                    <a:pt x="888" y="8505"/>
                    <a:pt x="536" y="9049"/>
                    <a:pt x="146" y="9562"/>
                  </a:cubicBezTo>
                  <a:cubicBezTo>
                    <a:pt x="123" y="9593"/>
                    <a:pt x="107" y="9623"/>
                    <a:pt x="100" y="9654"/>
                  </a:cubicBezTo>
                  <a:cubicBezTo>
                    <a:pt x="23" y="9730"/>
                    <a:pt x="0" y="9845"/>
                    <a:pt x="31" y="9945"/>
                  </a:cubicBezTo>
                  <a:cubicBezTo>
                    <a:pt x="192" y="10488"/>
                    <a:pt x="391" y="11024"/>
                    <a:pt x="620" y="11545"/>
                  </a:cubicBezTo>
                  <a:cubicBezTo>
                    <a:pt x="1095" y="12594"/>
                    <a:pt x="1708" y="13574"/>
                    <a:pt x="2435" y="14462"/>
                  </a:cubicBezTo>
                  <a:cubicBezTo>
                    <a:pt x="3185" y="15358"/>
                    <a:pt x="4050" y="16162"/>
                    <a:pt x="5000" y="16835"/>
                  </a:cubicBezTo>
                  <a:cubicBezTo>
                    <a:pt x="6745" y="18083"/>
                    <a:pt x="8782" y="18941"/>
                    <a:pt x="11056" y="19377"/>
                  </a:cubicBezTo>
                  <a:cubicBezTo>
                    <a:pt x="12069" y="19565"/>
                    <a:pt x="13095" y="19659"/>
                    <a:pt x="14119" y="19659"/>
                  </a:cubicBezTo>
                  <a:cubicBezTo>
                    <a:pt x="15262" y="19659"/>
                    <a:pt x="16403" y="19542"/>
                    <a:pt x="17525" y="19308"/>
                  </a:cubicBezTo>
                  <a:cubicBezTo>
                    <a:pt x="17740" y="19262"/>
                    <a:pt x="17962" y="19209"/>
                    <a:pt x="18176" y="19163"/>
                  </a:cubicBezTo>
                  <a:cubicBezTo>
                    <a:pt x="20021" y="18719"/>
                    <a:pt x="21774" y="17961"/>
                    <a:pt x="23374" y="16935"/>
                  </a:cubicBezTo>
                  <a:cubicBezTo>
                    <a:pt x="23903" y="16598"/>
                    <a:pt x="24408" y="16230"/>
                    <a:pt x="24890" y="15825"/>
                  </a:cubicBezTo>
                  <a:lnTo>
                    <a:pt x="24890" y="15825"/>
                  </a:lnTo>
                  <a:cubicBezTo>
                    <a:pt x="23995" y="16246"/>
                    <a:pt x="23076" y="16613"/>
                    <a:pt x="22134" y="16912"/>
                  </a:cubicBezTo>
                  <a:cubicBezTo>
                    <a:pt x="20840" y="17333"/>
                    <a:pt x="19508" y="17632"/>
                    <a:pt x="18161" y="17808"/>
                  </a:cubicBezTo>
                  <a:cubicBezTo>
                    <a:pt x="17379" y="17911"/>
                    <a:pt x="16591" y="17964"/>
                    <a:pt x="15803" y="17964"/>
                  </a:cubicBezTo>
                  <a:cubicBezTo>
                    <a:pt x="15249" y="17964"/>
                    <a:pt x="14694" y="17938"/>
                    <a:pt x="14141" y="17884"/>
                  </a:cubicBezTo>
                  <a:cubicBezTo>
                    <a:pt x="12840" y="17762"/>
                    <a:pt x="11569" y="17432"/>
                    <a:pt x="10367" y="16927"/>
                  </a:cubicBezTo>
                  <a:cubicBezTo>
                    <a:pt x="9777" y="16667"/>
                    <a:pt x="9211" y="16361"/>
                    <a:pt x="8675" y="16001"/>
                  </a:cubicBezTo>
                  <a:cubicBezTo>
                    <a:pt x="8131" y="15633"/>
                    <a:pt x="7626" y="15212"/>
                    <a:pt x="7159" y="14745"/>
                  </a:cubicBezTo>
                  <a:cubicBezTo>
                    <a:pt x="6676" y="14248"/>
                    <a:pt x="6240" y="13712"/>
                    <a:pt x="5865" y="13130"/>
                  </a:cubicBezTo>
                  <a:cubicBezTo>
                    <a:pt x="5643" y="12793"/>
                    <a:pt x="5444" y="12448"/>
                    <a:pt x="5268" y="12096"/>
                  </a:cubicBezTo>
                  <a:cubicBezTo>
                    <a:pt x="5069" y="11690"/>
                    <a:pt x="4900" y="11269"/>
                    <a:pt x="4762" y="10833"/>
                  </a:cubicBezTo>
                  <a:cubicBezTo>
                    <a:pt x="4510" y="9983"/>
                    <a:pt x="4380" y="9103"/>
                    <a:pt x="4395" y="8215"/>
                  </a:cubicBezTo>
                  <a:cubicBezTo>
                    <a:pt x="4410" y="7357"/>
                    <a:pt x="4540" y="6492"/>
                    <a:pt x="4793" y="5673"/>
                  </a:cubicBezTo>
                  <a:cubicBezTo>
                    <a:pt x="5038" y="4861"/>
                    <a:pt x="5390" y="4088"/>
                    <a:pt x="5842" y="3376"/>
                  </a:cubicBezTo>
                  <a:cubicBezTo>
                    <a:pt x="6278" y="2679"/>
                    <a:pt x="6814" y="2051"/>
                    <a:pt x="7427" y="1515"/>
                  </a:cubicBezTo>
                  <a:cubicBezTo>
                    <a:pt x="7725" y="1255"/>
                    <a:pt x="8039" y="1025"/>
                    <a:pt x="8368" y="819"/>
                  </a:cubicBezTo>
                  <a:cubicBezTo>
                    <a:pt x="8698" y="612"/>
                    <a:pt x="9042" y="436"/>
                    <a:pt x="9402" y="298"/>
                  </a:cubicBezTo>
                  <a:cubicBezTo>
                    <a:pt x="9601" y="214"/>
                    <a:pt x="9800" y="145"/>
                    <a:pt x="10007" y="91"/>
                  </a:cubicBezTo>
                  <a:cubicBezTo>
                    <a:pt x="9731" y="45"/>
                    <a:pt x="9448" y="15"/>
                    <a:pt x="9165" y="7"/>
                  </a:cubicBezTo>
                  <a:cubicBezTo>
                    <a:pt x="9079" y="3"/>
                    <a:pt x="8992" y="0"/>
                    <a:pt x="8907" y="0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4"/>
            <p:cNvSpPr/>
            <p:nvPr/>
          </p:nvSpPr>
          <p:spPr>
            <a:xfrm>
              <a:off x="386102" y="707153"/>
              <a:ext cx="1034356" cy="496631"/>
            </a:xfrm>
            <a:custGeom>
              <a:avLst/>
              <a:gdLst/>
              <a:ahLst/>
              <a:cxnLst/>
              <a:rect l="l" t="t" r="r" b="b"/>
              <a:pathLst>
                <a:path w="25397" h="12194" extrusionOk="0">
                  <a:moveTo>
                    <a:pt x="25358" y="0"/>
                  </a:moveTo>
                  <a:lnTo>
                    <a:pt x="25343" y="16"/>
                  </a:lnTo>
                  <a:lnTo>
                    <a:pt x="25365" y="16"/>
                  </a:lnTo>
                  <a:cubicBezTo>
                    <a:pt x="25363" y="10"/>
                    <a:pt x="25361" y="5"/>
                    <a:pt x="25358" y="0"/>
                  </a:cubicBezTo>
                  <a:close/>
                  <a:moveTo>
                    <a:pt x="25365" y="16"/>
                  </a:moveTo>
                  <a:cubicBezTo>
                    <a:pt x="25365" y="16"/>
                    <a:pt x="25365" y="16"/>
                    <a:pt x="25365" y="16"/>
                  </a:cubicBezTo>
                  <a:lnTo>
                    <a:pt x="25365" y="16"/>
                  </a:lnTo>
                  <a:cubicBezTo>
                    <a:pt x="25366" y="16"/>
                    <a:pt x="25366" y="16"/>
                    <a:pt x="25366" y="16"/>
                  </a:cubicBezTo>
                  <a:close/>
                  <a:moveTo>
                    <a:pt x="25365" y="16"/>
                  </a:moveTo>
                  <a:cubicBezTo>
                    <a:pt x="25212" y="238"/>
                    <a:pt x="25036" y="452"/>
                    <a:pt x="24845" y="643"/>
                  </a:cubicBezTo>
                  <a:cubicBezTo>
                    <a:pt x="24386" y="1103"/>
                    <a:pt x="23880" y="1509"/>
                    <a:pt x="23344" y="1868"/>
                  </a:cubicBezTo>
                  <a:cubicBezTo>
                    <a:pt x="22433" y="2473"/>
                    <a:pt x="21476" y="3001"/>
                    <a:pt x="20481" y="3453"/>
                  </a:cubicBezTo>
                  <a:cubicBezTo>
                    <a:pt x="19493" y="3913"/>
                    <a:pt x="18475" y="4326"/>
                    <a:pt x="17449" y="4686"/>
                  </a:cubicBezTo>
                  <a:cubicBezTo>
                    <a:pt x="16393" y="5061"/>
                    <a:pt x="15321" y="5398"/>
                    <a:pt x="14234" y="5689"/>
                  </a:cubicBezTo>
                  <a:cubicBezTo>
                    <a:pt x="13146" y="5980"/>
                    <a:pt x="12059" y="6240"/>
                    <a:pt x="10957" y="6454"/>
                  </a:cubicBezTo>
                  <a:cubicBezTo>
                    <a:pt x="9870" y="6669"/>
                    <a:pt x="8782" y="6845"/>
                    <a:pt x="7680" y="6975"/>
                  </a:cubicBezTo>
                  <a:cubicBezTo>
                    <a:pt x="6616" y="7097"/>
                    <a:pt x="5544" y="7174"/>
                    <a:pt x="4472" y="7197"/>
                  </a:cubicBezTo>
                  <a:cubicBezTo>
                    <a:pt x="4344" y="7199"/>
                    <a:pt x="4215" y="7200"/>
                    <a:pt x="4086" y="7200"/>
                  </a:cubicBezTo>
                  <a:cubicBezTo>
                    <a:pt x="3669" y="7200"/>
                    <a:pt x="3249" y="7190"/>
                    <a:pt x="2834" y="7166"/>
                  </a:cubicBezTo>
                  <a:cubicBezTo>
                    <a:pt x="2305" y="7136"/>
                    <a:pt x="1777" y="7075"/>
                    <a:pt x="1249" y="6990"/>
                  </a:cubicBezTo>
                  <a:cubicBezTo>
                    <a:pt x="996" y="6944"/>
                    <a:pt x="736" y="6898"/>
                    <a:pt x="483" y="6830"/>
                  </a:cubicBezTo>
                  <a:cubicBezTo>
                    <a:pt x="322" y="6791"/>
                    <a:pt x="162" y="6745"/>
                    <a:pt x="1" y="6692"/>
                  </a:cubicBezTo>
                  <a:lnTo>
                    <a:pt x="1" y="6692"/>
                  </a:lnTo>
                  <a:cubicBezTo>
                    <a:pt x="200" y="7059"/>
                    <a:pt x="422" y="7404"/>
                    <a:pt x="667" y="7741"/>
                  </a:cubicBezTo>
                  <a:cubicBezTo>
                    <a:pt x="1877" y="9356"/>
                    <a:pt x="3668" y="10619"/>
                    <a:pt x="5843" y="11385"/>
                  </a:cubicBezTo>
                  <a:cubicBezTo>
                    <a:pt x="6823" y="11729"/>
                    <a:pt x="7841" y="11959"/>
                    <a:pt x="8874" y="12082"/>
                  </a:cubicBezTo>
                  <a:cubicBezTo>
                    <a:pt x="9485" y="12157"/>
                    <a:pt x="10100" y="12194"/>
                    <a:pt x="10718" y="12194"/>
                  </a:cubicBezTo>
                  <a:cubicBezTo>
                    <a:pt x="11170" y="12194"/>
                    <a:pt x="11622" y="12174"/>
                    <a:pt x="12075" y="12135"/>
                  </a:cubicBezTo>
                  <a:cubicBezTo>
                    <a:pt x="14157" y="11967"/>
                    <a:pt x="16201" y="11408"/>
                    <a:pt x="18085" y="10489"/>
                  </a:cubicBezTo>
                  <a:cubicBezTo>
                    <a:pt x="19011" y="10045"/>
                    <a:pt x="19884" y="9502"/>
                    <a:pt x="20703" y="8874"/>
                  </a:cubicBezTo>
                  <a:cubicBezTo>
                    <a:pt x="21530" y="8246"/>
                    <a:pt x="22288" y="7519"/>
                    <a:pt x="22954" y="6722"/>
                  </a:cubicBezTo>
                  <a:cubicBezTo>
                    <a:pt x="23766" y="5742"/>
                    <a:pt x="24409" y="4640"/>
                    <a:pt x="24853" y="3446"/>
                  </a:cubicBezTo>
                  <a:lnTo>
                    <a:pt x="24868" y="3415"/>
                  </a:lnTo>
                  <a:cubicBezTo>
                    <a:pt x="24968" y="3124"/>
                    <a:pt x="25052" y="2864"/>
                    <a:pt x="25113" y="2619"/>
                  </a:cubicBezTo>
                  <a:lnTo>
                    <a:pt x="25121" y="2580"/>
                  </a:lnTo>
                  <a:lnTo>
                    <a:pt x="25136" y="2519"/>
                  </a:lnTo>
                  <a:lnTo>
                    <a:pt x="25167" y="2412"/>
                  </a:lnTo>
                  <a:cubicBezTo>
                    <a:pt x="25213" y="2198"/>
                    <a:pt x="25258" y="2014"/>
                    <a:pt x="25289" y="1822"/>
                  </a:cubicBezTo>
                  <a:lnTo>
                    <a:pt x="25289" y="1777"/>
                  </a:lnTo>
                  <a:lnTo>
                    <a:pt x="25304" y="1708"/>
                  </a:lnTo>
                  <a:lnTo>
                    <a:pt x="25304" y="1654"/>
                  </a:lnTo>
                  <a:cubicBezTo>
                    <a:pt x="25343" y="1409"/>
                    <a:pt x="25373" y="1164"/>
                    <a:pt x="25389" y="919"/>
                  </a:cubicBezTo>
                  <a:lnTo>
                    <a:pt x="25389" y="873"/>
                  </a:lnTo>
                  <a:lnTo>
                    <a:pt x="25389" y="819"/>
                  </a:lnTo>
                  <a:lnTo>
                    <a:pt x="25396" y="774"/>
                  </a:lnTo>
                  <a:lnTo>
                    <a:pt x="25396" y="728"/>
                  </a:lnTo>
                  <a:lnTo>
                    <a:pt x="25396" y="682"/>
                  </a:lnTo>
                  <a:lnTo>
                    <a:pt x="25396" y="628"/>
                  </a:lnTo>
                  <a:lnTo>
                    <a:pt x="25396" y="574"/>
                  </a:lnTo>
                  <a:lnTo>
                    <a:pt x="25396" y="521"/>
                  </a:lnTo>
                  <a:lnTo>
                    <a:pt x="25396" y="161"/>
                  </a:lnTo>
                  <a:cubicBezTo>
                    <a:pt x="25396" y="107"/>
                    <a:pt x="25384" y="58"/>
                    <a:pt x="25365" y="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4"/>
            <p:cNvSpPr/>
            <p:nvPr/>
          </p:nvSpPr>
          <p:spPr>
            <a:xfrm>
              <a:off x="375513" y="699171"/>
              <a:ext cx="1046819" cy="318693"/>
            </a:xfrm>
            <a:custGeom>
              <a:avLst/>
              <a:gdLst/>
              <a:ahLst/>
              <a:cxnLst/>
              <a:rect l="l" t="t" r="r" b="b"/>
              <a:pathLst>
                <a:path w="25703" h="7825" extrusionOk="0">
                  <a:moveTo>
                    <a:pt x="25310" y="1"/>
                  </a:moveTo>
                  <a:cubicBezTo>
                    <a:pt x="25291" y="1"/>
                    <a:pt x="25271" y="2"/>
                    <a:pt x="25251" y="5"/>
                  </a:cubicBezTo>
                  <a:cubicBezTo>
                    <a:pt x="25228" y="13"/>
                    <a:pt x="25205" y="20"/>
                    <a:pt x="25189" y="36"/>
                  </a:cubicBezTo>
                  <a:lnTo>
                    <a:pt x="25174" y="28"/>
                  </a:lnTo>
                  <a:lnTo>
                    <a:pt x="25128" y="51"/>
                  </a:lnTo>
                  <a:lnTo>
                    <a:pt x="25067" y="81"/>
                  </a:lnTo>
                  <a:lnTo>
                    <a:pt x="25029" y="112"/>
                  </a:lnTo>
                  <a:lnTo>
                    <a:pt x="24990" y="127"/>
                  </a:lnTo>
                  <a:lnTo>
                    <a:pt x="24937" y="158"/>
                  </a:lnTo>
                  <a:lnTo>
                    <a:pt x="24814" y="212"/>
                  </a:lnTo>
                  <a:lnTo>
                    <a:pt x="24699" y="265"/>
                  </a:lnTo>
                  <a:cubicBezTo>
                    <a:pt x="24408" y="403"/>
                    <a:pt x="24125" y="541"/>
                    <a:pt x="23834" y="679"/>
                  </a:cubicBezTo>
                  <a:cubicBezTo>
                    <a:pt x="23306" y="924"/>
                    <a:pt x="22724" y="1176"/>
                    <a:pt x="22058" y="1444"/>
                  </a:cubicBezTo>
                  <a:cubicBezTo>
                    <a:pt x="21170" y="1812"/>
                    <a:pt x="20282" y="2149"/>
                    <a:pt x="19409" y="2455"/>
                  </a:cubicBezTo>
                  <a:cubicBezTo>
                    <a:pt x="17587" y="3090"/>
                    <a:pt x="15634" y="3680"/>
                    <a:pt x="13613" y="4193"/>
                  </a:cubicBezTo>
                  <a:cubicBezTo>
                    <a:pt x="13368" y="4254"/>
                    <a:pt x="13116" y="4315"/>
                    <a:pt x="12871" y="4377"/>
                  </a:cubicBezTo>
                  <a:cubicBezTo>
                    <a:pt x="10987" y="4836"/>
                    <a:pt x="9104" y="5211"/>
                    <a:pt x="7251" y="5494"/>
                  </a:cubicBezTo>
                  <a:cubicBezTo>
                    <a:pt x="6003" y="5686"/>
                    <a:pt x="4724" y="5846"/>
                    <a:pt x="3476" y="5954"/>
                  </a:cubicBezTo>
                  <a:cubicBezTo>
                    <a:pt x="3017" y="6000"/>
                    <a:pt x="2581" y="6030"/>
                    <a:pt x="2144" y="6053"/>
                  </a:cubicBezTo>
                  <a:lnTo>
                    <a:pt x="2075" y="6061"/>
                  </a:lnTo>
                  <a:cubicBezTo>
                    <a:pt x="1693" y="6076"/>
                    <a:pt x="1310" y="6091"/>
                    <a:pt x="927" y="6107"/>
                  </a:cubicBezTo>
                  <a:lnTo>
                    <a:pt x="850" y="6107"/>
                  </a:lnTo>
                  <a:lnTo>
                    <a:pt x="559" y="6122"/>
                  </a:lnTo>
                  <a:cubicBezTo>
                    <a:pt x="553" y="6120"/>
                    <a:pt x="546" y="6119"/>
                    <a:pt x="539" y="6119"/>
                  </a:cubicBezTo>
                  <a:cubicBezTo>
                    <a:pt x="523" y="6119"/>
                    <a:pt x="507" y="6124"/>
                    <a:pt x="491" y="6130"/>
                  </a:cubicBezTo>
                  <a:cubicBezTo>
                    <a:pt x="434" y="6101"/>
                    <a:pt x="373" y="6086"/>
                    <a:pt x="314" y="6086"/>
                  </a:cubicBezTo>
                  <a:cubicBezTo>
                    <a:pt x="293" y="6086"/>
                    <a:pt x="273" y="6088"/>
                    <a:pt x="253" y="6091"/>
                  </a:cubicBezTo>
                  <a:cubicBezTo>
                    <a:pt x="230" y="6099"/>
                    <a:pt x="207" y="6107"/>
                    <a:pt x="184" y="6122"/>
                  </a:cubicBezTo>
                  <a:cubicBezTo>
                    <a:pt x="47" y="6214"/>
                    <a:pt x="1" y="6405"/>
                    <a:pt x="85" y="6551"/>
                  </a:cubicBezTo>
                  <a:cubicBezTo>
                    <a:pt x="207" y="6796"/>
                    <a:pt x="345" y="7049"/>
                    <a:pt x="498" y="7286"/>
                  </a:cubicBezTo>
                  <a:cubicBezTo>
                    <a:pt x="797" y="7393"/>
                    <a:pt x="1095" y="7470"/>
                    <a:pt x="1402" y="7538"/>
                  </a:cubicBezTo>
                  <a:lnTo>
                    <a:pt x="1379" y="7538"/>
                  </a:lnTo>
                  <a:cubicBezTo>
                    <a:pt x="1869" y="7638"/>
                    <a:pt x="2374" y="7707"/>
                    <a:pt x="2872" y="7753"/>
                  </a:cubicBezTo>
                  <a:cubicBezTo>
                    <a:pt x="3362" y="7791"/>
                    <a:pt x="3844" y="7822"/>
                    <a:pt x="4326" y="7822"/>
                  </a:cubicBezTo>
                  <a:cubicBezTo>
                    <a:pt x="4449" y="7824"/>
                    <a:pt x="4571" y="7825"/>
                    <a:pt x="4694" y="7825"/>
                  </a:cubicBezTo>
                  <a:cubicBezTo>
                    <a:pt x="5527" y="7825"/>
                    <a:pt x="6354" y="7780"/>
                    <a:pt x="7182" y="7707"/>
                  </a:cubicBezTo>
                  <a:cubicBezTo>
                    <a:pt x="8239" y="7615"/>
                    <a:pt x="9287" y="7477"/>
                    <a:pt x="10336" y="7293"/>
                  </a:cubicBezTo>
                  <a:cubicBezTo>
                    <a:pt x="11393" y="7117"/>
                    <a:pt x="12449" y="6895"/>
                    <a:pt x="13491" y="6643"/>
                  </a:cubicBezTo>
                  <a:cubicBezTo>
                    <a:pt x="15566" y="6145"/>
                    <a:pt x="17610" y="5494"/>
                    <a:pt x="19593" y="4698"/>
                  </a:cubicBezTo>
                  <a:cubicBezTo>
                    <a:pt x="20496" y="4331"/>
                    <a:pt x="21392" y="3917"/>
                    <a:pt x="22257" y="3458"/>
                  </a:cubicBezTo>
                  <a:cubicBezTo>
                    <a:pt x="23092" y="3014"/>
                    <a:pt x="23888" y="2501"/>
                    <a:pt x="24638" y="1919"/>
                  </a:cubicBezTo>
                  <a:lnTo>
                    <a:pt x="24638" y="1919"/>
                  </a:lnTo>
                  <a:lnTo>
                    <a:pt x="24615" y="1927"/>
                  </a:lnTo>
                  <a:cubicBezTo>
                    <a:pt x="25021" y="1613"/>
                    <a:pt x="25381" y="1253"/>
                    <a:pt x="25695" y="847"/>
                  </a:cubicBezTo>
                  <a:lnTo>
                    <a:pt x="25695" y="824"/>
                  </a:lnTo>
                  <a:lnTo>
                    <a:pt x="25695" y="770"/>
                  </a:lnTo>
                  <a:lnTo>
                    <a:pt x="25695" y="725"/>
                  </a:lnTo>
                  <a:lnTo>
                    <a:pt x="25695" y="357"/>
                  </a:lnTo>
                  <a:cubicBezTo>
                    <a:pt x="25702" y="196"/>
                    <a:pt x="25587" y="51"/>
                    <a:pt x="25419" y="28"/>
                  </a:cubicBezTo>
                  <a:cubicBezTo>
                    <a:pt x="25383" y="7"/>
                    <a:pt x="25348" y="1"/>
                    <a:pt x="253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44"/>
          <p:cNvGrpSpPr/>
          <p:nvPr/>
        </p:nvGrpSpPr>
        <p:grpSpPr>
          <a:xfrm>
            <a:off x="7784350" y="4080163"/>
            <a:ext cx="1131335" cy="797088"/>
            <a:chOff x="7784350" y="4080163"/>
            <a:chExt cx="1131335" cy="797088"/>
          </a:xfrm>
        </p:grpSpPr>
        <p:sp>
          <p:nvSpPr>
            <p:cNvPr id="405" name="Google Shape;405;p44"/>
            <p:cNvSpPr/>
            <p:nvPr/>
          </p:nvSpPr>
          <p:spPr>
            <a:xfrm>
              <a:off x="7784350" y="4080163"/>
              <a:ext cx="1131335" cy="797088"/>
            </a:xfrm>
            <a:custGeom>
              <a:avLst/>
              <a:gdLst/>
              <a:ahLst/>
              <a:cxnLst/>
              <a:rect l="l" t="t" r="r" b="b"/>
              <a:pathLst>
                <a:path w="21009" h="14802" extrusionOk="0">
                  <a:moveTo>
                    <a:pt x="6310" y="0"/>
                  </a:moveTo>
                  <a:cubicBezTo>
                    <a:pt x="4925" y="0"/>
                    <a:pt x="3630" y="870"/>
                    <a:pt x="3155" y="2253"/>
                  </a:cubicBezTo>
                  <a:lnTo>
                    <a:pt x="2879" y="3072"/>
                  </a:lnTo>
                  <a:cubicBezTo>
                    <a:pt x="2114" y="2942"/>
                    <a:pt x="1218" y="2360"/>
                    <a:pt x="636" y="599"/>
                  </a:cubicBezTo>
                  <a:lnTo>
                    <a:pt x="636" y="599"/>
                  </a:lnTo>
                  <a:cubicBezTo>
                    <a:pt x="636" y="599"/>
                    <a:pt x="1" y="2965"/>
                    <a:pt x="2435" y="4366"/>
                  </a:cubicBezTo>
                  <a:lnTo>
                    <a:pt x="1654" y="6670"/>
                  </a:lnTo>
                  <a:cubicBezTo>
                    <a:pt x="1065" y="8408"/>
                    <a:pt x="1999" y="10299"/>
                    <a:pt x="3737" y="10897"/>
                  </a:cubicBezTo>
                  <a:lnTo>
                    <a:pt x="14700" y="14625"/>
                  </a:lnTo>
                  <a:cubicBezTo>
                    <a:pt x="15054" y="14745"/>
                    <a:pt x="15413" y="14802"/>
                    <a:pt x="15767" y="14802"/>
                  </a:cubicBezTo>
                  <a:cubicBezTo>
                    <a:pt x="17154" y="14802"/>
                    <a:pt x="18451" y="13929"/>
                    <a:pt x="18926" y="12550"/>
                  </a:cubicBezTo>
                  <a:lnTo>
                    <a:pt x="20427" y="8133"/>
                  </a:lnTo>
                  <a:cubicBezTo>
                    <a:pt x="21009" y="6395"/>
                    <a:pt x="20083" y="4511"/>
                    <a:pt x="18352" y="3914"/>
                  </a:cubicBezTo>
                  <a:lnTo>
                    <a:pt x="7381" y="178"/>
                  </a:lnTo>
                  <a:cubicBezTo>
                    <a:pt x="7026" y="58"/>
                    <a:pt x="6665" y="0"/>
                    <a:pt x="6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4"/>
            <p:cNvSpPr/>
            <p:nvPr/>
          </p:nvSpPr>
          <p:spPr>
            <a:xfrm>
              <a:off x="7998727" y="4239074"/>
              <a:ext cx="695150" cy="478350"/>
            </a:xfrm>
            <a:custGeom>
              <a:avLst/>
              <a:gdLst/>
              <a:ahLst/>
              <a:cxnLst/>
              <a:rect l="l" t="t" r="r" b="b"/>
              <a:pathLst>
                <a:path w="12909" h="8883" extrusionOk="0">
                  <a:moveTo>
                    <a:pt x="3683" y="1101"/>
                  </a:moveTo>
                  <a:lnTo>
                    <a:pt x="3683" y="1101"/>
                  </a:lnTo>
                  <a:cubicBezTo>
                    <a:pt x="3676" y="1170"/>
                    <a:pt x="3668" y="1231"/>
                    <a:pt x="3653" y="1277"/>
                  </a:cubicBezTo>
                  <a:cubicBezTo>
                    <a:pt x="3622" y="1461"/>
                    <a:pt x="3538" y="1629"/>
                    <a:pt x="3415" y="1767"/>
                  </a:cubicBezTo>
                  <a:cubicBezTo>
                    <a:pt x="3346" y="1844"/>
                    <a:pt x="3262" y="1913"/>
                    <a:pt x="3178" y="1966"/>
                  </a:cubicBezTo>
                  <a:cubicBezTo>
                    <a:pt x="3048" y="2050"/>
                    <a:pt x="2910" y="2119"/>
                    <a:pt x="2772" y="2165"/>
                  </a:cubicBezTo>
                  <a:cubicBezTo>
                    <a:pt x="2657" y="2203"/>
                    <a:pt x="2550" y="2226"/>
                    <a:pt x="2435" y="2249"/>
                  </a:cubicBezTo>
                  <a:lnTo>
                    <a:pt x="2451" y="2219"/>
                  </a:lnTo>
                  <a:lnTo>
                    <a:pt x="2489" y="2142"/>
                  </a:lnTo>
                  <a:cubicBezTo>
                    <a:pt x="2565" y="1981"/>
                    <a:pt x="2673" y="1828"/>
                    <a:pt x="2795" y="1690"/>
                  </a:cubicBezTo>
                  <a:cubicBezTo>
                    <a:pt x="2910" y="1560"/>
                    <a:pt x="3048" y="1445"/>
                    <a:pt x="3193" y="1346"/>
                  </a:cubicBezTo>
                  <a:cubicBezTo>
                    <a:pt x="3346" y="1246"/>
                    <a:pt x="3507" y="1162"/>
                    <a:pt x="3683" y="1101"/>
                  </a:cubicBezTo>
                  <a:close/>
                  <a:moveTo>
                    <a:pt x="2812" y="233"/>
                  </a:moveTo>
                  <a:cubicBezTo>
                    <a:pt x="2898" y="233"/>
                    <a:pt x="2985" y="242"/>
                    <a:pt x="3071" y="259"/>
                  </a:cubicBezTo>
                  <a:cubicBezTo>
                    <a:pt x="3117" y="266"/>
                    <a:pt x="3155" y="274"/>
                    <a:pt x="3201" y="289"/>
                  </a:cubicBezTo>
                  <a:cubicBezTo>
                    <a:pt x="3232" y="305"/>
                    <a:pt x="3262" y="312"/>
                    <a:pt x="3293" y="328"/>
                  </a:cubicBezTo>
                  <a:cubicBezTo>
                    <a:pt x="3346" y="358"/>
                    <a:pt x="3400" y="389"/>
                    <a:pt x="3446" y="427"/>
                  </a:cubicBezTo>
                  <a:cubicBezTo>
                    <a:pt x="3522" y="496"/>
                    <a:pt x="3584" y="588"/>
                    <a:pt x="3614" y="688"/>
                  </a:cubicBezTo>
                  <a:cubicBezTo>
                    <a:pt x="3637" y="749"/>
                    <a:pt x="3645" y="810"/>
                    <a:pt x="3653" y="871"/>
                  </a:cubicBezTo>
                  <a:cubicBezTo>
                    <a:pt x="3377" y="963"/>
                    <a:pt x="3117" y="1101"/>
                    <a:pt x="2887" y="1285"/>
                  </a:cubicBezTo>
                  <a:cubicBezTo>
                    <a:pt x="2634" y="1484"/>
                    <a:pt x="2428" y="1736"/>
                    <a:pt x="2282" y="2027"/>
                  </a:cubicBezTo>
                  <a:cubicBezTo>
                    <a:pt x="2236" y="2112"/>
                    <a:pt x="2198" y="2203"/>
                    <a:pt x="2167" y="2295"/>
                  </a:cubicBezTo>
                  <a:lnTo>
                    <a:pt x="2121" y="2295"/>
                  </a:lnTo>
                  <a:lnTo>
                    <a:pt x="2014" y="2311"/>
                  </a:lnTo>
                  <a:cubicBezTo>
                    <a:pt x="1911" y="2314"/>
                    <a:pt x="1809" y="2316"/>
                    <a:pt x="1708" y="2316"/>
                  </a:cubicBezTo>
                  <a:cubicBezTo>
                    <a:pt x="1607" y="2316"/>
                    <a:pt x="1505" y="2314"/>
                    <a:pt x="1402" y="2311"/>
                  </a:cubicBezTo>
                  <a:lnTo>
                    <a:pt x="1379" y="2272"/>
                  </a:lnTo>
                  <a:lnTo>
                    <a:pt x="1348" y="2226"/>
                  </a:lnTo>
                  <a:cubicBezTo>
                    <a:pt x="1279" y="2127"/>
                    <a:pt x="1226" y="2020"/>
                    <a:pt x="1187" y="1913"/>
                  </a:cubicBezTo>
                  <a:cubicBezTo>
                    <a:pt x="1157" y="1821"/>
                    <a:pt x="1141" y="1736"/>
                    <a:pt x="1134" y="1645"/>
                  </a:cubicBezTo>
                  <a:cubicBezTo>
                    <a:pt x="1126" y="1560"/>
                    <a:pt x="1134" y="1476"/>
                    <a:pt x="1149" y="1392"/>
                  </a:cubicBezTo>
                  <a:cubicBezTo>
                    <a:pt x="1164" y="1300"/>
                    <a:pt x="1203" y="1208"/>
                    <a:pt x="1241" y="1124"/>
                  </a:cubicBezTo>
                  <a:cubicBezTo>
                    <a:pt x="1295" y="1032"/>
                    <a:pt x="1356" y="940"/>
                    <a:pt x="1425" y="856"/>
                  </a:cubicBezTo>
                  <a:lnTo>
                    <a:pt x="1425" y="864"/>
                  </a:lnTo>
                  <a:cubicBezTo>
                    <a:pt x="1524" y="749"/>
                    <a:pt x="1639" y="657"/>
                    <a:pt x="1762" y="573"/>
                  </a:cubicBezTo>
                  <a:cubicBezTo>
                    <a:pt x="1907" y="481"/>
                    <a:pt x="2068" y="397"/>
                    <a:pt x="2236" y="343"/>
                  </a:cubicBezTo>
                  <a:cubicBezTo>
                    <a:pt x="2389" y="289"/>
                    <a:pt x="2550" y="251"/>
                    <a:pt x="2711" y="236"/>
                  </a:cubicBezTo>
                  <a:lnTo>
                    <a:pt x="2726" y="236"/>
                  </a:lnTo>
                  <a:cubicBezTo>
                    <a:pt x="2755" y="234"/>
                    <a:pt x="2784" y="233"/>
                    <a:pt x="2812" y="233"/>
                  </a:cubicBezTo>
                  <a:close/>
                  <a:moveTo>
                    <a:pt x="7140" y="437"/>
                  </a:moveTo>
                  <a:cubicBezTo>
                    <a:pt x="7284" y="437"/>
                    <a:pt x="7429" y="452"/>
                    <a:pt x="7565" y="481"/>
                  </a:cubicBezTo>
                  <a:cubicBezTo>
                    <a:pt x="7680" y="504"/>
                    <a:pt x="7787" y="534"/>
                    <a:pt x="7894" y="565"/>
                  </a:cubicBezTo>
                  <a:cubicBezTo>
                    <a:pt x="8009" y="611"/>
                    <a:pt x="8124" y="657"/>
                    <a:pt x="8231" y="711"/>
                  </a:cubicBezTo>
                  <a:cubicBezTo>
                    <a:pt x="8476" y="833"/>
                    <a:pt x="8706" y="986"/>
                    <a:pt x="8912" y="1170"/>
                  </a:cubicBezTo>
                  <a:lnTo>
                    <a:pt x="8928" y="1170"/>
                  </a:lnTo>
                  <a:cubicBezTo>
                    <a:pt x="9104" y="1331"/>
                    <a:pt x="9257" y="1514"/>
                    <a:pt x="9395" y="1713"/>
                  </a:cubicBezTo>
                  <a:cubicBezTo>
                    <a:pt x="9410" y="1744"/>
                    <a:pt x="9433" y="1767"/>
                    <a:pt x="9448" y="1798"/>
                  </a:cubicBezTo>
                  <a:cubicBezTo>
                    <a:pt x="9379" y="1821"/>
                    <a:pt x="9318" y="1844"/>
                    <a:pt x="9257" y="1867"/>
                  </a:cubicBezTo>
                  <a:cubicBezTo>
                    <a:pt x="9073" y="1951"/>
                    <a:pt x="8905" y="2058"/>
                    <a:pt x="8744" y="2173"/>
                  </a:cubicBezTo>
                  <a:cubicBezTo>
                    <a:pt x="8598" y="2288"/>
                    <a:pt x="8461" y="2410"/>
                    <a:pt x="8346" y="2556"/>
                  </a:cubicBezTo>
                  <a:cubicBezTo>
                    <a:pt x="8300" y="2602"/>
                    <a:pt x="8262" y="2648"/>
                    <a:pt x="8231" y="2701"/>
                  </a:cubicBezTo>
                  <a:cubicBezTo>
                    <a:pt x="8170" y="2701"/>
                    <a:pt x="8108" y="2709"/>
                    <a:pt x="8047" y="2716"/>
                  </a:cubicBezTo>
                  <a:cubicBezTo>
                    <a:pt x="7991" y="2714"/>
                    <a:pt x="7936" y="2713"/>
                    <a:pt x="7881" y="2713"/>
                  </a:cubicBezTo>
                  <a:cubicBezTo>
                    <a:pt x="7750" y="2713"/>
                    <a:pt x="7623" y="2719"/>
                    <a:pt x="7504" y="2724"/>
                  </a:cubicBezTo>
                  <a:cubicBezTo>
                    <a:pt x="7496" y="2693"/>
                    <a:pt x="7488" y="2663"/>
                    <a:pt x="7481" y="2632"/>
                  </a:cubicBezTo>
                  <a:cubicBezTo>
                    <a:pt x="7351" y="2272"/>
                    <a:pt x="7151" y="1951"/>
                    <a:pt x="6884" y="1675"/>
                  </a:cubicBezTo>
                  <a:cubicBezTo>
                    <a:pt x="6631" y="1407"/>
                    <a:pt x="6332" y="1185"/>
                    <a:pt x="6003" y="1024"/>
                  </a:cubicBezTo>
                  <a:lnTo>
                    <a:pt x="5873" y="963"/>
                  </a:lnTo>
                  <a:lnTo>
                    <a:pt x="5873" y="956"/>
                  </a:lnTo>
                  <a:lnTo>
                    <a:pt x="5881" y="956"/>
                  </a:lnTo>
                  <a:cubicBezTo>
                    <a:pt x="5965" y="864"/>
                    <a:pt x="6057" y="787"/>
                    <a:pt x="6156" y="718"/>
                  </a:cubicBezTo>
                  <a:cubicBezTo>
                    <a:pt x="6271" y="642"/>
                    <a:pt x="6401" y="580"/>
                    <a:pt x="6539" y="534"/>
                  </a:cubicBezTo>
                  <a:cubicBezTo>
                    <a:pt x="6684" y="488"/>
                    <a:pt x="6838" y="450"/>
                    <a:pt x="6991" y="443"/>
                  </a:cubicBezTo>
                  <a:cubicBezTo>
                    <a:pt x="7040" y="439"/>
                    <a:pt x="7090" y="437"/>
                    <a:pt x="7140" y="437"/>
                  </a:cubicBezTo>
                  <a:close/>
                  <a:moveTo>
                    <a:pt x="2106" y="2517"/>
                  </a:moveTo>
                  <a:cubicBezTo>
                    <a:pt x="2068" y="2640"/>
                    <a:pt x="2045" y="2762"/>
                    <a:pt x="2030" y="2885"/>
                  </a:cubicBezTo>
                  <a:lnTo>
                    <a:pt x="2022" y="2877"/>
                  </a:lnTo>
                  <a:cubicBezTo>
                    <a:pt x="1930" y="2808"/>
                    <a:pt x="1838" y="2739"/>
                    <a:pt x="1754" y="2663"/>
                  </a:cubicBezTo>
                  <a:cubicBezTo>
                    <a:pt x="1700" y="2617"/>
                    <a:pt x="1654" y="2571"/>
                    <a:pt x="1608" y="2525"/>
                  </a:cubicBezTo>
                  <a:lnTo>
                    <a:pt x="1608" y="2525"/>
                  </a:lnTo>
                  <a:cubicBezTo>
                    <a:pt x="1673" y="2531"/>
                    <a:pt x="1736" y="2533"/>
                    <a:pt x="1799" y="2533"/>
                  </a:cubicBezTo>
                  <a:cubicBezTo>
                    <a:pt x="1901" y="2533"/>
                    <a:pt x="2002" y="2527"/>
                    <a:pt x="2106" y="2517"/>
                  </a:cubicBezTo>
                  <a:close/>
                  <a:moveTo>
                    <a:pt x="9548" y="2004"/>
                  </a:moveTo>
                  <a:cubicBezTo>
                    <a:pt x="9594" y="2104"/>
                    <a:pt x="9640" y="2203"/>
                    <a:pt x="9678" y="2303"/>
                  </a:cubicBezTo>
                  <a:lnTo>
                    <a:pt x="9686" y="2311"/>
                  </a:lnTo>
                  <a:lnTo>
                    <a:pt x="9686" y="2326"/>
                  </a:lnTo>
                  <a:cubicBezTo>
                    <a:pt x="9747" y="2525"/>
                    <a:pt x="9785" y="2732"/>
                    <a:pt x="9808" y="2938"/>
                  </a:cubicBezTo>
                  <a:cubicBezTo>
                    <a:pt x="9801" y="2938"/>
                    <a:pt x="9793" y="2931"/>
                    <a:pt x="9785" y="2931"/>
                  </a:cubicBezTo>
                  <a:cubicBezTo>
                    <a:pt x="9556" y="2854"/>
                    <a:pt x="9318" y="2793"/>
                    <a:pt x="9081" y="2755"/>
                  </a:cubicBezTo>
                  <a:cubicBezTo>
                    <a:pt x="8889" y="2724"/>
                    <a:pt x="8698" y="2709"/>
                    <a:pt x="8507" y="2701"/>
                  </a:cubicBezTo>
                  <a:lnTo>
                    <a:pt x="8514" y="2701"/>
                  </a:lnTo>
                  <a:lnTo>
                    <a:pt x="8537" y="2678"/>
                  </a:lnTo>
                  <a:lnTo>
                    <a:pt x="8560" y="2648"/>
                  </a:lnTo>
                  <a:cubicBezTo>
                    <a:pt x="8683" y="2510"/>
                    <a:pt x="8821" y="2395"/>
                    <a:pt x="8974" y="2295"/>
                  </a:cubicBezTo>
                  <a:cubicBezTo>
                    <a:pt x="9157" y="2173"/>
                    <a:pt x="9349" y="2081"/>
                    <a:pt x="9548" y="2004"/>
                  </a:cubicBezTo>
                  <a:close/>
                  <a:moveTo>
                    <a:pt x="4632" y="927"/>
                  </a:moveTo>
                  <a:cubicBezTo>
                    <a:pt x="4816" y="927"/>
                    <a:pt x="4998" y="944"/>
                    <a:pt x="5176" y="978"/>
                  </a:cubicBezTo>
                  <a:lnTo>
                    <a:pt x="5169" y="986"/>
                  </a:lnTo>
                  <a:cubicBezTo>
                    <a:pt x="5283" y="1009"/>
                    <a:pt x="5406" y="1040"/>
                    <a:pt x="5521" y="1078"/>
                  </a:cubicBezTo>
                  <a:lnTo>
                    <a:pt x="5505" y="1086"/>
                  </a:lnTo>
                  <a:lnTo>
                    <a:pt x="5498" y="1101"/>
                  </a:lnTo>
                  <a:cubicBezTo>
                    <a:pt x="5383" y="1323"/>
                    <a:pt x="5283" y="1553"/>
                    <a:pt x="5207" y="1790"/>
                  </a:cubicBezTo>
                  <a:cubicBezTo>
                    <a:pt x="5138" y="1981"/>
                    <a:pt x="5069" y="2173"/>
                    <a:pt x="4985" y="2357"/>
                  </a:cubicBezTo>
                  <a:cubicBezTo>
                    <a:pt x="4916" y="2494"/>
                    <a:pt x="4824" y="2632"/>
                    <a:pt x="4724" y="2747"/>
                  </a:cubicBezTo>
                  <a:cubicBezTo>
                    <a:pt x="4548" y="2954"/>
                    <a:pt x="4311" y="3099"/>
                    <a:pt x="4058" y="3183"/>
                  </a:cubicBezTo>
                  <a:cubicBezTo>
                    <a:pt x="3890" y="3237"/>
                    <a:pt x="3714" y="3275"/>
                    <a:pt x="3538" y="3283"/>
                  </a:cubicBezTo>
                  <a:cubicBezTo>
                    <a:pt x="3484" y="3287"/>
                    <a:pt x="3430" y="3289"/>
                    <a:pt x="3376" y="3289"/>
                  </a:cubicBezTo>
                  <a:cubicBezTo>
                    <a:pt x="3221" y="3289"/>
                    <a:pt x="3063" y="3273"/>
                    <a:pt x="2910" y="3245"/>
                  </a:cubicBezTo>
                  <a:cubicBezTo>
                    <a:pt x="2803" y="3222"/>
                    <a:pt x="2696" y="3191"/>
                    <a:pt x="2588" y="3153"/>
                  </a:cubicBezTo>
                  <a:cubicBezTo>
                    <a:pt x="2481" y="3122"/>
                    <a:pt x="2382" y="3076"/>
                    <a:pt x="2290" y="3030"/>
                  </a:cubicBezTo>
                  <a:lnTo>
                    <a:pt x="2244" y="3007"/>
                  </a:lnTo>
                  <a:cubicBezTo>
                    <a:pt x="2252" y="2931"/>
                    <a:pt x="2267" y="2854"/>
                    <a:pt x="2275" y="2785"/>
                  </a:cubicBezTo>
                  <a:cubicBezTo>
                    <a:pt x="2297" y="2686"/>
                    <a:pt x="2320" y="2586"/>
                    <a:pt x="2351" y="2494"/>
                  </a:cubicBezTo>
                  <a:cubicBezTo>
                    <a:pt x="2550" y="2464"/>
                    <a:pt x="2742" y="2418"/>
                    <a:pt x="2933" y="2349"/>
                  </a:cubicBezTo>
                  <a:cubicBezTo>
                    <a:pt x="3147" y="2272"/>
                    <a:pt x="3346" y="2150"/>
                    <a:pt x="3515" y="1989"/>
                  </a:cubicBezTo>
                  <a:cubicBezTo>
                    <a:pt x="3683" y="1828"/>
                    <a:pt x="3806" y="1622"/>
                    <a:pt x="3859" y="1400"/>
                  </a:cubicBezTo>
                  <a:cubicBezTo>
                    <a:pt x="3890" y="1277"/>
                    <a:pt x="3905" y="1147"/>
                    <a:pt x="3905" y="1017"/>
                  </a:cubicBezTo>
                  <a:cubicBezTo>
                    <a:pt x="4081" y="971"/>
                    <a:pt x="4257" y="948"/>
                    <a:pt x="4441" y="933"/>
                  </a:cubicBezTo>
                  <a:lnTo>
                    <a:pt x="4449" y="933"/>
                  </a:lnTo>
                  <a:cubicBezTo>
                    <a:pt x="4510" y="929"/>
                    <a:pt x="4571" y="927"/>
                    <a:pt x="4632" y="927"/>
                  </a:cubicBezTo>
                  <a:close/>
                  <a:moveTo>
                    <a:pt x="5743" y="1147"/>
                  </a:moveTo>
                  <a:lnTo>
                    <a:pt x="5758" y="1155"/>
                  </a:lnTo>
                  <a:lnTo>
                    <a:pt x="5773" y="1155"/>
                  </a:lnTo>
                  <a:lnTo>
                    <a:pt x="5911" y="1223"/>
                  </a:lnTo>
                  <a:cubicBezTo>
                    <a:pt x="6141" y="1338"/>
                    <a:pt x="6348" y="1476"/>
                    <a:pt x="6539" y="1645"/>
                  </a:cubicBezTo>
                  <a:lnTo>
                    <a:pt x="6547" y="1652"/>
                  </a:lnTo>
                  <a:cubicBezTo>
                    <a:pt x="6723" y="1805"/>
                    <a:pt x="6876" y="1989"/>
                    <a:pt x="7006" y="2180"/>
                  </a:cubicBezTo>
                  <a:cubicBezTo>
                    <a:pt x="7113" y="2341"/>
                    <a:pt x="7197" y="2510"/>
                    <a:pt x="7259" y="2693"/>
                  </a:cubicBezTo>
                  <a:lnTo>
                    <a:pt x="7274" y="2739"/>
                  </a:lnTo>
                  <a:cubicBezTo>
                    <a:pt x="7021" y="2755"/>
                    <a:pt x="6776" y="2793"/>
                    <a:pt x="6524" y="2839"/>
                  </a:cubicBezTo>
                  <a:cubicBezTo>
                    <a:pt x="6171" y="2915"/>
                    <a:pt x="5827" y="3015"/>
                    <a:pt x="5490" y="3153"/>
                  </a:cubicBezTo>
                  <a:cubicBezTo>
                    <a:pt x="5169" y="3291"/>
                    <a:pt x="4855" y="3467"/>
                    <a:pt x="4571" y="3673"/>
                  </a:cubicBezTo>
                  <a:cubicBezTo>
                    <a:pt x="4288" y="3872"/>
                    <a:pt x="4035" y="4110"/>
                    <a:pt x="3821" y="4378"/>
                  </a:cubicBezTo>
                  <a:cubicBezTo>
                    <a:pt x="3599" y="4638"/>
                    <a:pt x="3423" y="4929"/>
                    <a:pt x="3300" y="5251"/>
                  </a:cubicBezTo>
                  <a:cubicBezTo>
                    <a:pt x="3216" y="5465"/>
                    <a:pt x="3163" y="5702"/>
                    <a:pt x="3147" y="5940"/>
                  </a:cubicBezTo>
                  <a:cubicBezTo>
                    <a:pt x="3032" y="5809"/>
                    <a:pt x="2925" y="5679"/>
                    <a:pt x="2833" y="5534"/>
                  </a:cubicBezTo>
                  <a:cubicBezTo>
                    <a:pt x="2757" y="5419"/>
                    <a:pt x="2688" y="5304"/>
                    <a:pt x="2627" y="5174"/>
                  </a:cubicBezTo>
                  <a:cubicBezTo>
                    <a:pt x="2565" y="5044"/>
                    <a:pt x="2512" y="4914"/>
                    <a:pt x="2466" y="4776"/>
                  </a:cubicBezTo>
                  <a:cubicBezTo>
                    <a:pt x="2343" y="4401"/>
                    <a:pt x="2259" y="4018"/>
                    <a:pt x="2229" y="3627"/>
                  </a:cubicBezTo>
                  <a:lnTo>
                    <a:pt x="2221" y="3635"/>
                  </a:lnTo>
                  <a:lnTo>
                    <a:pt x="2221" y="3252"/>
                  </a:lnTo>
                  <a:cubicBezTo>
                    <a:pt x="2313" y="3298"/>
                    <a:pt x="2405" y="3337"/>
                    <a:pt x="2504" y="3367"/>
                  </a:cubicBezTo>
                  <a:lnTo>
                    <a:pt x="2512" y="3367"/>
                  </a:lnTo>
                  <a:cubicBezTo>
                    <a:pt x="2650" y="3413"/>
                    <a:pt x="2795" y="3451"/>
                    <a:pt x="2941" y="3482"/>
                  </a:cubicBezTo>
                  <a:cubicBezTo>
                    <a:pt x="3089" y="3508"/>
                    <a:pt x="3240" y="3521"/>
                    <a:pt x="3392" y="3521"/>
                  </a:cubicBezTo>
                  <a:cubicBezTo>
                    <a:pt x="3554" y="3521"/>
                    <a:pt x="3716" y="3506"/>
                    <a:pt x="3875" y="3474"/>
                  </a:cubicBezTo>
                  <a:cubicBezTo>
                    <a:pt x="4189" y="3413"/>
                    <a:pt x="4472" y="3275"/>
                    <a:pt x="4717" y="3076"/>
                  </a:cubicBezTo>
                  <a:cubicBezTo>
                    <a:pt x="4839" y="2977"/>
                    <a:pt x="4954" y="2854"/>
                    <a:pt x="5046" y="2716"/>
                  </a:cubicBezTo>
                  <a:cubicBezTo>
                    <a:pt x="5138" y="2571"/>
                    <a:pt x="5214" y="2418"/>
                    <a:pt x="5283" y="2257"/>
                  </a:cubicBezTo>
                  <a:cubicBezTo>
                    <a:pt x="5337" y="2127"/>
                    <a:pt x="5383" y="1997"/>
                    <a:pt x="5429" y="1874"/>
                  </a:cubicBezTo>
                  <a:lnTo>
                    <a:pt x="5429" y="1859"/>
                  </a:lnTo>
                  <a:cubicBezTo>
                    <a:pt x="5490" y="1668"/>
                    <a:pt x="5559" y="1484"/>
                    <a:pt x="5651" y="1300"/>
                  </a:cubicBezTo>
                  <a:cubicBezTo>
                    <a:pt x="5674" y="1246"/>
                    <a:pt x="5704" y="1193"/>
                    <a:pt x="5743" y="1147"/>
                  </a:cubicBezTo>
                  <a:close/>
                  <a:moveTo>
                    <a:pt x="8331" y="2954"/>
                  </a:moveTo>
                  <a:cubicBezTo>
                    <a:pt x="8637" y="2977"/>
                    <a:pt x="8943" y="3015"/>
                    <a:pt x="9249" y="3076"/>
                  </a:cubicBezTo>
                  <a:cubicBezTo>
                    <a:pt x="9441" y="3115"/>
                    <a:pt x="9632" y="3160"/>
                    <a:pt x="9808" y="3214"/>
                  </a:cubicBezTo>
                  <a:cubicBezTo>
                    <a:pt x="9801" y="3360"/>
                    <a:pt x="9785" y="3497"/>
                    <a:pt x="9762" y="3643"/>
                  </a:cubicBezTo>
                  <a:cubicBezTo>
                    <a:pt x="9701" y="3911"/>
                    <a:pt x="9609" y="4171"/>
                    <a:pt x="9494" y="4416"/>
                  </a:cubicBezTo>
                  <a:cubicBezTo>
                    <a:pt x="9333" y="4722"/>
                    <a:pt x="9142" y="4998"/>
                    <a:pt x="8920" y="5251"/>
                  </a:cubicBezTo>
                  <a:cubicBezTo>
                    <a:pt x="8675" y="5519"/>
                    <a:pt x="8399" y="5756"/>
                    <a:pt x="8101" y="5955"/>
                  </a:cubicBezTo>
                  <a:lnTo>
                    <a:pt x="8124" y="5955"/>
                  </a:lnTo>
                  <a:lnTo>
                    <a:pt x="8063" y="5986"/>
                  </a:lnTo>
                  <a:lnTo>
                    <a:pt x="7886" y="6100"/>
                  </a:lnTo>
                  <a:cubicBezTo>
                    <a:pt x="7932" y="5825"/>
                    <a:pt x="7963" y="5542"/>
                    <a:pt x="7971" y="5266"/>
                  </a:cubicBezTo>
                  <a:cubicBezTo>
                    <a:pt x="7978" y="5136"/>
                    <a:pt x="7978" y="5013"/>
                    <a:pt x="7986" y="4883"/>
                  </a:cubicBezTo>
                  <a:lnTo>
                    <a:pt x="7986" y="4845"/>
                  </a:lnTo>
                  <a:lnTo>
                    <a:pt x="7986" y="4791"/>
                  </a:lnTo>
                  <a:cubicBezTo>
                    <a:pt x="7994" y="4607"/>
                    <a:pt x="8001" y="4408"/>
                    <a:pt x="8009" y="4202"/>
                  </a:cubicBezTo>
                  <a:cubicBezTo>
                    <a:pt x="8024" y="4018"/>
                    <a:pt x="8047" y="3834"/>
                    <a:pt x="8086" y="3658"/>
                  </a:cubicBezTo>
                  <a:cubicBezTo>
                    <a:pt x="8124" y="3451"/>
                    <a:pt x="8185" y="3252"/>
                    <a:pt x="8277" y="3061"/>
                  </a:cubicBezTo>
                  <a:cubicBezTo>
                    <a:pt x="8292" y="3023"/>
                    <a:pt x="8308" y="2992"/>
                    <a:pt x="8331" y="2954"/>
                  </a:cubicBezTo>
                  <a:close/>
                  <a:moveTo>
                    <a:pt x="8101" y="2946"/>
                  </a:moveTo>
                  <a:cubicBezTo>
                    <a:pt x="8093" y="2954"/>
                    <a:pt x="8078" y="2961"/>
                    <a:pt x="8078" y="2977"/>
                  </a:cubicBezTo>
                  <a:cubicBezTo>
                    <a:pt x="7940" y="3275"/>
                    <a:pt x="7856" y="3597"/>
                    <a:pt x="7825" y="3926"/>
                  </a:cubicBezTo>
                  <a:cubicBezTo>
                    <a:pt x="7787" y="4240"/>
                    <a:pt x="7772" y="4569"/>
                    <a:pt x="7772" y="4814"/>
                  </a:cubicBezTo>
                  <a:lnTo>
                    <a:pt x="7772" y="4967"/>
                  </a:lnTo>
                  <a:cubicBezTo>
                    <a:pt x="7772" y="5105"/>
                    <a:pt x="7756" y="5312"/>
                    <a:pt x="7741" y="5511"/>
                  </a:cubicBezTo>
                  <a:cubicBezTo>
                    <a:pt x="7733" y="5695"/>
                    <a:pt x="7710" y="5871"/>
                    <a:pt x="7680" y="6039"/>
                  </a:cubicBezTo>
                  <a:cubicBezTo>
                    <a:pt x="7664" y="6108"/>
                    <a:pt x="7649" y="6177"/>
                    <a:pt x="7626" y="6238"/>
                  </a:cubicBezTo>
                  <a:lnTo>
                    <a:pt x="7596" y="6261"/>
                  </a:lnTo>
                  <a:lnTo>
                    <a:pt x="7557" y="6277"/>
                  </a:lnTo>
                  <a:cubicBezTo>
                    <a:pt x="7550" y="6261"/>
                    <a:pt x="7542" y="6238"/>
                    <a:pt x="7534" y="6223"/>
                  </a:cubicBezTo>
                  <a:lnTo>
                    <a:pt x="7519" y="6177"/>
                  </a:lnTo>
                  <a:lnTo>
                    <a:pt x="7511" y="6177"/>
                  </a:lnTo>
                  <a:lnTo>
                    <a:pt x="7511" y="6169"/>
                  </a:lnTo>
                  <a:cubicBezTo>
                    <a:pt x="7450" y="5993"/>
                    <a:pt x="7419" y="5817"/>
                    <a:pt x="7404" y="5633"/>
                  </a:cubicBezTo>
                  <a:cubicBezTo>
                    <a:pt x="7389" y="5289"/>
                    <a:pt x="7404" y="4944"/>
                    <a:pt x="7465" y="4600"/>
                  </a:cubicBezTo>
                  <a:cubicBezTo>
                    <a:pt x="7473" y="4516"/>
                    <a:pt x="7488" y="4439"/>
                    <a:pt x="7496" y="4362"/>
                  </a:cubicBezTo>
                  <a:cubicBezTo>
                    <a:pt x="7534" y="4110"/>
                    <a:pt x="7573" y="3865"/>
                    <a:pt x="7596" y="3612"/>
                  </a:cubicBezTo>
                  <a:cubicBezTo>
                    <a:pt x="7611" y="3421"/>
                    <a:pt x="7603" y="3237"/>
                    <a:pt x="7573" y="3046"/>
                  </a:cubicBezTo>
                  <a:cubicBezTo>
                    <a:pt x="7733" y="3000"/>
                    <a:pt x="7894" y="2961"/>
                    <a:pt x="8055" y="2946"/>
                  </a:cubicBezTo>
                  <a:close/>
                  <a:moveTo>
                    <a:pt x="7358" y="3122"/>
                  </a:moveTo>
                  <a:cubicBezTo>
                    <a:pt x="7358" y="3153"/>
                    <a:pt x="7358" y="3183"/>
                    <a:pt x="7358" y="3214"/>
                  </a:cubicBezTo>
                  <a:lnTo>
                    <a:pt x="7358" y="3237"/>
                  </a:lnTo>
                  <a:lnTo>
                    <a:pt x="7366" y="3222"/>
                  </a:lnTo>
                  <a:lnTo>
                    <a:pt x="7366" y="3222"/>
                  </a:lnTo>
                  <a:cubicBezTo>
                    <a:pt x="7366" y="3543"/>
                    <a:pt x="7343" y="3865"/>
                    <a:pt x="7289" y="4179"/>
                  </a:cubicBezTo>
                  <a:lnTo>
                    <a:pt x="7266" y="4309"/>
                  </a:lnTo>
                  <a:lnTo>
                    <a:pt x="7266" y="4324"/>
                  </a:lnTo>
                  <a:cubicBezTo>
                    <a:pt x="7220" y="4615"/>
                    <a:pt x="7182" y="4906"/>
                    <a:pt x="7167" y="5205"/>
                  </a:cubicBezTo>
                  <a:cubicBezTo>
                    <a:pt x="7144" y="5503"/>
                    <a:pt x="7167" y="5809"/>
                    <a:pt x="7243" y="6100"/>
                  </a:cubicBezTo>
                  <a:cubicBezTo>
                    <a:pt x="7266" y="6192"/>
                    <a:pt x="7297" y="6284"/>
                    <a:pt x="7335" y="6368"/>
                  </a:cubicBezTo>
                  <a:cubicBezTo>
                    <a:pt x="7190" y="6422"/>
                    <a:pt x="7083" y="6460"/>
                    <a:pt x="6991" y="6499"/>
                  </a:cubicBezTo>
                  <a:cubicBezTo>
                    <a:pt x="6585" y="6636"/>
                    <a:pt x="6164" y="6721"/>
                    <a:pt x="5735" y="6759"/>
                  </a:cubicBezTo>
                  <a:lnTo>
                    <a:pt x="5750" y="6751"/>
                  </a:lnTo>
                  <a:cubicBezTo>
                    <a:pt x="5712" y="6675"/>
                    <a:pt x="5682" y="6598"/>
                    <a:pt x="5659" y="6537"/>
                  </a:cubicBezTo>
                  <a:cubicBezTo>
                    <a:pt x="5605" y="6361"/>
                    <a:pt x="5567" y="6177"/>
                    <a:pt x="5551" y="5993"/>
                  </a:cubicBezTo>
                  <a:cubicBezTo>
                    <a:pt x="5536" y="5771"/>
                    <a:pt x="5544" y="5549"/>
                    <a:pt x="5590" y="5335"/>
                  </a:cubicBezTo>
                  <a:cubicBezTo>
                    <a:pt x="5643" y="5082"/>
                    <a:pt x="5727" y="4837"/>
                    <a:pt x="5842" y="4607"/>
                  </a:cubicBezTo>
                  <a:cubicBezTo>
                    <a:pt x="5965" y="4347"/>
                    <a:pt x="6126" y="4110"/>
                    <a:pt x="6317" y="3895"/>
                  </a:cubicBezTo>
                  <a:cubicBezTo>
                    <a:pt x="6501" y="3689"/>
                    <a:pt x="6707" y="3505"/>
                    <a:pt x="6929" y="3352"/>
                  </a:cubicBezTo>
                  <a:cubicBezTo>
                    <a:pt x="7067" y="3268"/>
                    <a:pt x="7213" y="3191"/>
                    <a:pt x="7358" y="3122"/>
                  </a:cubicBezTo>
                  <a:close/>
                  <a:moveTo>
                    <a:pt x="7174" y="2969"/>
                  </a:moveTo>
                  <a:lnTo>
                    <a:pt x="7174" y="2969"/>
                  </a:lnTo>
                  <a:cubicBezTo>
                    <a:pt x="7029" y="3030"/>
                    <a:pt x="6891" y="3107"/>
                    <a:pt x="6769" y="3191"/>
                  </a:cubicBezTo>
                  <a:cubicBezTo>
                    <a:pt x="6508" y="3375"/>
                    <a:pt x="6271" y="3589"/>
                    <a:pt x="6072" y="3827"/>
                  </a:cubicBezTo>
                  <a:cubicBezTo>
                    <a:pt x="5666" y="4309"/>
                    <a:pt x="5406" y="4898"/>
                    <a:pt x="5329" y="5526"/>
                  </a:cubicBezTo>
                  <a:cubicBezTo>
                    <a:pt x="5291" y="5832"/>
                    <a:pt x="5314" y="6139"/>
                    <a:pt x="5391" y="6437"/>
                  </a:cubicBezTo>
                  <a:cubicBezTo>
                    <a:pt x="5421" y="6552"/>
                    <a:pt x="5459" y="6659"/>
                    <a:pt x="5505" y="6766"/>
                  </a:cubicBezTo>
                  <a:cubicBezTo>
                    <a:pt x="5476" y="6767"/>
                    <a:pt x="5446" y="6768"/>
                    <a:pt x="5416" y="6768"/>
                  </a:cubicBezTo>
                  <a:cubicBezTo>
                    <a:pt x="5155" y="6768"/>
                    <a:pt x="4895" y="6738"/>
                    <a:pt x="4640" y="6690"/>
                  </a:cubicBezTo>
                  <a:cubicBezTo>
                    <a:pt x="4495" y="6659"/>
                    <a:pt x="4357" y="6629"/>
                    <a:pt x="4219" y="6575"/>
                  </a:cubicBezTo>
                  <a:lnTo>
                    <a:pt x="4212" y="6575"/>
                  </a:lnTo>
                  <a:cubicBezTo>
                    <a:pt x="4089" y="6537"/>
                    <a:pt x="3967" y="6483"/>
                    <a:pt x="3852" y="6430"/>
                  </a:cubicBezTo>
                  <a:cubicBezTo>
                    <a:pt x="3676" y="6345"/>
                    <a:pt x="3515" y="6238"/>
                    <a:pt x="3362" y="6123"/>
                  </a:cubicBezTo>
                  <a:cubicBezTo>
                    <a:pt x="3362" y="5978"/>
                    <a:pt x="3377" y="5832"/>
                    <a:pt x="3400" y="5695"/>
                  </a:cubicBezTo>
                  <a:cubicBezTo>
                    <a:pt x="3446" y="5488"/>
                    <a:pt x="3515" y="5289"/>
                    <a:pt x="3607" y="5097"/>
                  </a:cubicBezTo>
                  <a:cubicBezTo>
                    <a:pt x="3737" y="4845"/>
                    <a:pt x="3898" y="4615"/>
                    <a:pt x="4089" y="4401"/>
                  </a:cubicBezTo>
                  <a:cubicBezTo>
                    <a:pt x="4311" y="4156"/>
                    <a:pt x="4564" y="3934"/>
                    <a:pt x="4839" y="3750"/>
                  </a:cubicBezTo>
                  <a:cubicBezTo>
                    <a:pt x="5161" y="3543"/>
                    <a:pt x="5513" y="3367"/>
                    <a:pt x="5881" y="3245"/>
                  </a:cubicBezTo>
                  <a:cubicBezTo>
                    <a:pt x="6302" y="3107"/>
                    <a:pt x="6730" y="3007"/>
                    <a:pt x="7174" y="2969"/>
                  </a:cubicBezTo>
                  <a:close/>
                  <a:moveTo>
                    <a:pt x="10030" y="3275"/>
                  </a:moveTo>
                  <a:lnTo>
                    <a:pt x="10068" y="3291"/>
                  </a:lnTo>
                  <a:cubicBezTo>
                    <a:pt x="10160" y="3321"/>
                    <a:pt x="10245" y="3360"/>
                    <a:pt x="10329" y="3390"/>
                  </a:cubicBezTo>
                  <a:cubicBezTo>
                    <a:pt x="10597" y="3520"/>
                    <a:pt x="10842" y="3689"/>
                    <a:pt x="11064" y="3888"/>
                  </a:cubicBezTo>
                  <a:cubicBezTo>
                    <a:pt x="11225" y="4026"/>
                    <a:pt x="11362" y="4186"/>
                    <a:pt x="11485" y="4362"/>
                  </a:cubicBezTo>
                  <a:cubicBezTo>
                    <a:pt x="11577" y="4500"/>
                    <a:pt x="11646" y="4653"/>
                    <a:pt x="11707" y="4807"/>
                  </a:cubicBezTo>
                  <a:cubicBezTo>
                    <a:pt x="11753" y="4952"/>
                    <a:pt x="11783" y="5105"/>
                    <a:pt x="11799" y="5258"/>
                  </a:cubicBezTo>
                  <a:cubicBezTo>
                    <a:pt x="11814" y="5427"/>
                    <a:pt x="11799" y="5587"/>
                    <a:pt x="11768" y="5756"/>
                  </a:cubicBezTo>
                  <a:cubicBezTo>
                    <a:pt x="11730" y="5947"/>
                    <a:pt x="11669" y="6139"/>
                    <a:pt x="11577" y="6315"/>
                  </a:cubicBezTo>
                  <a:cubicBezTo>
                    <a:pt x="11416" y="6644"/>
                    <a:pt x="11171" y="6920"/>
                    <a:pt x="10872" y="7119"/>
                  </a:cubicBezTo>
                  <a:cubicBezTo>
                    <a:pt x="10712" y="7218"/>
                    <a:pt x="10543" y="7302"/>
                    <a:pt x="10367" y="7371"/>
                  </a:cubicBezTo>
                  <a:cubicBezTo>
                    <a:pt x="10153" y="7440"/>
                    <a:pt x="9931" y="7486"/>
                    <a:pt x="9709" y="7501"/>
                  </a:cubicBezTo>
                  <a:cubicBezTo>
                    <a:pt x="9673" y="7503"/>
                    <a:pt x="9637" y="7503"/>
                    <a:pt x="9601" y="7503"/>
                  </a:cubicBezTo>
                  <a:cubicBezTo>
                    <a:pt x="9420" y="7503"/>
                    <a:pt x="9237" y="7487"/>
                    <a:pt x="9058" y="7456"/>
                  </a:cubicBezTo>
                  <a:cubicBezTo>
                    <a:pt x="8951" y="7433"/>
                    <a:pt x="8851" y="7410"/>
                    <a:pt x="8752" y="7371"/>
                  </a:cubicBezTo>
                  <a:lnTo>
                    <a:pt x="8752" y="7379"/>
                  </a:lnTo>
                  <a:cubicBezTo>
                    <a:pt x="8660" y="7341"/>
                    <a:pt x="8568" y="7302"/>
                    <a:pt x="8476" y="7264"/>
                  </a:cubicBezTo>
                  <a:cubicBezTo>
                    <a:pt x="8315" y="7180"/>
                    <a:pt x="8162" y="7080"/>
                    <a:pt x="8024" y="6958"/>
                  </a:cubicBezTo>
                  <a:cubicBezTo>
                    <a:pt x="7909" y="6858"/>
                    <a:pt x="7810" y="6744"/>
                    <a:pt x="7726" y="6621"/>
                  </a:cubicBezTo>
                  <a:cubicBezTo>
                    <a:pt x="7756" y="6552"/>
                    <a:pt x="7779" y="6476"/>
                    <a:pt x="7802" y="6399"/>
                  </a:cubicBezTo>
                  <a:cubicBezTo>
                    <a:pt x="8185" y="6200"/>
                    <a:pt x="8537" y="5955"/>
                    <a:pt x="8843" y="5656"/>
                  </a:cubicBezTo>
                  <a:cubicBezTo>
                    <a:pt x="9349" y="5189"/>
                    <a:pt x="9716" y="4600"/>
                    <a:pt x="9923" y="3949"/>
                  </a:cubicBezTo>
                  <a:cubicBezTo>
                    <a:pt x="9984" y="3727"/>
                    <a:pt x="10023" y="3505"/>
                    <a:pt x="10030" y="3275"/>
                  </a:cubicBezTo>
                  <a:close/>
                  <a:moveTo>
                    <a:pt x="7435" y="6560"/>
                  </a:moveTo>
                  <a:cubicBezTo>
                    <a:pt x="7442" y="6590"/>
                    <a:pt x="7458" y="6613"/>
                    <a:pt x="7473" y="6636"/>
                  </a:cubicBezTo>
                  <a:lnTo>
                    <a:pt x="7465" y="6644"/>
                  </a:lnTo>
                  <a:lnTo>
                    <a:pt x="7458" y="6659"/>
                  </a:lnTo>
                  <a:cubicBezTo>
                    <a:pt x="7442" y="6682"/>
                    <a:pt x="7435" y="6713"/>
                    <a:pt x="7419" y="6736"/>
                  </a:cubicBezTo>
                  <a:cubicBezTo>
                    <a:pt x="7305" y="6966"/>
                    <a:pt x="7159" y="7188"/>
                    <a:pt x="6983" y="7379"/>
                  </a:cubicBezTo>
                  <a:cubicBezTo>
                    <a:pt x="6853" y="7524"/>
                    <a:pt x="6715" y="7647"/>
                    <a:pt x="6554" y="7762"/>
                  </a:cubicBezTo>
                  <a:lnTo>
                    <a:pt x="6516" y="7731"/>
                  </a:lnTo>
                  <a:cubicBezTo>
                    <a:pt x="6485" y="7701"/>
                    <a:pt x="6447" y="7670"/>
                    <a:pt x="6409" y="7639"/>
                  </a:cubicBezTo>
                  <a:cubicBezTo>
                    <a:pt x="6225" y="7471"/>
                    <a:pt x="6064" y="7287"/>
                    <a:pt x="5934" y="7088"/>
                  </a:cubicBezTo>
                  <a:lnTo>
                    <a:pt x="5926" y="7096"/>
                  </a:lnTo>
                  <a:cubicBezTo>
                    <a:pt x="5896" y="7042"/>
                    <a:pt x="5873" y="7004"/>
                    <a:pt x="5850" y="6966"/>
                  </a:cubicBezTo>
                  <a:cubicBezTo>
                    <a:pt x="6294" y="6927"/>
                    <a:pt x="6738" y="6828"/>
                    <a:pt x="7159" y="6675"/>
                  </a:cubicBezTo>
                  <a:cubicBezTo>
                    <a:pt x="7251" y="6636"/>
                    <a:pt x="7343" y="6606"/>
                    <a:pt x="7435" y="6560"/>
                  </a:cubicBezTo>
                  <a:close/>
                  <a:moveTo>
                    <a:pt x="3392" y="6407"/>
                  </a:moveTo>
                  <a:lnTo>
                    <a:pt x="3392" y="6407"/>
                  </a:lnTo>
                  <a:cubicBezTo>
                    <a:pt x="3408" y="6422"/>
                    <a:pt x="3431" y="6437"/>
                    <a:pt x="3454" y="6453"/>
                  </a:cubicBezTo>
                  <a:cubicBezTo>
                    <a:pt x="3660" y="6590"/>
                    <a:pt x="3890" y="6705"/>
                    <a:pt x="4135" y="6782"/>
                  </a:cubicBezTo>
                  <a:cubicBezTo>
                    <a:pt x="4487" y="6904"/>
                    <a:pt x="4855" y="6966"/>
                    <a:pt x="5230" y="6981"/>
                  </a:cubicBezTo>
                  <a:lnTo>
                    <a:pt x="5613" y="6981"/>
                  </a:lnTo>
                  <a:cubicBezTo>
                    <a:pt x="5636" y="7042"/>
                    <a:pt x="5674" y="7103"/>
                    <a:pt x="5712" y="7165"/>
                  </a:cubicBezTo>
                  <a:cubicBezTo>
                    <a:pt x="5888" y="7440"/>
                    <a:pt x="6110" y="7685"/>
                    <a:pt x="6371" y="7892"/>
                  </a:cubicBezTo>
                  <a:cubicBezTo>
                    <a:pt x="6233" y="7976"/>
                    <a:pt x="6080" y="8037"/>
                    <a:pt x="5934" y="8099"/>
                  </a:cubicBezTo>
                  <a:cubicBezTo>
                    <a:pt x="5766" y="8152"/>
                    <a:pt x="5597" y="8183"/>
                    <a:pt x="5429" y="8198"/>
                  </a:cubicBezTo>
                  <a:cubicBezTo>
                    <a:pt x="5395" y="8200"/>
                    <a:pt x="5360" y="8201"/>
                    <a:pt x="5326" y="8201"/>
                  </a:cubicBezTo>
                  <a:cubicBezTo>
                    <a:pt x="5215" y="8201"/>
                    <a:pt x="5104" y="8191"/>
                    <a:pt x="4992" y="8168"/>
                  </a:cubicBezTo>
                  <a:cubicBezTo>
                    <a:pt x="4847" y="8137"/>
                    <a:pt x="4709" y="8091"/>
                    <a:pt x="4571" y="8030"/>
                  </a:cubicBezTo>
                  <a:cubicBezTo>
                    <a:pt x="4426" y="7953"/>
                    <a:pt x="4288" y="7854"/>
                    <a:pt x="4158" y="7746"/>
                  </a:cubicBezTo>
                  <a:cubicBezTo>
                    <a:pt x="3997" y="7601"/>
                    <a:pt x="3859" y="7433"/>
                    <a:pt x="3737" y="7249"/>
                  </a:cubicBezTo>
                  <a:cubicBezTo>
                    <a:pt x="3630" y="7088"/>
                    <a:pt x="3545" y="6912"/>
                    <a:pt x="3477" y="6721"/>
                  </a:cubicBezTo>
                  <a:cubicBezTo>
                    <a:pt x="3438" y="6621"/>
                    <a:pt x="3408" y="6514"/>
                    <a:pt x="3392" y="6407"/>
                  </a:cubicBezTo>
                  <a:close/>
                  <a:moveTo>
                    <a:pt x="11661" y="4217"/>
                  </a:moveTo>
                  <a:cubicBezTo>
                    <a:pt x="11860" y="4416"/>
                    <a:pt x="12044" y="4630"/>
                    <a:pt x="12197" y="4860"/>
                  </a:cubicBezTo>
                  <a:cubicBezTo>
                    <a:pt x="12319" y="5044"/>
                    <a:pt x="12411" y="5235"/>
                    <a:pt x="12488" y="5434"/>
                  </a:cubicBezTo>
                  <a:cubicBezTo>
                    <a:pt x="12541" y="5603"/>
                    <a:pt x="12580" y="5787"/>
                    <a:pt x="12595" y="5963"/>
                  </a:cubicBezTo>
                  <a:cubicBezTo>
                    <a:pt x="12603" y="6146"/>
                    <a:pt x="12595" y="6322"/>
                    <a:pt x="12557" y="6506"/>
                  </a:cubicBezTo>
                  <a:cubicBezTo>
                    <a:pt x="12518" y="6705"/>
                    <a:pt x="12450" y="6897"/>
                    <a:pt x="12358" y="7088"/>
                  </a:cubicBezTo>
                  <a:cubicBezTo>
                    <a:pt x="12365" y="7088"/>
                    <a:pt x="12365" y="7080"/>
                    <a:pt x="12373" y="7080"/>
                  </a:cubicBezTo>
                  <a:cubicBezTo>
                    <a:pt x="12266" y="7264"/>
                    <a:pt x="12143" y="7440"/>
                    <a:pt x="12005" y="7609"/>
                  </a:cubicBezTo>
                  <a:lnTo>
                    <a:pt x="11998" y="7616"/>
                  </a:lnTo>
                  <a:cubicBezTo>
                    <a:pt x="11845" y="7785"/>
                    <a:pt x="11669" y="7930"/>
                    <a:pt x="11485" y="8060"/>
                  </a:cubicBezTo>
                  <a:lnTo>
                    <a:pt x="11470" y="8068"/>
                  </a:lnTo>
                  <a:cubicBezTo>
                    <a:pt x="11240" y="8214"/>
                    <a:pt x="10987" y="8336"/>
                    <a:pt x="10727" y="8428"/>
                  </a:cubicBezTo>
                  <a:lnTo>
                    <a:pt x="10719" y="8436"/>
                  </a:lnTo>
                  <a:lnTo>
                    <a:pt x="10727" y="8436"/>
                  </a:lnTo>
                  <a:cubicBezTo>
                    <a:pt x="10375" y="8543"/>
                    <a:pt x="10007" y="8612"/>
                    <a:pt x="9640" y="8635"/>
                  </a:cubicBezTo>
                  <a:cubicBezTo>
                    <a:pt x="9529" y="8642"/>
                    <a:pt x="9418" y="8646"/>
                    <a:pt x="9306" y="8646"/>
                  </a:cubicBezTo>
                  <a:cubicBezTo>
                    <a:pt x="8986" y="8646"/>
                    <a:pt x="8664" y="8615"/>
                    <a:pt x="8346" y="8558"/>
                  </a:cubicBezTo>
                  <a:cubicBezTo>
                    <a:pt x="8139" y="8512"/>
                    <a:pt x="7932" y="8458"/>
                    <a:pt x="7733" y="8390"/>
                  </a:cubicBezTo>
                  <a:cubicBezTo>
                    <a:pt x="7557" y="8328"/>
                    <a:pt x="7381" y="8252"/>
                    <a:pt x="7205" y="8175"/>
                  </a:cubicBezTo>
                  <a:cubicBezTo>
                    <a:pt x="7052" y="8091"/>
                    <a:pt x="6899" y="8007"/>
                    <a:pt x="6753" y="7907"/>
                  </a:cubicBezTo>
                  <a:cubicBezTo>
                    <a:pt x="7006" y="7716"/>
                    <a:pt x="7228" y="7494"/>
                    <a:pt x="7404" y="7234"/>
                  </a:cubicBezTo>
                  <a:cubicBezTo>
                    <a:pt x="7488" y="7111"/>
                    <a:pt x="7565" y="6981"/>
                    <a:pt x="7626" y="6851"/>
                  </a:cubicBezTo>
                  <a:cubicBezTo>
                    <a:pt x="7894" y="7188"/>
                    <a:pt x="8254" y="7440"/>
                    <a:pt x="8660" y="7578"/>
                  </a:cubicBezTo>
                  <a:lnTo>
                    <a:pt x="8698" y="7593"/>
                  </a:lnTo>
                  <a:lnTo>
                    <a:pt x="8690" y="7593"/>
                  </a:lnTo>
                  <a:cubicBezTo>
                    <a:pt x="8973" y="7688"/>
                    <a:pt x="9269" y="7737"/>
                    <a:pt x="9566" y="7737"/>
                  </a:cubicBezTo>
                  <a:cubicBezTo>
                    <a:pt x="9726" y="7737"/>
                    <a:pt x="9887" y="7722"/>
                    <a:pt x="10045" y="7693"/>
                  </a:cubicBezTo>
                  <a:cubicBezTo>
                    <a:pt x="10513" y="7609"/>
                    <a:pt x="10949" y="7394"/>
                    <a:pt x="11301" y="7073"/>
                  </a:cubicBezTo>
                  <a:cubicBezTo>
                    <a:pt x="11477" y="6904"/>
                    <a:pt x="11630" y="6713"/>
                    <a:pt x="11745" y="6491"/>
                  </a:cubicBezTo>
                  <a:cubicBezTo>
                    <a:pt x="11875" y="6254"/>
                    <a:pt x="11967" y="5993"/>
                    <a:pt x="12005" y="5725"/>
                  </a:cubicBezTo>
                  <a:cubicBezTo>
                    <a:pt x="12051" y="5473"/>
                    <a:pt x="12044" y="5212"/>
                    <a:pt x="11990" y="4967"/>
                  </a:cubicBezTo>
                  <a:cubicBezTo>
                    <a:pt x="11937" y="4722"/>
                    <a:pt x="11837" y="4500"/>
                    <a:pt x="11707" y="4294"/>
                  </a:cubicBezTo>
                  <a:cubicBezTo>
                    <a:pt x="11692" y="4271"/>
                    <a:pt x="11676" y="4248"/>
                    <a:pt x="11661" y="4217"/>
                  </a:cubicBezTo>
                  <a:close/>
                  <a:moveTo>
                    <a:pt x="2833" y="1"/>
                  </a:moveTo>
                  <a:cubicBezTo>
                    <a:pt x="2765" y="1"/>
                    <a:pt x="2696" y="5"/>
                    <a:pt x="2627" y="14"/>
                  </a:cubicBezTo>
                  <a:cubicBezTo>
                    <a:pt x="2435" y="37"/>
                    <a:pt x="2252" y="90"/>
                    <a:pt x="2068" y="159"/>
                  </a:cubicBezTo>
                  <a:cubicBezTo>
                    <a:pt x="1884" y="236"/>
                    <a:pt x="1716" y="328"/>
                    <a:pt x="1555" y="450"/>
                  </a:cubicBezTo>
                  <a:cubicBezTo>
                    <a:pt x="1402" y="557"/>
                    <a:pt x="1264" y="695"/>
                    <a:pt x="1157" y="856"/>
                  </a:cubicBezTo>
                  <a:cubicBezTo>
                    <a:pt x="1103" y="933"/>
                    <a:pt x="1057" y="1017"/>
                    <a:pt x="1019" y="1101"/>
                  </a:cubicBezTo>
                  <a:cubicBezTo>
                    <a:pt x="981" y="1185"/>
                    <a:pt x="950" y="1277"/>
                    <a:pt x="935" y="1377"/>
                  </a:cubicBezTo>
                  <a:cubicBezTo>
                    <a:pt x="904" y="1568"/>
                    <a:pt x="919" y="1759"/>
                    <a:pt x="981" y="1951"/>
                  </a:cubicBezTo>
                  <a:cubicBezTo>
                    <a:pt x="1019" y="2066"/>
                    <a:pt x="1065" y="2173"/>
                    <a:pt x="1134" y="2280"/>
                  </a:cubicBezTo>
                  <a:lnTo>
                    <a:pt x="1034" y="2265"/>
                  </a:lnTo>
                  <a:lnTo>
                    <a:pt x="889" y="2234"/>
                  </a:lnTo>
                  <a:cubicBezTo>
                    <a:pt x="743" y="2203"/>
                    <a:pt x="598" y="2165"/>
                    <a:pt x="452" y="2119"/>
                  </a:cubicBezTo>
                  <a:cubicBezTo>
                    <a:pt x="353" y="2089"/>
                    <a:pt x="261" y="2043"/>
                    <a:pt x="169" y="1997"/>
                  </a:cubicBezTo>
                  <a:lnTo>
                    <a:pt x="154" y="1997"/>
                  </a:lnTo>
                  <a:cubicBezTo>
                    <a:pt x="146" y="1993"/>
                    <a:pt x="137" y="1991"/>
                    <a:pt x="127" y="1991"/>
                  </a:cubicBezTo>
                  <a:cubicBezTo>
                    <a:pt x="117" y="1991"/>
                    <a:pt x="108" y="1993"/>
                    <a:pt x="100" y="1997"/>
                  </a:cubicBezTo>
                  <a:cubicBezTo>
                    <a:pt x="70" y="1997"/>
                    <a:pt x="47" y="2020"/>
                    <a:pt x="24" y="2043"/>
                  </a:cubicBezTo>
                  <a:cubicBezTo>
                    <a:pt x="8" y="2066"/>
                    <a:pt x="1" y="2096"/>
                    <a:pt x="8" y="2127"/>
                  </a:cubicBezTo>
                  <a:cubicBezTo>
                    <a:pt x="16" y="2158"/>
                    <a:pt x="31" y="2180"/>
                    <a:pt x="54" y="2203"/>
                  </a:cubicBezTo>
                  <a:cubicBezTo>
                    <a:pt x="161" y="2257"/>
                    <a:pt x="276" y="2303"/>
                    <a:pt x="391" y="2341"/>
                  </a:cubicBezTo>
                  <a:cubicBezTo>
                    <a:pt x="468" y="2364"/>
                    <a:pt x="560" y="2395"/>
                    <a:pt x="659" y="2418"/>
                  </a:cubicBezTo>
                  <a:cubicBezTo>
                    <a:pt x="873" y="2471"/>
                    <a:pt x="1088" y="2510"/>
                    <a:pt x="1310" y="2525"/>
                  </a:cubicBezTo>
                  <a:cubicBezTo>
                    <a:pt x="1325" y="2548"/>
                    <a:pt x="1333" y="2563"/>
                    <a:pt x="1356" y="2579"/>
                  </a:cubicBezTo>
                  <a:cubicBezTo>
                    <a:pt x="1455" y="2693"/>
                    <a:pt x="1562" y="2801"/>
                    <a:pt x="1685" y="2900"/>
                  </a:cubicBezTo>
                  <a:cubicBezTo>
                    <a:pt x="1785" y="2992"/>
                    <a:pt x="1892" y="3076"/>
                    <a:pt x="2014" y="3145"/>
                  </a:cubicBezTo>
                  <a:cubicBezTo>
                    <a:pt x="1991" y="3413"/>
                    <a:pt x="2007" y="3689"/>
                    <a:pt x="2045" y="3957"/>
                  </a:cubicBezTo>
                  <a:cubicBezTo>
                    <a:pt x="2091" y="4294"/>
                    <a:pt x="2175" y="4623"/>
                    <a:pt x="2290" y="4944"/>
                  </a:cubicBezTo>
                  <a:cubicBezTo>
                    <a:pt x="2343" y="5105"/>
                    <a:pt x="2412" y="5266"/>
                    <a:pt x="2497" y="5419"/>
                  </a:cubicBezTo>
                  <a:cubicBezTo>
                    <a:pt x="2573" y="5564"/>
                    <a:pt x="2665" y="5702"/>
                    <a:pt x="2765" y="5840"/>
                  </a:cubicBezTo>
                  <a:cubicBezTo>
                    <a:pt x="2879" y="5986"/>
                    <a:pt x="3010" y="6123"/>
                    <a:pt x="3147" y="6246"/>
                  </a:cubicBezTo>
                  <a:cubicBezTo>
                    <a:pt x="3163" y="6407"/>
                    <a:pt x="3193" y="6575"/>
                    <a:pt x="3239" y="6736"/>
                  </a:cubicBezTo>
                  <a:cubicBezTo>
                    <a:pt x="3293" y="6912"/>
                    <a:pt x="3369" y="7080"/>
                    <a:pt x="3461" y="7241"/>
                  </a:cubicBezTo>
                  <a:cubicBezTo>
                    <a:pt x="3645" y="7570"/>
                    <a:pt x="3890" y="7854"/>
                    <a:pt x="4189" y="8076"/>
                  </a:cubicBezTo>
                  <a:cubicBezTo>
                    <a:pt x="4319" y="8168"/>
                    <a:pt x="4457" y="8244"/>
                    <a:pt x="4610" y="8305"/>
                  </a:cubicBezTo>
                  <a:cubicBezTo>
                    <a:pt x="4640" y="8321"/>
                    <a:pt x="4671" y="8336"/>
                    <a:pt x="4702" y="8344"/>
                  </a:cubicBezTo>
                  <a:cubicBezTo>
                    <a:pt x="4809" y="8382"/>
                    <a:pt x="4924" y="8413"/>
                    <a:pt x="5038" y="8428"/>
                  </a:cubicBezTo>
                  <a:cubicBezTo>
                    <a:pt x="5129" y="8440"/>
                    <a:pt x="5221" y="8446"/>
                    <a:pt x="5313" y="8446"/>
                  </a:cubicBezTo>
                  <a:cubicBezTo>
                    <a:pt x="5514" y="8446"/>
                    <a:pt x="5716" y="8417"/>
                    <a:pt x="5911" y="8359"/>
                  </a:cubicBezTo>
                  <a:cubicBezTo>
                    <a:pt x="6141" y="8290"/>
                    <a:pt x="6363" y="8191"/>
                    <a:pt x="6562" y="8060"/>
                  </a:cubicBezTo>
                  <a:cubicBezTo>
                    <a:pt x="6623" y="8106"/>
                    <a:pt x="6692" y="8152"/>
                    <a:pt x="6769" y="8198"/>
                  </a:cubicBezTo>
                  <a:cubicBezTo>
                    <a:pt x="7044" y="8367"/>
                    <a:pt x="7343" y="8512"/>
                    <a:pt x="7657" y="8612"/>
                  </a:cubicBezTo>
                  <a:cubicBezTo>
                    <a:pt x="7833" y="8673"/>
                    <a:pt x="8017" y="8726"/>
                    <a:pt x="8200" y="8765"/>
                  </a:cubicBezTo>
                  <a:cubicBezTo>
                    <a:pt x="8555" y="8843"/>
                    <a:pt x="8914" y="8882"/>
                    <a:pt x="9274" y="8882"/>
                  </a:cubicBezTo>
                  <a:cubicBezTo>
                    <a:pt x="9441" y="8882"/>
                    <a:pt x="9609" y="8874"/>
                    <a:pt x="9778" y="8857"/>
                  </a:cubicBezTo>
                  <a:cubicBezTo>
                    <a:pt x="10283" y="8818"/>
                    <a:pt x="10780" y="8681"/>
                    <a:pt x="11232" y="8451"/>
                  </a:cubicBezTo>
                  <a:cubicBezTo>
                    <a:pt x="11676" y="8244"/>
                    <a:pt x="12059" y="7923"/>
                    <a:pt x="12342" y="7532"/>
                  </a:cubicBezTo>
                  <a:cubicBezTo>
                    <a:pt x="12495" y="7325"/>
                    <a:pt x="12610" y="7088"/>
                    <a:pt x="12695" y="6851"/>
                  </a:cubicBezTo>
                  <a:cubicBezTo>
                    <a:pt x="12794" y="6552"/>
                    <a:pt x="12840" y="6246"/>
                    <a:pt x="12817" y="5932"/>
                  </a:cubicBezTo>
                  <a:cubicBezTo>
                    <a:pt x="12794" y="5641"/>
                    <a:pt x="12717" y="5365"/>
                    <a:pt x="12595" y="5097"/>
                  </a:cubicBezTo>
                  <a:cubicBezTo>
                    <a:pt x="12465" y="4829"/>
                    <a:pt x="12304" y="4585"/>
                    <a:pt x="12105" y="4362"/>
                  </a:cubicBezTo>
                  <a:cubicBezTo>
                    <a:pt x="11906" y="4133"/>
                    <a:pt x="11676" y="3926"/>
                    <a:pt x="11424" y="3742"/>
                  </a:cubicBezTo>
                  <a:cubicBezTo>
                    <a:pt x="11179" y="3559"/>
                    <a:pt x="10911" y="3405"/>
                    <a:pt x="10635" y="3275"/>
                  </a:cubicBezTo>
                  <a:cubicBezTo>
                    <a:pt x="10566" y="3237"/>
                    <a:pt x="10490" y="3206"/>
                    <a:pt x="10413" y="3176"/>
                  </a:cubicBezTo>
                  <a:cubicBezTo>
                    <a:pt x="10290" y="3115"/>
                    <a:pt x="10168" y="3061"/>
                    <a:pt x="10038" y="3007"/>
                  </a:cubicBezTo>
                  <a:cubicBezTo>
                    <a:pt x="10038" y="2992"/>
                    <a:pt x="10038" y="2969"/>
                    <a:pt x="10038" y="2954"/>
                  </a:cubicBezTo>
                  <a:cubicBezTo>
                    <a:pt x="10015" y="2602"/>
                    <a:pt x="9923" y="2257"/>
                    <a:pt x="9778" y="1943"/>
                  </a:cubicBezTo>
                  <a:cubicBezTo>
                    <a:pt x="9946" y="1897"/>
                    <a:pt x="10122" y="1867"/>
                    <a:pt x="10298" y="1859"/>
                  </a:cubicBezTo>
                  <a:lnTo>
                    <a:pt x="10313" y="1859"/>
                  </a:lnTo>
                  <a:cubicBezTo>
                    <a:pt x="10403" y="1852"/>
                    <a:pt x="10492" y="1849"/>
                    <a:pt x="10581" y="1849"/>
                  </a:cubicBezTo>
                  <a:cubicBezTo>
                    <a:pt x="10798" y="1849"/>
                    <a:pt x="11013" y="1869"/>
                    <a:pt x="11225" y="1913"/>
                  </a:cubicBezTo>
                  <a:cubicBezTo>
                    <a:pt x="11347" y="1935"/>
                    <a:pt x="11477" y="1974"/>
                    <a:pt x="11600" y="2012"/>
                  </a:cubicBezTo>
                  <a:cubicBezTo>
                    <a:pt x="11699" y="2043"/>
                    <a:pt x="11799" y="2089"/>
                    <a:pt x="11891" y="2135"/>
                  </a:cubicBezTo>
                  <a:cubicBezTo>
                    <a:pt x="12044" y="2211"/>
                    <a:pt x="12189" y="2303"/>
                    <a:pt x="12319" y="2418"/>
                  </a:cubicBezTo>
                  <a:cubicBezTo>
                    <a:pt x="12404" y="2502"/>
                    <a:pt x="12488" y="2594"/>
                    <a:pt x="12557" y="2701"/>
                  </a:cubicBezTo>
                  <a:cubicBezTo>
                    <a:pt x="12610" y="2770"/>
                    <a:pt x="12649" y="2847"/>
                    <a:pt x="12679" y="2931"/>
                  </a:cubicBezTo>
                  <a:cubicBezTo>
                    <a:pt x="12695" y="2954"/>
                    <a:pt x="12717" y="2977"/>
                    <a:pt x="12748" y="2984"/>
                  </a:cubicBezTo>
                  <a:cubicBezTo>
                    <a:pt x="12763" y="2988"/>
                    <a:pt x="12779" y="2990"/>
                    <a:pt x="12793" y="2990"/>
                  </a:cubicBezTo>
                  <a:cubicBezTo>
                    <a:pt x="12807" y="2990"/>
                    <a:pt x="12821" y="2988"/>
                    <a:pt x="12832" y="2984"/>
                  </a:cubicBezTo>
                  <a:cubicBezTo>
                    <a:pt x="12886" y="2954"/>
                    <a:pt x="12909" y="2885"/>
                    <a:pt x="12886" y="2831"/>
                  </a:cubicBezTo>
                  <a:cubicBezTo>
                    <a:pt x="12825" y="2693"/>
                    <a:pt x="12748" y="2563"/>
                    <a:pt x="12656" y="2448"/>
                  </a:cubicBezTo>
                  <a:cubicBezTo>
                    <a:pt x="12564" y="2334"/>
                    <a:pt x="12457" y="2226"/>
                    <a:pt x="12335" y="2142"/>
                  </a:cubicBezTo>
                  <a:cubicBezTo>
                    <a:pt x="12212" y="2050"/>
                    <a:pt x="12082" y="1974"/>
                    <a:pt x="11944" y="1913"/>
                  </a:cubicBezTo>
                  <a:cubicBezTo>
                    <a:pt x="11852" y="1867"/>
                    <a:pt x="11768" y="1828"/>
                    <a:pt x="11676" y="1798"/>
                  </a:cubicBezTo>
                  <a:cubicBezTo>
                    <a:pt x="11623" y="1782"/>
                    <a:pt x="11569" y="1767"/>
                    <a:pt x="11515" y="1752"/>
                  </a:cubicBezTo>
                  <a:cubicBezTo>
                    <a:pt x="11202" y="1668"/>
                    <a:pt x="10888" y="1622"/>
                    <a:pt x="10566" y="1622"/>
                  </a:cubicBezTo>
                  <a:cubicBezTo>
                    <a:pt x="10260" y="1622"/>
                    <a:pt x="9961" y="1660"/>
                    <a:pt x="9663" y="1736"/>
                  </a:cubicBezTo>
                  <a:cubicBezTo>
                    <a:pt x="9548" y="1530"/>
                    <a:pt x="9395" y="1331"/>
                    <a:pt x="9226" y="1162"/>
                  </a:cubicBezTo>
                  <a:cubicBezTo>
                    <a:pt x="8997" y="925"/>
                    <a:pt x="8736" y="726"/>
                    <a:pt x="8453" y="573"/>
                  </a:cubicBezTo>
                  <a:cubicBezTo>
                    <a:pt x="8300" y="488"/>
                    <a:pt x="8139" y="420"/>
                    <a:pt x="7971" y="358"/>
                  </a:cubicBezTo>
                  <a:lnTo>
                    <a:pt x="7963" y="358"/>
                  </a:lnTo>
                  <a:cubicBezTo>
                    <a:pt x="7700" y="263"/>
                    <a:pt x="7423" y="216"/>
                    <a:pt x="7145" y="216"/>
                  </a:cubicBezTo>
                  <a:cubicBezTo>
                    <a:pt x="6955" y="216"/>
                    <a:pt x="6764" y="238"/>
                    <a:pt x="6577" y="282"/>
                  </a:cubicBezTo>
                  <a:cubicBezTo>
                    <a:pt x="6363" y="343"/>
                    <a:pt x="6156" y="443"/>
                    <a:pt x="5972" y="573"/>
                  </a:cubicBezTo>
                  <a:cubicBezTo>
                    <a:pt x="5850" y="657"/>
                    <a:pt x="5743" y="764"/>
                    <a:pt x="5651" y="879"/>
                  </a:cubicBezTo>
                  <a:lnTo>
                    <a:pt x="5628" y="871"/>
                  </a:lnTo>
                  <a:cubicBezTo>
                    <a:pt x="5414" y="795"/>
                    <a:pt x="5192" y="741"/>
                    <a:pt x="4962" y="718"/>
                  </a:cubicBezTo>
                  <a:cubicBezTo>
                    <a:pt x="4851" y="706"/>
                    <a:pt x="4740" y="700"/>
                    <a:pt x="4629" y="700"/>
                  </a:cubicBezTo>
                  <a:cubicBezTo>
                    <a:pt x="4378" y="700"/>
                    <a:pt x="4127" y="731"/>
                    <a:pt x="3882" y="795"/>
                  </a:cubicBezTo>
                  <a:cubicBezTo>
                    <a:pt x="3882" y="756"/>
                    <a:pt x="3875" y="718"/>
                    <a:pt x="3867" y="680"/>
                  </a:cubicBezTo>
                  <a:cubicBezTo>
                    <a:pt x="3844" y="596"/>
                    <a:pt x="3813" y="519"/>
                    <a:pt x="3767" y="443"/>
                  </a:cubicBezTo>
                  <a:cubicBezTo>
                    <a:pt x="3722" y="366"/>
                    <a:pt x="3668" y="297"/>
                    <a:pt x="3599" y="243"/>
                  </a:cubicBezTo>
                  <a:cubicBezTo>
                    <a:pt x="3507" y="167"/>
                    <a:pt x="3408" y="106"/>
                    <a:pt x="3293" y="67"/>
                  </a:cubicBezTo>
                  <a:cubicBezTo>
                    <a:pt x="3255" y="60"/>
                    <a:pt x="3216" y="44"/>
                    <a:pt x="3170" y="37"/>
                  </a:cubicBezTo>
                  <a:cubicBezTo>
                    <a:pt x="3060" y="13"/>
                    <a:pt x="2947" y="1"/>
                    <a:pt x="28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7" name="Google Shape;407;p44"/>
          <p:cNvGrpSpPr/>
          <p:nvPr/>
        </p:nvGrpSpPr>
        <p:grpSpPr>
          <a:xfrm>
            <a:off x="7998875" y="254407"/>
            <a:ext cx="702280" cy="1273691"/>
            <a:chOff x="715100" y="3360345"/>
            <a:chExt cx="702280" cy="1273691"/>
          </a:xfrm>
        </p:grpSpPr>
        <p:sp>
          <p:nvSpPr>
            <p:cNvPr id="408" name="Google Shape;408;p44"/>
            <p:cNvSpPr/>
            <p:nvPr/>
          </p:nvSpPr>
          <p:spPr>
            <a:xfrm>
              <a:off x="920135" y="4116897"/>
              <a:ext cx="239888" cy="517138"/>
            </a:xfrm>
            <a:custGeom>
              <a:avLst/>
              <a:gdLst/>
              <a:ahLst/>
              <a:cxnLst/>
              <a:rect l="l" t="t" r="r" b="b"/>
              <a:pathLst>
                <a:path w="7345" h="15834" extrusionOk="0">
                  <a:moveTo>
                    <a:pt x="1075" y="13109"/>
                  </a:moveTo>
                  <a:cubicBezTo>
                    <a:pt x="1073" y="13116"/>
                    <a:pt x="1070" y="13124"/>
                    <a:pt x="1070" y="13132"/>
                  </a:cubicBezTo>
                  <a:lnTo>
                    <a:pt x="1070" y="13132"/>
                  </a:lnTo>
                  <a:cubicBezTo>
                    <a:pt x="1071" y="13124"/>
                    <a:pt x="1073" y="13117"/>
                    <a:pt x="1075" y="13109"/>
                  </a:cubicBezTo>
                  <a:close/>
                  <a:moveTo>
                    <a:pt x="6965" y="1"/>
                  </a:moveTo>
                  <a:cubicBezTo>
                    <a:pt x="6848" y="1"/>
                    <a:pt x="6746" y="59"/>
                    <a:pt x="6681" y="147"/>
                  </a:cubicBezTo>
                  <a:lnTo>
                    <a:pt x="6681" y="139"/>
                  </a:lnTo>
                  <a:cubicBezTo>
                    <a:pt x="5499" y="1598"/>
                    <a:pt x="4441" y="3145"/>
                    <a:pt x="3514" y="4772"/>
                  </a:cubicBezTo>
                  <a:cubicBezTo>
                    <a:pt x="2602" y="6385"/>
                    <a:pt x="1843" y="8077"/>
                    <a:pt x="1252" y="9828"/>
                  </a:cubicBezTo>
                  <a:cubicBezTo>
                    <a:pt x="647" y="11667"/>
                    <a:pt x="231" y="13557"/>
                    <a:pt x="12" y="15476"/>
                  </a:cubicBezTo>
                  <a:cubicBezTo>
                    <a:pt x="0" y="15710"/>
                    <a:pt x="177" y="15833"/>
                    <a:pt x="353" y="15833"/>
                  </a:cubicBezTo>
                  <a:cubicBezTo>
                    <a:pt x="512" y="15833"/>
                    <a:pt x="670" y="15734"/>
                    <a:pt x="690" y="15527"/>
                  </a:cubicBezTo>
                  <a:cubicBezTo>
                    <a:pt x="783" y="14719"/>
                    <a:pt x="909" y="13925"/>
                    <a:pt x="1070" y="13132"/>
                  </a:cubicBezTo>
                  <a:lnTo>
                    <a:pt x="1070" y="13132"/>
                  </a:lnTo>
                  <a:cubicBezTo>
                    <a:pt x="1070" y="13133"/>
                    <a:pt x="1070" y="13133"/>
                    <a:pt x="1070" y="13134"/>
                  </a:cubicBezTo>
                  <a:cubicBezTo>
                    <a:pt x="1070" y="13133"/>
                    <a:pt x="1070" y="13132"/>
                    <a:pt x="1070" y="13132"/>
                  </a:cubicBezTo>
                  <a:lnTo>
                    <a:pt x="1070" y="13132"/>
                  </a:lnTo>
                  <a:cubicBezTo>
                    <a:pt x="1070" y="13132"/>
                    <a:pt x="1070" y="13132"/>
                    <a:pt x="1070" y="13132"/>
                  </a:cubicBezTo>
                  <a:lnTo>
                    <a:pt x="1070" y="13132"/>
                  </a:lnTo>
                  <a:cubicBezTo>
                    <a:pt x="1070" y="13118"/>
                    <a:pt x="1070" y="13104"/>
                    <a:pt x="1077" y="13097"/>
                  </a:cubicBezTo>
                  <a:lnTo>
                    <a:pt x="1077" y="13097"/>
                  </a:lnTo>
                  <a:cubicBezTo>
                    <a:pt x="1076" y="13101"/>
                    <a:pt x="1075" y="13105"/>
                    <a:pt x="1075" y="13109"/>
                  </a:cubicBezTo>
                  <a:lnTo>
                    <a:pt x="1075" y="13109"/>
                  </a:lnTo>
                  <a:cubicBezTo>
                    <a:pt x="1076" y="13104"/>
                    <a:pt x="1077" y="13100"/>
                    <a:pt x="1077" y="13097"/>
                  </a:cubicBezTo>
                  <a:lnTo>
                    <a:pt x="1077" y="13097"/>
                  </a:lnTo>
                  <a:cubicBezTo>
                    <a:pt x="1077" y="13097"/>
                    <a:pt x="1077" y="13097"/>
                    <a:pt x="1077" y="13097"/>
                  </a:cubicBezTo>
                  <a:lnTo>
                    <a:pt x="1077" y="13097"/>
                  </a:lnTo>
                  <a:cubicBezTo>
                    <a:pt x="1079" y="13085"/>
                    <a:pt x="1082" y="13073"/>
                    <a:pt x="1084" y="13061"/>
                  </a:cubicBezTo>
                  <a:cubicBezTo>
                    <a:pt x="1588" y="10697"/>
                    <a:pt x="2390" y="8413"/>
                    <a:pt x="3485" y="6253"/>
                  </a:cubicBezTo>
                  <a:cubicBezTo>
                    <a:pt x="4536" y="4225"/>
                    <a:pt x="5790" y="2306"/>
                    <a:pt x="7235" y="533"/>
                  </a:cubicBezTo>
                  <a:cubicBezTo>
                    <a:pt x="7345" y="380"/>
                    <a:pt x="7308" y="168"/>
                    <a:pt x="7155" y="59"/>
                  </a:cubicBezTo>
                  <a:cubicBezTo>
                    <a:pt x="7096" y="23"/>
                    <a:pt x="7031" y="1"/>
                    <a:pt x="69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4"/>
            <p:cNvSpPr/>
            <p:nvPr/>
          </p:nvSpPr>
          <p:spPr>
            <a:xfrm>
              <a:off x="787310" y="3482131"/>
              <a:ext cx="321244" cy="991002"/>
            </a:xfrm>
            <a:custGeom>
              <a:avLst/>
              <a:gdLst/>
              <a:ahLst/>
              <a:cxnLst/>
              <a:rect l="l" t="t" r="r" b="b"/>
              <a:pathLst>
                <a:path w="9836" h="30343" extrusionOk="0">
                  <a:moveTo>
                    <a:pt x="2325" y="28712"/>
                  </a:moveTo>
                  <a:cubicBezTo>
                    <a:pt x="2319" y="28732"/>
                    <a:pt x="2313" y="28750"/>
                    <a:pt x="2313" y="28768"/>
                  </a:cubicBezTo>
                  <a:cubicBezTo>
                    <a:pt x="2317" y="28750"/>
                    <a:pt x="2321" y="28731"/>
                    <a:pt x="2325" y="28712"/>
                  </a:cubicBezTo>
                  <a:close/>
                  <a:moveTo>
                    <a:pt x="9493" y="0"/>
                  </a:moveTo>
                  <a:cubicBezTo>
                    <a:pt x="9310" y="7"/>
                    <a:pt x="9164" y="139"/>
                    <a:pt x="9150" y="321"/>
                  </a:cubicBezTo>
                  <a:cubicBezTo>
                    <a:pt x="9033" y="1160"/>
                    <a:pt x="8887" y="2006"/>
                    <a:pt x="8719" y="2838"/>
                  </a:cubicBezTo>
                  <a:cubicBezTo>
                    <a:pt x="8121" y="5691"/>
                    <a:pt x="7209" y="8478"/>
                    <a:pt x="5888" y="11083"/>
                  </a:cubicBezTo>
                  <a:cubicBezTo>
                    <a:pt x="5473" y="11907"/>
                    <a:pt x="5013" y="12702"/>
                    <a:pt x="4509" y="13476"/>
                  </a:cubicBezTo>
                  <a:cubicBezTo>
                    <a:pt x="4422" y="11747"/>
                    <a:pt x="4203" y="10017"/>
                    <a:pt x="3845" y="8325"/>
                  </a:cubicBezTo>
                  <a:cubicBezTo>
                    <a:pt x="3816" y="8164"/>
                    <a:pt x="3678" y="8048"/>
                    <a:pt x="3510" y="8048"/>
                  </a:cubicBezTo>
                  <a:cubicBezTo>
                    <a:pt x="3495" y="8048"/>
                    <a:pt x="3473" y="8048"/>
                    <a:pt x="3452" y="8055"/>
                  </a:cubicBezTo>
                  <a:cubicBezTo>
                    <a:pt x="3262" y="8091"/>
                    <a:pt x="3145" y="8266"/>
                    <a:pt x="3174" y="8456"/>
                  </a:cubicBezTo>
                  <a:cubicBezTo>
                    <a:pt x="3503" y="10017"/>
                    <a:pt x="3714" y="11593"/>
                    <a:pt x="3816" y="13191"/>
                  </a:cubicBezTo>
                  <a:cubicBezTo>
                    <a:pt x="3933" y="15438"/>
                    <a:pt x="3889" y="17700"/>
                    <a:pt x="3678" y="19947"/>
                  </a:cubicBezTo>
                  <a:cubicBezTo>
                    <a:pt x="2817" y="18379"/>
                    <a:pt x="1730" y="16934"/>
                    <a:pt x="694" y="15475"/>
                  </a:cubicBezTo>
                  <a:cubicBezTo>
                    <a:pt x="650" y="15402"/>
                    <a:pt x="577" y="15351"/>
                    <a:pt x="489" y="15322"/>
                  </a:cubicBezTo>
                  <a:cubicBezTo>
                    <a:pt x="460" y="15314"/>
                    <a:pt x="431" y="15307"/>
                    <a:pt x="402" y="15307"/>
                  </a:cubicBezTo>
                  <a:cubicBezTo>
                    <a:pt x="343" y="15307"/>
                    <a:pt x="278" y="15329"/>
                    <a:pt x="227" y="15358"/>
                  </a:cubicBezTo>
                  <a:cubicBezTo>
                    <a:pt x="81" y="15446"/>
                    <a:pt x="0" y="15672"/>
                    <a:pt x="110" y="15825"/>
                  </a:cubicBezTo>
                  <a:cubicBezTo>
                    <a:pt x="1343" y="17554"/>
                    <a:pt x="2649" y="19262"/>
                    <a:pt x="3554" y="21202"/>
                  </a:cubicBezTo>
                  <a:cubicBezTo>
                    <a:pt x="3379" y="22742"/>
                    <a:pt x="3152" y="24274"/>
                    <a:pt x="2882" y="25799"/>
                  </a:cubicBezTo>
                  <a:cubicBezTo>
                    <a:pt x="2711" y="26772"/>
                    <a:pt x="2525" y="27746"/>
                    <a:pt x="2325" y="28712"/>
                  </a:cubicBezTo>
                  <a:lnTo>
                    <a:pt x="2325" y="28712"/>
                  </a:lnTo>
                  <a:cubicBezTo>
                    <a:pt x="2328" y="28702"/>
                    <a:pt x="2331" y="28692"/>
                    <a:pt x="2334" y="28680"/>
                  </a:cubicBezTo>
                  <a:lnTo>
                    <a:pt x="2334" y="28680"/>
                  </a:lnTo>
                  <a:cubicBezTo>
                    <a:pt x="2247" y="29086"/>
                    <a:pt x="2160" y="29493"/>
                    <a:pt x="2080" y="29892"/>
                  </a:cubicBezTo>
                  <a:cubicBezTo>
                    <a:pt x="2051" y="29979"/>
                    <a:pt x="2058" y="30067"/>
                    <a:pt x="2094" y="30147"/>
                  </a:cubicBezTo>
                  <a:cubicBezTo>
                    <a:pt x="2131" y="30235"/>
                    <a:pt x="2204" y="30293"/>
                    <a:pt x="2284" y="30322"/>
                  </a:cubicBezTo>
                  <a:cubicBezTo>
                    <a:pt x="2323" y="30335"/>
                    <a:pt x="2364" y="30343"/>
                    <a:pt x="2405" y="30343"/>
                  </a:cubicBezTo>
                  <a:cubicBezTo>
                    <a:pt x="2454" y="30343"/>
                    <a:pt x="2503" y="30332"/>
                    <a:pt x="2547" y="30308"/>
                  </a:cubicBezTo>
                  <a:cubicBezTo>
                    <a:pt x="2627" y="30271"/>
                    <a:pt x="2693" y="30206"/>
                    <a:pt x="2722" y="30118"/>
                  </a:cubicBezTo>
                  <a:cubicBezTo>
                    <a:pt x="3349" y="27200"/>
                    <a:pt x="3889" y="24252"/>
                    <a:pt x="4225" y="21275"/>
                  </a:cubicBezTo>
                  <a:cubicBezTo>
                    <a:pt x="4225" y="21268"/>
                    <a:pt x="4232" y="21261"/>
                    <a:pt x="4239" y="21253"/>
                  </a:cubicBezTo>
                  <a:cubicBezTo>
                    <a:pt x="4247" y="21202"/>
                    <a:pt x="4247" y="21159"/>
                    <a:pt x="4239" y="21107"/>
                  </a:cubicBezTo>
                  <a:cubicBezTo>
                    <a:pt x="4371" y="19925"/>
                    <a:pt x="4466" y="18736"/>
                    <a:pt x="4517" y="17540"/>
                  </a:cubicBezTo>
                  <a:cubicBezTo>
                    <a:pt x="4561" y="16555"/>
                    <a:pt x="4568" y="15570"/>
                    <a:pt x="4546" y="14577"/>
                  </a:cubicBezTo>
                  <a:cubicBezTo>
                    <a:pt x="4582" y="14556"/>
                    <a:pt x="4619" y="14519"/>
                    <a:pt x="4648" y="14483"/>
                  </a:cubicBezTo>
                  <a:cubicBezTo>
                    <a:pt x="6895" y="11243"/>
                    <a:pt x="8354" y="7500"/>
                    <a:pt x="9223" y="3663"/>
                  </a:cubicBezTo>
                  <a:cubicBezTo>
                    <a:pt x="9471" y="2568"/>
                    <a:pt x="9675" y="1474"/>
                    <a:pt x="9821" y="365"/>
                  </a:cubicBezTo>
                  <a:cubicBezTo>
                    <a:pt x="9836" y="182"/>
                    <a:pt x="9697" y="22"/>
                    <a:pt x="9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4"/>
            <p:cNvSpPr/>
            <p:nvPr/>
          </p:nvSpPr>
          <p:spPr>
            <a:xfrm>
              <a:off x="920135" y="4116897"/>
              <a:ext cx="239888" cy="517138"/>
            </a:xfrm>
            <a:custGeom>
              <a:avLst/>
              <a:gdLst/>
              <a:ahLst/>
              <a:cxnLst/>
              <a:rect l="l" t="t" r="r" b="b"/>
              <a:pathLst>
                <a:path w="7345" h="15834" extrusionOk="0">
                  <a:moveTo>
                    <a:pt x="1075" y="13109"/>
                  </a:moveTo>
                  <a:cubicBezTo>
                    <a:pt x="1073" y="13116"/>
                    <a:pt x="1070" y="13124"/>
                    <a:pt x="1070" y="13132"/>
                  </a:cubicBezTo>
                  <a:lnTo>
                    <a:pt x="1070" y="13132"/>
                  </a:lnTo>
                  <a:cubicBezTo>
                    <a:pt x="1071" y="13124"/>
                    <a:pt x="1073" y="13117"/>
                    <a:pt x="1075" y="13109"/>
                  </a:cubicBezTo>
                  <a:close/>
                  <a:moveTo>
                    <a:pt x="6965" y="1"/>
                  </a:moveTo>
                  <a:cubicBezTo>
                    <a:pt x="6848" y="1"/>
                    <a:pt x="6746" y="59"/>
                    <a:pt x="6681" y="147"/>
                  </a:cubicBezTo>
                  <a:lnTo>
                    <a:pt x="6681" y="139"/>
                  </a:lnTo>
                  <a:cubicBezTo>
                    <a:pt x="5499" y="1598"/>
                    <a:pt x="4441" y="3145"/>
                    <a:pt x="3514" y="4772"/>
                  </a:cubicBezTo>
                  <a:cubicBezTo>
                    <a:pt x="2602" y="6385"/>
                    <a:pt x="1843" y="8077"/>
                    <a:pt x="1252" y="9828"/>
                  </a:cubicBezTo>
                  <a:cubicBezTo>
                    <a:pt x="647" y="11667"/>
                    <a:pt x="231" y="13557"/>
                    <a:pt x="12" y="15476"/>
                  </a:cubicBezTo>
                  <a:cubicBezTo>
                    <a:pt x="0" y="15710"/>
                    <a:pt x="177" y="15833"/>
                    <a:pt x="353" y="15833"/>
                  </a:cubicBezTo>
                  <a:cubicBezTo>
                    <a:pt x="512" y="15833"/>
                    <a:pt x="670" y="15734"/>
                    <a:pt x="690" y="15527"/>
                  </a:cubicBezTo>
                  <a:cubicBezTo>
                    <a:pt x="783" y="14719"/>
                    <a:pt x="909" y="13925"/>
                    <a:pt x="1070" y="13132"/>
                  </a:cubicBezTo>
                  <a:lnTo>
                    <a:pt x="1070" y="13132"/>
                  </a:lnTo>
                  <a:cubicBezTo>
                    <a:pt x="1070" y="13133"/>
                    <a:pt x="1070" y="13133"/>
                    <a:pt x="1070" y="13134"/>
                  </a:cubicBezTo>
                  <a:cubicBezTo>
                    <a:pt x="1070" y="13133"/>
                    <a:pt x="1070" y="13132"/>
                    <a:pt x="1070" y="13132"/>
                  </a:cubicBezTo>
                  <a:lnTo>
                    <a:pt x="1070" y="13132"/>
                  </a:lnTo>
                  <a:cubicBezTo>
                    <a:pt x="1070" y="13132"/>
                    <a:pt x="1070" y="13132"/>
                    <a:pt x="1070" y="13132"/>
                  </a:cubicBezTo>
                  <a:lnTo>
                    <a:pt x="1070" y="13132"/>
                  </a:lnTo>
                  <a:cubicBezTo>
                    <a:pt x="1070" y="13118"/>
                    <a:pt x="1070" y="13104"/>
                    <a:pt x="1077" y="13097"/>
                  </a:cubicBezTo>
                  <a:lnTo>
                    <a:pt x="1077" y="13097"/>
                  </a:lnTo>
                  <a:cubicBezTo>
                    <a:pt x="1076" y="13101"/>
                    <a:pt x="1075" y="13105"/>
                    <a:pt x="1075" y="13109"/>
                  </a:cubicBezTo>
                  <a:lnTo>
                    <a:pt x="1075" y="13109"/>
                  </a:lnTo>
                  <a:cubicBezTo>
                    <a:pt x="1076" y="13104"/>
                    <a:pt x="1077" y="13100"/>
                    <a:pt x="1077" y="13097"/>
                  </a:cubicBezTo>
                  <a:lnTo>
                    <a:pt x="1077" y="13097"/>
                  </a:lnTo>
                  <a:cubicBezTo>
                    <a:pt x="1077" y="13097"/>
                    <a:pt x="1077" y="13097"/>
                    <a:pt x="1077" y="13097"/>
                  </a:cubicBezTo>
                  <a:lnTo>
                    <a:pt x="1077" y="13097"/>
                  </a:lnTo>
                  <a:cubicBezTo>
                    <a:pt x="1079" y="13085"/>
                    <a:pt x="1082" y="13073"/>
                    <a:pt x="1084" y="13061"/>
                  </a:cubicBezTo>
                  <a:cubicBezTo>
                    <a:pt x="1588" y="10697"/>
                    <a:pt x="2390" y="8413"/>
                    <a:pt x="3485" y="6253"/>
                  </a:cubicBezTo>
                  <a:cubicBezTo>
                    <a:pt x="4536" y="4225"/>
                    <a:pt x="5790" y="2306"/>
                    <a:pt x="7235" y="533"/>
                  </a:cubicBezTo>
                  <a:cubicBezTo>
                    <a:pt x="7345" y="380"/>
                    <a:pt x="7308" y="168"/>
                    <a:pt x="7155" y="59"/>
                  </a:cubicBezTo>
                  <a:cubicBezTo>
                    <a:pt x="7096" y="23"/>
                    <a:pt x="7031" y="1"/>
                    <a:pt x="6965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4"/>
            <p:cNvSpPr/>
            <p:nvPr/>
          </p:nvSpPr>
          <p:spPr>
            <a:xfrm>
              <a:off x="787310" y="3482131"/>
              <a:ext cx="321244" cy="991002"/>
            </a:xfrm>
            <a:custGeom>
              <a:avLst/>
              <a:gdLst/>
              <a:ahLst/>
              <a:cxnLst/>
              <a:rect l="l" t="t" r="r" b="b"/>
              <a:pathLst>
                <a:path w="9836" h="30343" extrusionOk="0">
                  <a:moveTo>
                    <a:pt x="2325" y="28712"/>
                  </a:moveTo>
                  <a:cubicBezTo>
                    <a:pt x="2319" y="28732"/>
                    <a:pt x="2313" y="28750"/>
                    <a:pt x="2313" y="28768"/>
                  </a:cubicBezTo>
                  <a:cubicBezTo>
                    <a:pt x="2317" y="28750"/>
                    <a:pt x="2321" y="28731"/>
                    <a:pt x="2325" y="28712"/>
                  </a:cubicBezTo>
                  <a:close/>
                  <a:moveTo>
                    <a:pt x="9493" y="0"/>
                  </a:moveTo>
                  <a:cubicBezTo>
                    <a:pt x="9310" y="7"/>
                    <a:pt x="9164" y="139"/>
                    <a:pt x="9150" y="321"/>
                  </a:cubicBezTo>
                  <a:cubicBezTo>
                    <a:pt x="9033" y="1160"/>
                    <a:pt x="8887" y="2006"/>
                    <a:pt x="8719" y="2838"/>
                  </a:cubicBezTo>
                  <a:cubicBezTo>
                    <a:pt x="8121" y="5691"/>
                    <a:pt x="7209" y="8478"/>
                    <a:pt x="5888" y="11083"/>
                  </a:cubicBezTo>
                  <a:cubicBezTo>
                    <a:pt x="5473" y="11907"/>
                    <a:pt x="5013" y="12702"/>
                    <a:pt x="4509" y="13476"/>
                  </a:cubicBezTo>
                  <a:cubicBezTo>
                    <a:pt x="4422" y="11747"/>
                    <a:pt x="4203" y="10017"/>
                    <a:pt x="3845" y="8325"/>
                  </a:cubicBezTo>
                  <a:cubicBezTo>
                    <a:pt x="3816" y="8164"/>
                    <a:pt x="3678" y="8048"/>
                    <a:pt x="3510" y="8048"/>
                  </a:cubicBezTo>
                  <a:cubicBezTo>
                    <a:pt x="3495" y="8048"/>
                    <a:pt x="3473" y="8048"/>
                    <a:pt x="3452" y="8055"/>
                  </a:cubicBezTo>
                  <a:cubicBezTo>
                    <a:pt x="3262" y="8091"/>
                    <a:pt x="3145" y="8266"/>
                    <a:pt x="3174" y="8456"/>
                  </a:cubicBezTo>
                  <a:cubicBezTo>
                    <a:pt x="3503" y="10017"/>
                    <a:pt x="3714" y="11593"/>
                    <a:pt x="3816" y="13191"/>
                  </a:cubicBezTo>
                  <a:cubicBezTo>
                    <a:pt x="3933" y="15438"/>
                    <a:pt x="3889" y="17700"/>
                    <a:pt x="3678" y="19947"/>
                  </a:cubicBezTo>
                  <a:cubicBezTo>
                    <a:pt x="2817" y="18379"/>
                    <a:pt x="1730" y="16934"/>
                    <a:pt x="694" y="15475"/>
                  </a:cubicBezTo>
                  <a:cubicBezTo>
                    <a:pt x="650" y="15402"/>
                    <a:pt x="577" y="15351"/>
                    <a:pt x="489" y="15322"/>
                  </a:cubicBezTo>
                  <a:cubicBezTo>
                    <a:pt x="460" y="15314"/>
                    <a:pt x="431" y="15307"/>
                    <a:pt x="402" y="15307"/>
                  </a:cubicBezTo>
                  <a:cubicBezTo>
                    <a:pt x="343" y="15307"/>
                    <a:pt x="278" y="15329"/>
                    <a:pt x="227" y="15358"/>
                  </a:cubicBezTo>
                  <a:cubicBezTo>
                    <a:pt x="81" y="15446"/>
                    <a:pt x="0" y="15672"/>
                    <a:pt x="110" y="15825"/>
                  </a:cubicBezTo>
                  <a:cubicBezTo>
                    <a:pt x="1343" y="17554"/>
                    <a:pt x="2649" y="19262"/>
                    <a:pt x="3554" y="21202"/>
                  </a:cubicBezTo>
                  <a:cubicBezTo>
                    <a:pt x="3379" y="22742"/>
                    <a:pt x="3152" y="24274"/>
                    <a:pt x="2882" y="25799"/>
                  </a:cubicBezTo>
                  <a:cubicBezTo>
                    <a:pt x="2711" y="26772"/>
                    <a:pt x="2525" y="27746"/>
                    <a:pt x="2325" y="28712"/>
                  </a:cubicBezTo>
                  <a:lnTo>
                    <a:pt x="2325" y="28712"/>
                  </a:lnTo>
                  <a:cubicBezTo>
                    <a:pt x="2328" y="28702"/>
                    <a:pt x="2331" y="28692"/>
                    <a:pt x="2334" y="28680"/>
                  </a:cubicBezTo>
                  <a:lnTo>
                    <a:pt x="2334" y="28680"/>
                  </a:lnTo>
                  <a:cubicBezTo>
                    <a:pt x="2247" y="29086"/>
                    <a:pt x="2160" y="29493"/>
                    <a:pt x="2080" y="29892"/>
                  </a:cubicBezTo>
                  <a:cubicBezTo>
                    <a:pt x="2051" y="29979"/>
                    <a:pt x="2058" y="30067"/>
                    <a:pt x="2094" y="30147"/>
                  </a:cubicBezTo>
                  <a:cubicBezTo>
                    <a:pt x="2131" y="30235"/>
                    <a:pt x="2204" y="30293"/>
                    <a:pt x="2284" y="30322"/>
                  </a:cubicBezTo>
                  <a:cubicBezTo>
                    <a:pt x="2323" y="30335"/>
                    <a:pt x="2364" y="30343"/>
                    <a:pt x="2405" y="30343"/>
                  </a:cubicBezTo>
                  <a:cubicBezTo>
                    <a:pt x="2454" y="30343"/>
                    <a:pt x="2503" y="30332"/>
                    <a:pt x="2547" y="30308"/>
                  </a:cubicBezTo>
                  <a:cubicBezTo>
                    <a:pt x="2627" y="30271"/>
                    <a:pt x="2693" y="30206"/>
                    <a:pt x="2722" y="30118"/>
                  </a:cubicBezTo>
                  <a:cubicBezTo>
                    <a:pt x="3349" y="27200"/>
                    <a:pt x="3889" y="24252"/>
                    <a:pt x="4225" y="21275"/>
                  </a:cubicBezTo>
                  <a:cubicBezTo>
                    <a:pt x="4225" y="21268"/>
                    <a:pt x="4232" y="21261"/>
                    <a:pt x="4239" y="21253"/>
                  </a:cubicBezTo>
                  <a:cubicBezTo>
                    <a:pt x="4247" y="21202"/>
                    <a:pt x="4247" y="21159"/>
                    <a:pt x="4239" y="21107"/>
                  </a:cubicBezTo>
                  <a:cubicBezTo>
                    <a:pt x="4371" y="19925"/>
                    <a:pt x="4466" y="18736"/>
                    <a:pt x="4517" y="17540"/>
                  </a:cubicBezTo>
                  <a:cubicBezTo>
                    <a:pt x="4561" y="16555"/>
                    <a:pt x="4568" y="15570"/>
                    <a:pt x="4546" y="14577"/>
                  </a:cubicBezTo>
                  <a:cubicBezTo>
                    <a:pt x="4582" y="14556"/>
                    <a:pt x="4619" y="14519"/>
                    <a:pt x="4648" y="14483"/>
                  </a:cubicBezTo>
                  <a:cubicBezTo>
                    <a:pt x="6895" y="11243"/>
                    <a:pt x="8354" y="7500"/>
                    <a:pt x="9223" y="3663"/>
                  </a:cubicBezTo>
                  <a:cubicBezTo>
                    <a:pt x="9471" y="2568"/>
                    <a:pt x="9675" y="1474"/>
                    <a:pt x="9821" y="365"/>
                  </a:cubicBezTo>
                  <a:cubicBezTo>
                    <a:pt x="9836" y="182"/>
                    <a:pt x="9697" y="22"/>
                    <a:pt x="9515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4"/>
            <p:cNvSpPr/>
            <p:nvPr/>
          </p:nvSpPr>
          <p:spPr>
            <a:xfrm>
              <a:off x="1055377" y="3875283"/>
              <a:ext cx="345543" cy="332446"/>
            </a:xfrm>
            <a:custGeom>
              <a:avLst/>
              <a:gdLst/>
              <a:ahLst/>
              <a:cxnLst/>
              <a:rect l="l" t="t" r="r" b="b"/>
              <a:pathLst>
                <a:path w="10580" h="10179" extrusionOk="0">
                  <a:moveTo>
                    <a:pt x="5093" y="0"/>
                  </a:moveTo>
                  <a:cubicBezTo>
                    <a:pt x="2284" y="0"/>
                    <a:pt x="1" y="2277"/>
                    <a:pt x="1" y="5086"/>
                  </a:cubicBezTo>
                  <a:cubicBezTo>
                    <a:pt x="1" y="7151"/>
                    <a:pt x="1241" y="9004"/>
                    <a:pt x="3145" y="9792"/>
                  </a:cubicBezTo>
                  <a:cubicBezTo>
                    <a:pt x="3773" y="10052"/>
                    <a:pt x="4432" y="10179"/>
                    <a:pt x="5087" y="10179"/>
                  </a:cubicBezTo>
                  <a:cubicBezTo>
                    <a:pt x="6411" y="10179"/>
                    <a:pt x="7714" y="9662"/>
                    <a:pt x="8690" y="8690"/>
                  </a:cubicBezTo>
                  <a:cubicBezTo>
                    <a:pt x="10142" y="7231"/>
                    <a:pt x="10580" y="5042"/>
                    <a:pt x="9792" y="3145"/>
                  </a:cubicBezTo>
                  <a:cubicBezTo>
                    <a:pt x="9004" y="1241"/>
                    <a:pt x="7151" y="0"/>
                    <a:pt x="5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1054658" y="3875512"/>
              <a:ext cx="362722" cy="332609"/>
            </a:xfrm>
            <a:custGeom>
              <a:avLst/>
              <a:gdLst/>
              <a:ahLst/>
              <a:cxnLst/>
              <a:rect l="l" t="t" r="r" b="b"/>
              <a:pathLst>
                <a:path w="11106" h="10184" extrusionOk="0">
                  <a:moveTo>
                    <a:pt x="5097" y="1"/>
                  </a:moveTo>
                  <a:cubicBezTo>
                    <a:pt x="2411" y="1"/>
                    <a:pt x="7" y="2169"/>
                    <a:pt x="1" y="5101"/>
                  </a:cubicBezTo>
                  <a:lnTo>
                    <a:pt x="15" y="5079"/>
                  </a:lnTo>
                  <a:cubicBezTo>
                    <a:pt x="15" y="7958"/>
                    <a:pt x="2358" y="10183"/>
                    <a:pt x="5096" y="10183"/>
                  </a:cubicBezTo>
                  <a:cubicBezTo>
                    <a:pt x="5459" y="10183"/>
                    <a:pt x="5830" y="10144"/>
                    <a:pt x="6202" y="10062"/>
                  </a:cubicBezTo>
                  <a:cubicBezTo>
                    <a:pt x="9383" y="9369"/>
                    <a:pt x="11105" y="5911"/>
                    <a:pt x="9741" y="2956"/>
                  </a:cubicBezTo>
                  <a:lnTo>
                    <a:pt x="9741" y="2956"/>
                  </a:lnTo>
                  <a:cubicBezTo>
                    <a:pt x="9770" y="3021"/>
                    <a:pt x="9792" y="3094"/>
                    <a:pt x="9821" y="3160"/>
                  </a:cubicBezTo>
                  <a:cubicBezTo>
                    <a:pt x="9865" y="3299"/>
                    <a:pt x="9909" y="3444"/>
                    <a:pt x="9938" y="3583"/>
                  </a:cubicBezTo>
                  <a:cubicBezTo>
                    <a:pt x="9967" y="3707"/>
                    <a:pt x="9989" y="3831"/>
                    <a:pt x="10004" y="3948"/>
                  </a:cubicBezTo>
                  <a:cubicBezTo>
                    <a:pt x="10040" y="4181"/>
                    <a:pt x="10055" y="4415"/>
                    <a:pt x="10047" y="4656"/>
                  </a:cubicBezTo>
                  <a:cubicBezTo>
                    <a:pt x="10040" y="5152"/>
                    <a:pt x="9952" y="5648"/>
                    <a:pt x="9777" y="6122"/>
                  </a:cubicBezTo>
                  <a:cubicBezTo>
                    <a:pt x="9690" y="6348"/>
                    <a:pt x="9595" y="6567"/>
                    <a:pt x="9471" y="6779"/>
                  </a:cubicBezTo>
                  <a:cubicBezTo>
                    <a:pt x="9369" y="6968"/>
                    <a:pt x="9245" y="7151"/>
                    <a:pt x="9106" y="7326"/>
                  </a:cubicBezTo>
                  <a:cubicBezTo>
                    <a:pt x="8960" y="7523"/>
                    <a:pt x="8785" y="7705"/>
                    <a:pt x="8603" y="7873"/>
                  </a:cubicBezTo>
                  <a:cubicBezTo>
                    <a:pt x="8092" y="8340"/>
                    <a:pt x="7472" y="8690"/>
                    <a:pt x="6801" y="8880"/>
                  </a:cubicBezTo>
                  <a:cubicBezTo>
                    <a:pt x="6408" y="8990"/>
                    <a:pt x="6001" y="9045"/>
                    <a:pt x="5592" y="9045"/>
                  </a:cubicBezTo>
                  <a:cubicBezTo>
                    <a:pt x="5484" y="9045"/>
                    <a:pt x="5376" y="9041"/>
                    <a:pt x="5268" y="9033"/>
                  </a:cubicBezTo>
                  <a:cubicBezTo>
                    <a:pt x="5020" y="9011"/>
                    <a:pt x="4765" y="8975"/>
                    <a:pt x="4517" y="8917"/>
                  </a:cubicBezTo>
                  <a:cubicBezTo>
                    <a:pt x="4291" y="8858"/>
                    <a:pt x="4072" y="8785"/>
                    <a:pt x="3860" y="8698"/>
                  </a:cubicBezTo>
                  <a:cubicBezTo>
                    <a:pt x="3619" y="8588"/>
                    <a:pt x="3386" y="8464"/>
                    <a:pt x="3160" y="8318"/>
                  </a:cubicBezTo>
                  <a:cubicBezTo>
                    <a:pt x="2970" y="8194"/>
                    <a:pt x="2788" y="8056"/>
                    <a:pt x="2613" y="7902"/>
                  </a:cubicBezTo>
                  <a:cubicBezTo>
                    <a:pt x="2233" y="7567"/>
                    <a:pt x="1920" y="7165"/>
                    <a:pt x="1679" y="6720"/>
                  </a:cubicBezTo>
                  <a:lnTo>
                    <a:pt x="1606" y="6589"/>
                  </a:lnTo>
                  <a:cubicBezTo>
                    <a:pt x="1453" y="6275"/>
                    <a:pt x="1329" y="5947"/>
                    <a:pt x="1248" y="5604"/>
                  </a:cubicBezTo>
                  <a:cubicBezTo>
                    <a:pt x="1226" y="5517"/>
                    <a:pt x="1212" y="5414"/>
                    <a:pt x="1197" y="5320"/>
                  </a:cubicBezTo>
                  <a:cubicBezTo>
                    <a:pt x="1190" y="5290"/>
                    <a:pt x="1183" y="5254"/>
                    <a:pt x="1183" y="5232"/>
                  </a:cubicBezTo>
                  <a:cubicBezTo>
                    <a:pt x="1146" y="5020"/>
                    <a:pt x="1132" y="4802"/>
                    <a:pt x="1132" y="4590"/>
                  </a:cubicBezTo>
                  <a:lnTo>
                    <a:pt x="1132" y="4546"/>
                  </a:lnTo>
                  <a:lnTo>
                    <a:pt x="1132" y="4495"/>
                  </a:lnTo>
                  <a:cubicBezTo>
                    <a:pt x="1139" y="4488"/>
                    <a:pt x="1139" y="4473"/>
                    <a:pt x="1132" y="4459"/>
                  </a:cubicBezTo>
                  <a:lnTo>
                    <a:pt x="1132" y="4451"/>
                  </a:lnTo>
                  <a:lnTo>
                    <a:pt x="1132" y="4415"/>
                  </a:lnTo>
                  <a:cubicBezTo>
                    <a:pt x="1132" y="4408"/>
                    <a:pt x="1132" y="4408"/>
                    <a:pt x="1132" y="4408"/>
                  </a:cubicBezTo>
                  <a:lnTo>
                    <a:pt x="1132" y="4371"/>
                  </a:lnTo>
                  <a:lnTo>
                    <a:pt x="1132" y="4356"/>
                  </a:lnTo>
                  <a:lnTo>
                    <a:pt x="1132" y="4327"/>
                  </a:lnTo>
                  <a:cubicBezTo>
                    <a:pt x="1132" y="4320"/>
                    <a:pt x="1132" y="4313"/>
                    <a:pt x="1132" y="4305"/>
                  </a:cubicBezTo>
                  <a:cubicBezTo>
                    <a:pt x="1132" y="4298"/>
                    <a:pt x="1132" y="4284"/>
                    <a:pt x="1132" y="4276"/>
                  </a:cubicBezTo>
                  <a:cubicBezTo>
                    <a:pt x="1146" y="4145"/>
                    <a:pt x="1161" y="4006"/>
                    <a:pt x="1183" y="3875"/>
                  </a:cubicBezTo>
                  <a:cubicBezTo>
                    <a:pt x="1204" y="3722"/>
                    <a:pt x="1241" y="3561"/>
                    <a:pt x="1277" y="3415"/>
                  </a:cubicBezTo>
                  <a:cubicBezTo>
                    <a:pt x="1314" y="3284"/>
                    <a:pt x="1358" y="3145"/>
                    <a:pt x="1409" y="3021"/>
                  </a:cubicBezTo>
                  <a:cubicBezTo>
                    <a:pt x="1431" y="2963"/>
                    <a:pt x="1453" y="2905"/>
                    <a:pt x="1482" y="2846"/>
                  </a:cubicBezTo>
                  <a:cubicBezTo>
                    <a:pt x="1526" y="2744"/>
                    <a:pt x="1569" y="2649"/>
                    <a:pt x="1613" y="2554"/>
                  </a:cubicBezTo>
                  <a:cubicBezTo>
                    <a:pt x="1620" y="2547"/>
                    <a:pt x="1620" y="2547"/>
                    <a:pt x="1620" y="2540"/>
                  </a:cubicBezTo>
                  <a:cubicBezTo>
                    <a:pt x="1642" y="2496"/>
                    <a:pt x="1671" y="2452"/>
                    <a:pt x="1693" y="2408"/>
                  </a:cubicBezTo>
                  <a:cubicBezTo>
                    <a:pt x="1723" y="2365"/>
                    <a:pt x="1759" y="2299"/>
                    <a:pt x="1795" y="2248"/>
                  </a:cubicBezTo>
                  <a:cubicBezTo>
                    <a:pt x="2007" y="1898"/>
                    <a:pt x="2270" y="1584"/>
                    <a:pt x="2569" y="1307"/>
                  </a:cubicBezTo>
                  <a:cubicBezTo>
                    <a:pt x="2751" y="1139"/>
                    <a:pt x="2941" y="993"/>
                    <a:pt x="3153" y="854"/>
                  </a:cubicBezTo>
                  <a:lnTo>
                    <a:pt x="3218" y="818"/>
                  </a:lnTo>
                  <a:cubicBezTo>
                    <a:pt x="3401" y="694"/>
                    <a:pt x="3590" y="592"/>
                    <a:pt x="3795" y="511"/>
                  </a:cubicBezTo>
                  <a:lnTo>
                    <a:pt x="3802" y="511"/>
                  </a:lnTo>
                  <a:lnTo>
                    <a:pt x="3816" y="504"/>
                  </a:lnTo>
                  <a:cubicBezTo>
                    <a:pt x="4043" y="402"/>
                    <a:pt x="4283" y="322"/>
                    <a:pt x="4517" y="263"/>
                  </a:cubicBezTo>
                  <a:cubicBezTo>
                    <a:pt x="4685" y="227"/>
                    <a:pt x="4853" y="198"/>
                    <a:pt x="5013" y="176"/>
                  </a:cubicBezTo>
                  <a:lnTo>
                    <a:pt x="5079" y="176"/>
                  </a:lnTo>
                  <a:cubicBezTo>
                    <a:pt x="5115" y="169"/>
                    <a:pt x="5152" y="169"/>
                    <a:pt x="5195" y="161"/>
                  </a:cubicBezTo>
                  <a:cubicBezTo>
                    <a:pt x="5327" y="154"/>
                    <a:pt x="5458" y="147"/>
                    <a:pt x="5589" y="147"/>
                  </a:cubicBezTo>
                  <a:cubicBezTo>
                    <a:pt x="5728" y="147"/>
                    <a:pt x="5867" y="154"/>
                    <a:pt x="5998" y="169"/>
                  </a:cubicBezTo>
                  <a:cubicBezTo>
                    <a:pt x="6231" y="190"/>
                    <a:pt x="6465" y="227"/>
                    <a:pt x="6691" y="285"/>
                  </a:cubicBezTo>
                  <a:cubicBezTo>
                    <a:pt x="6822" y="322"/>
                    <a:pt x="6954" y="358"/>
                    <a:pt x="7085" y="409"/>
                  </a:cubicBezTo>
                  <a:cubicBezTo>
                    <a:pt x="6426" y="130"/>
                    <a:pt x="5753" y="1"/>
                    <a:pt x="5097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4"/>
            <p:cNvSpPr/>
            <p:nvPr/>
          </p:nvSpPr>
          <p:spPr>
            <a:xfrm>
              <a:off x="724179" y="3917708"/>
              <a:ext cx="117968" cy="100887"/>
            </a:xfrm>
            <a:custGeom>
              <a:avLst/>
              <a:gdLst/>
              <a:ahLst/>
              <a:cxnLst/>
              <a:rect l="l" t="t" r="r" b="b"/>
              <a:pathLst>
                <a:path w="3612" h="3089" extrusionOk="0">
                  <a:moveTo>
                    <a:pt x="1533" y="0"/>
                  </a:moveTo>
                  <a:cubicBezTo>
                    <a:pt x="686" y="0"/>
                    <a:pt x="0" y="690"/>
                    <a:pt x="0" y="1540"/>
                  </a:cubicBezTo>
                  <a:cubicBezTo>
                    <a:pt x="0" y="2473"/>
                    <a:pt x="762" y="3088"/>
                    <a:pt x="1555" y="3088"/>
                  </a:cubicBezTo>
                  <a:cubicBezTo>
                    <a:pt x="1934" y="3088"/>
                    <a:pt x="2320" y="2948"/>
                    <a:pt x="2634" y="2634"/>
                  </a:cubicBezTo>
                  <a:cubicBezTo>
                    <a:pt x="3612" y="1664"/>
                    <a:pt x="2918" y="0"/>
                    <a:pt x="1547" y="0"/>
                  </a:cubicBezTo>
                  <a:cubicBezTo>
                    <a:pt x="1542" y="0"/>
                    <a:pt x="1538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4"/>
            <p:cNvSpPr/>
            <p:nvPr/>
          </p:nvSpPr>
          <p:spPr>
            <a:xfrm>
              <a:off x="715100" y="3917936"/>
              <a:ext cx="127276" cy="101181"/>
            </a:xfrm>
            <a:custGeom>
              <a:avLst/>
              <a:gdLst/>
              <a:ahLst/>
              <a:cxnLst/>
              <a:rect l="l" t="t" r="r" b="b"/>
              <a:pathLst>
                <a:path w="3897" h="3098" extrusionOk="0">
                  <a:moveTo>
                    <a:pt x="2000" y="0"/>
                  </a:moveTo>
                  <a:lnTo>
                    <a:pt x="2000" y="0"/>
                  </a:lnTo>
                  <a:cubicBezTo>
                    <a:pt x="2073" y="15"/>
                    <a:pt x="2139" y="44"/>
                    <a:pt x="2204" y="73"/>
                  </a:cubicBezTo>
                  <a:lnTo>
                    <a:pt x="2197" y="66"/>
                  </a:lnTo>
                  <a:lnTo>
                    <a:pt x="2197" y="66"/>
                  </a:lnTo>
                  <a:cubicBezTo>
                    <a:pt x="2263" y="95"/>
                    <a:pt x="2328" y="139"/>
                    <a:pt x="2387" y="176"/>
                  </a:cubicBezTo>
                  <a:cubicBezTo>
                    <a:pt x="2423" y="205"/>
                    <a:pt x="2467" y="241"/>
                    <a:pt x="2503" y="270"/>
                  </a:cubicBezTo>
                  <a:cubicBezTo>
                    <a:pt x="2584" y="343"/>
                    <a:pt x="2657" y="424"/>
                    <a:pt x="2715" y="504"/>
                  </a:cubicBezTo>
                  <a:cubicBezTo>
                    <a:pt x="2773" y="591"/>
                    <a:pt x="2817" y="679"/>
                    <a:pt x="2854" y="774"/>
                  </a:cubicBezTo>
                  <a:cubicBezTo>
                    <a:pt x="2875" y="825"/>
                    <a:pt x="2897" y="876"/>
                    <a:pt x="2912" y="934"/>
                  </a:cubicBezTo>
                  <a:cubicBezTo>
                    <a:pt x="2919" y="985"/>
                    <a:pt x="2926" y="1036"/>
                    <a:pt x="2934" y="1095"/>
                  </a:cubicBezTo>
                  <a:cubicBezTo>
                    <a:pt x="2948" y="1204"/>
                    <a:pt x="2948" y="1314"/>
                    <a:pt x="2934" y="1423"/>
                  </a:cubicBezTo>
                  <a:cubicBezTo>
                    <a:pt x="2926" y="1525"/>
                    <a:pt x="2905" y="1620"/>
                    <a:pt x="2861" y="1715"/>
                  </a:cubicBezTo>
                  <a:cubicBezTo>
                    <a:pt x="2824" y="1810"/>
                    <a:pt x="2781" y="1905"/>
                    <a:pt x="2722" y="1992"/>
                  </a:cubicBezTo>
                  <a:cubicBezTo>
                    <a:pt x="2664" y="2073"/>
                    <a:pt x="2598" y="2145"/>
                    <a:pt x="2518" y="2218"/>
                  </a:cubicBezTo>
                  <a:cubicBezTo>
                    <a:pt x="2438" y="2299"/>
                    <a:pt x="2336" y="2364"/>
                    <a:pt x="2233" y="2415"/>
                  </a:cubicBezTo>
                  <a:cubicBezTo>
                    <a:pt x="2139" y="2459"/>
                    <a:pt x="2044" y="2496"/>
                    <a:pt x="1942" y="2525"/>
                  </a:cubicBezTo>
                  <a:cubicBezTo>
                    <a:pt x="1839" y="2547"/>
                    <a:pt x="1745" y="2554"/>
                    <a:pt x="1642" y="2554"/>
                  </a:cubicBezTo>
                  <a:cubicBezTo>
                    <a:pt x="1533" y="2554"/>
                    <a:pt x="1423" y="2547"/>
                    <a:pt x="1321" y="2518"/>
                  </a:cubicBezTo>
                  <a:cubicBezTo>
                    <a:pt x="1197" y="2488"/>
                    <a:pt x="1088" y="2437"/>
                    <a:pt x="978" y="2379"/>
                  </a:cubicBezTo>
                  <a:cubicBezTo>
                    <a:pt x="891" y="2328"/>
                    <a:pt x="811" y="2262"/>
                    <a:pt x="738" y="2197"/>
                  </a:cubicBezTo>
                  <a:cubicBezTo>
                    <a:pt x="665" y="2124"/>
                    <a:pt x="599" y="2043"/>
                    <a:pt x="541" y="1956"/>
                  </a:cubicBezTo>
                  <a:cubicBezTo>
                    <a:pt x="533" y="1948"/>
                    <a:pt x="526" y="1934"/>
                    <a:pt x="519" y="1919"/>
                  </a:cubicBezTo>
                  <a:cubicBezTo>
                    <a:pt x="519" y="1919"/>
                    <a:pt x="519" y="1919"/>
                    <a:pt x="519" y="1912"/>
                  </a:cubicBezTo>
                  <a:cubicBezTo>
                    <a:pt x="482" y="1846"/>
                    <a:pt x="446" y="1773"/>
                    <a:pt x="424" y="1700"/>
                  </a:cubicBezTo>
                  <a:cubicBezTo>
                    <a:pt x="395" y="1642"/>
                    <a:pt x="380" y="1576"/>
                    <a:pt x="366" y="1511"/>
                  </a:cubicBezTo>
                  <a:cubicBezTo>
                    <a:pt x="358" y="1474"/>
                    <a:pt x="351" y="1430"/>
                    <a:pt x="351" y="1387"/>
                  </a:cubicBezTo>
                  <a:cubicBezTo>
                    <a:pt x="351" y="1365"/>
                    <a:pt x="351" y="1336"/>
                    <a:pt x="344" y="1314"/>
                  </a:cubicBezTo>
                  <a:lnTo>
                    <a:pt x="344" y="1197"/>
                  </a:lnTo>
                  <a:cubicBezTo>
                    <a:pt x="344" y="1175"/>
                    <a:pt x="344" y="1146"/>
                    <a:pt x="351" y="1131"/>
                  </a:cubicBezTo>
                  <a:cubicBezTo>
                    <a:pt x="358" y="1109"/>
                    <a:pt x="358" y="1080"/>
                    <a:pt x="358" y="1058"/>
                  </a:cubicBezTo>
                  <a:lnTo>
                    <a:pt x="358" y="1051"/>
                  </a:lnTo>
                  <a:lnTo>
                    <a:pt x="358" y="1051"/>
                  </a:lnTo>
                  <a:cubicBezTo>
                    <a:pt x="0" y="2136"/>
                    <a:pt x="855" y="3098"/>
                    <a:pt x="1833" y="3098"/>
                  </a:cubicBezTo>
                  <a:cubicBezTo>
                    <a:pt x="2111" y="3098"/>
                    <a:pt x="2398" y="3020"/>
                    <a:pt x="2671" y="2846"/>
                  </a:cubicBezTo>
                  <a:cubicBezTo>
                    <a:pt x="3897" y="2051"/>
                    <a:pt x="3452" y="154"/>
                    <a:pt x="2000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758243" y="3591246"/>
              <a:ext cx="238549" cy="229600"/>
            </a:xfrm>
            <a:custGeom>
              <a:avLst/>
              <a:gdLst/>
              <a:ahLst/>
              <a:cxnLst/>
              <a:rect l="l" t="t" r="r" b="b"/>
              <a:pathLst>
                <a:path w="7304" h="7030" extrusionOk="0">
                  <a:moveTo>
                    <a:pt x="3517" y="1"/>
                  </a:moveTo>
                  <a:cubicBezTo>
                    <a:pt x="1569" y="1"/>
                    <a:pt x="0" y="1577"/>
                    <a:pt x="0" y="3517"/>
                  </a:cubicBezTo>
                  <a:cubicBezTo>
                    <a:pt x="0" y="4940"/>
                    <a:pt x="854" y="6217"/>
                    <a:pt x="2167" y="6764"/>
                  </a:cubicBezTo>
                  <a:cubicBezTo>
                    <a:pt x="2601" y="6942"/>
                    <a:pt x="3056" y="7029"/>
                    <a:pt x="3508" y="7029"/>
                  </a:cubicBezTo>
                  <a:cubicBezTo>
                    <a:pt x="4423" y="7029"/>
                    <a:pt x="5323" y="6672"/>
                    <a:pt x="5998" y="5998"/>
                  </a:cubicBezTo>
                  <a:cubicBezTo>
                    <a:pt x="7005" y="4991"/>
                    <a:pt x="7304" y="3481"/>
                    <a:pt x="6764" y="2168"/>
                  </a:cubicBezTo>
                  <a:cubicBezTo>
                    <a:pt x="6217" y="854"/>
                    <a:pt x="4932" y="1"/>
                    <a:pt x="3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747988" y="3590821"/>
              <a:ext cx="251188" cy="229926"/>
            </a:xfrm>
            <a:custGeom>
              <a:avLst/>
              <a:gdLst/>
              <a:ahLst/>
              <a:cxnLst/>
              <a:rect l="l" t="t" r="r" b="b"/>
              <a:pathLst>
                <a:path w="7691" h="7040" extrusionOk="0">
                  <a:moveTo>
                    <a:pt x="3837" y="0"/>
                  </a:moveTo>
                  <a:cubicBezTo>
                    <a:pt x="3581" y="0"/>
                    <a:pt x="3322" y="28"/>
                    <a:pt x="3065" y="87"/>
                  </a:cubicBezTo>
                  <a:cubicBezTo>
                    <a:pt x="3145" y="79"/>
                    <a:pt x="3225" y="79"/>
                    <a:pt x="3306" y="79"/>
                  </a:cubicBezTo>
                  <a:cubicBezTo>
                    <a:pt x="3379" y="79"/>
                    <a:pt x="3452" y="79"/>
                    <a:pt x="3525" y="87"/>
                  </a:cubicBezTo>
                  <a:cubicBezTo>
                    <a:pt x="3758" y="108"/>
                    <a:pt x="3984" y="152"/>
                    <a:pt x="4203" y="225"/>
                  </a:cubicBezTo>
                  <a:cubicBezTo>
                    <a:pt x="5327" y="605"/>
                    <a:pt x="6100" y="1641"/>
                    <a:pt x="6151" y="2823"/>
                  </a:cubicBezTo>
                  <a:cubicBezTo>
                    <a:pt x="6158" y="3056"/>
                    <a:pt x="6137" y="3290"/>
                    <a:pt x="6093" y="3516"/>
                  </a:cubicBezTo>
                  <a:cubicBezTo>
                    <a:pt x="6013" y="3924"/>
                    <a:pt x="5837" y="4304"/>
                    <a:pt x="5589" y="4639"/>
                  </a:cubicBezTo>
                  <a:cubicBezTo>
                    <a:pt x="5473" y="4807"/>
                    <a:pt x="5327" y="4960"/>
                    <a:pt x="5174" y="5092"/>
                  </a:cubicBezTo>
                  <a:cubicBezTo>
                    <a:pt x="5028" y="5223"/>
                    <a:pt x="4867" y="5332"/>
                    <a:pt x="4699" y="5427"/>
                  </a:cubicBezTo>
                  <a:cubicBezTo>
                    <a:pt x="4495" y="5551"/>
                    <a:pt x="4276" y="5639"/>
                    <a:pt x="4050" y="5697"/>
                  </a:cubicBezTo>
                  <a:cubicBezTo>
                    <a:pt x="3799" y="5769"/>
                    <a:pt x="3541" y="5804"/>
                    <a:pt x="3284" y="5804"/>
                  </a:cubicBezTo>
                  <a:cubicBezTo>
                    <a:pt x="2860" y="5804"/>
                    <a:pt x="2437" y="5708"/>
                    <a:pt x="2051" y="5522"/>
                  </a:cubicBezTo>
                  <a:cubicBezTo>
                    <a:pt x="1839" y="5420"/>
                    <a:pt x="1635" y="5289"/>
                    <a:pt x="1460" y="5135"/>
                  </a:cubicBezTo>
                  <a:lnTo>
                    <a:pt x="1372" y="5062"/>
                  </a:lnTo>
                  <a:lnTo>
                    <a:pt x="1358" y="5055"/>
                  </a:lnTo>
                  <a:cubicBezTo>
                    <a:pt x="1314" y="5011"/>
                    <a:pt x="1270" y="4975"/>
                    <a:pt x="1234" y="4931"/>
                  </a:cubicBezTo>
                  <a:cubicBezTo>
                    <a:pt x="1168" y="4858"/>
                    <a:pt x="1102" y="4785"/>
                    <a:pt x="1044" y="4712"/>
                  </a:cubicBezTo>
                  <a:cubicBezTo>
                    <a:pt x="913" y="4559"/>
                    <a:pt x="810" y="4391"/>
                    <a:pt x="723" y="4209"/>
                  </a:cubicBezTo>
                  <a:cubicBezTo>
                    <a:pt x="679" y="4129"/>
                    <a:pt x="643" y="4048"/>
                    <a:pt x="613" y="3968"/>
                  </a:cubicBezTo>
                  <a:cubicBezTo>
                    <a:pt x="613" y="3961"/>
                    <a:pt x="606" y="3946"/>
                    <a:pt x="606" y="3939"/>
                  </a:cubicBezTo>
                  <a:cubicBezTo>
                    <a:pt x="570" y="3851"/>
                    <a:pt x="541" y="3764"/>
                    <a:pt x="519" y="3669"/>
                  </a:cubicBezTo>
                  <a:cubicBezTo>
                    <a:pt x="504" y="3618"/>
                    <a:pt x="489" y="3559"/>
                    <a:pt x="482" y="3501"/>
                  </a:cubicBezTo>
                  <a:lnTo>
                    <a:pt x="482" y="3494"/>
                  </a:lnTo>
                  <a:cubicBezTo>
                    <a:pt x="482" y="3487"/>
                    <a:pt x="482" y="3479"/>
                    <a:pt x="482" y="3472"/>
                  </a:cubicBezTo>
                  <a:lnTo>
                    <a:pt x="475" y="3435"/>
                  </a:lnTo>
                  <a:cubicBezTo>
                    <a:pt x="475" y="3435"/>
                    <a:pt x="475" y="3428"/>
                    <a:pt x="475" y="3421"/>
                  </a:cubicBezTo>
                  <a:cubicBezTo>
                    <a:pt x="475" y="3414"/>
                    <a:pt x="475" y="3414"/>
                    <a:pt x="475" y="3406"/>
                  </a:cubicBezTo>
                  <a:cubicBezTo>
                    <a:pt x="460" y="3333"/>
                    <a:pt x="453" y="3253"/>
                    <a:pt x="446" y="3180"/>
                  </a:cubicBezTo>
                  <a:cubicBezTo>
                    <a:pt x="438" y="3107"/>
                    <a:pt x="438" y="3027"/>
                    <a:pt x="438" y="2954"/>
                  </a:cubicBezTo>
                  <a:lnTo>
                    <a:pt x="438" y="2874"/>
                  </a:lnTo>
                  <a:lnTo>
                    <a:pt x="438" y="2844"/>
                  </a:lnTo>
                  <a:lnTo>
                    <a:pt x="438" y="2808"/>
                  </a:lnTo>
                  <a:cubicBezTo>
                    <a:pt x="438" y="2699"/>
                    <a:pt x="453" y="2596"/>
                    <a:pt x="468" y="2487"/>
                  </a:cubicBezTo>
                  <a:lnTo>
                    <a:pt x="468" y="2487"/>
                  </a:lnTo>
                  <a:cubicBezTo>
                    <a:pt x="1" y="4012"/>
                    <a:pt x="613" y="5653"/>
                    <a:pt x="1963" y="6500"/>
                  </a:cubicBezTo>
                  <a:cubicBezTo>
                    <a:pt x="2541" y="6862"/>
                    <a:pt x="3192" y="7040"/>
                    <a:pt x="3838" y="7040"/>
                  </a:cubicBezTo>
                  <a:cubicBezTo>
                    <a:pt x="4701" y="7040"/>
                    <a:pt x="5557" y="6723"/>
                    <a:pt x="6224" y="6106"/>
                  </a:cubicBezTo>
                  <a:cubicBezTo>
                    <a:pt x="7392" y="5019"/>
                    <a:pt x="7691" y="3290"/>
                    <a:pt x="6946" y="1881"/>
                  </a:cubicBezTo>
                  <a:cubicBezTo>
                    <a:pt x="6332" y="708"/>
                    <a:pt x="5120" y="0"/>
                    <a:pt x="3837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4"/>
            <p:cNvSpPr/>
            <p:nvPr/>
          </p:nvSpPr>
          <p:spPr>
            <a:xfrm>
              <a:off x="1000803" y="3360345"/>
              <a:ext cx="177311" cy="170779"/>
            </a:xfrm>
            <a:custGeom>
              <a:avLst/>
              <a:gdLst/>
              <a:ahLst/>
              <a:cxnLst/>
              <a:rect l="l" t="t" r="r" b="b"/>
              <a:pathLst>
                <a:path w="5429" h="5229" extrusionOk="0">
                  <a:moveTo>
                    <a:pt x="2613" y="1"/>
                  </a:moveTo>
                  <a:cubicBezTo>
                    <a:pt x="1168" y="1"/>
                    <a:pt x="1" y="1168"/>
                    <a:pt x="1" y="2613"/>
                  </a:cubicBezTo>
                  <a:cubicBezTo>
                    <a:pt x="1" y="3671"/>
                    <a:pt x="635" y="4626"/>
                    <a:pt x="1613" y="5028"/>
                  </a:cubicBezTo>
                  <a:cubicBezTo>
                    <a:pt x="1938" y="5163"/>
                    <a:pt x="2278" y="5229"/>
                    <a:pt x="2616" y="5229"/>
                  </a:cubicBezTo>
                  <a:cubicBezTo>
                    <a:pt x="3295" y="5229"/>
                    <a:pt x="3961" y="4963"/>
                    <a:pt x="4459" y="4466"/>
                  </a:cubicBezTo>
                  <a:cubicBezTo>
                    <a:pt x="5210" y="3714"/>
                    <a:pt x="5429" y="2591"/>
                    <a:pt x="5028" y="1613"/>
                  </a:cubicBezTo>
                  <a:cubicBezTo>
                    <a:pt x="4619" y="635"/>
                    <a:pt x="3671" y="1"/>
                    <a:pt x="2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4"/>
            <p:cNvSpPr/>
            <p:nvPr/>
          </p:nvSpPr>
          <p:spPr>
            <a:xfrm>
              <a:off x="1000346" y="3360606"/>
              <a:ext cx="189461" cy="171106"/>
            </a:xfrm>
            <a:custGeom>
              <a:avLst/>
              <a:gdLst/>
              <a:ahLst/>
              <a:cxnLst/>
              <a:rect l="l" t="t" r="r" b="b"/>
              <a:pathLst>
                <a:path w="5801" h="5239" extrusionOk="0">
                  <a:moveTo>
                    <a:pt x="2641" y="0"/>
                  </a:moveTo>
                  <a:cubicBezTo>
                    <a:pt x="1189" y="7"/>
                    <a:pt x="22" y="1175"/>
                    <a:pt x="15" y="2627"/>
                  </a:cubicBezTo>
                  <a:lnTo>
                    <a:pt x="0" y="2605"/>
                  </a:lnTo>
                  <a:lnTo>
                    <a:pt x="0" y="2605"/>
                  </a:lnTo>
                  <a:cubicBezTo>
                    <a:pt x="0" y="4109"/>
                    <a:pt x="1231" y="5238"/>
                    <a:pt x="2623" y="5238"/>
                  </a:cubicBezTo>
                  <a:cubicBezTo>
                    <a:pt x="2913" y="5238"/>
                    <a:pt x="3209" y="5189"/>
                    <a:pt x="3502" y="5085"/>
                  </a:cubicBezTo>
                  <a:cubicBezTo>
                    <a:pt x="5210" y="4480"/>
                    <a:pt x="5801" y="2357"/>
                    <a:pt x="4655" y="956"/>
                  </a:cubicBezTo>
                  <a:lnTo>
                    <a:pt x="4655" y="956"/>
                  </a:lnTo>
                  <a:cubicBezTo>
                    <a:pt x="4721" y="1058"/>
                    <a:pt x="4779" y="1167"/>
                    <a:pt x="4830" y="1284"/>
                  </a:cubicBezTo>
                  <a:cubicBezTo>
                    <a:pt x="4881" y="1408"/>
                    <a:pt x="4918" y="1547"/>
                    <a:pt x="4947" y="1678"/>
                  </a:cubicBezTo>
                  <a:cubicBezTo>
                    <a:pt x="4969" y="1795"/>
                    <a:pt x="4983" y="1912"/>
                    <a:pt x="4991" y="2028"/>
                  </a:cubicBezTo>
                  <a:cubicBezTo>
                    <a:pt x="4998" y="2393"/>
                    <a:pt x="4910" y="2751"/>
                    <a:pt x="4743" y="3079"/>
                  </a:cubicBezTo>
                  <a:cubicBezTo>
                    <a:pt x="4692" y="3181"/>
                    <a:pt x="4626" y="3276"/>
                    <a:pt x="4560" y="3363"/>
                  </a:cubicBezTo>
                  <a:cubicBezTo>
                    <a:pt x="4443" y="3524"/>
                    <a:pt x="4305" y="3663"/>
                    <a:pt x="4144" y="3779"/>
                  </a:cubicBezTo>
                  <a:cubicBezTo>
                    <a:pt x="4035" y="3867"/>
                    <a:pt x="3918" y="3940"/>
                    <a:pt x="3794" y="3998"/>
                  </a:cubicBezTo>
                  <a:cubicBezTo>
                    <a:pt x="3699" y="4042"/>
                    <a:pt x="3604" y="4079"/>
                    <a:pt x="3502" y="4115"/>
                  </a:cubicBezTo>
                  <a:cubicBezTo>
                    <a:pt x="3298" y="4173"/>
                    <a:pt x="3086" y="4210"/>
                    <a:pt x="2867" y="4210"/>
                  </a:cubicBezTo>
                  <a:cubicBezTo>
                    <a:pt x="2634" y="4210"/>
                    <a:pt x="2393" y="4173"/>
                    <a:pt x="2167" y="4093"/>
                  </a:cubicBezTo>
                  <a:cubicBezTo>
                    <a:pt x="2065" y="4057"/>
                    <a:pt x="1963" y="4006"/>
                    <a:pt x="1868" y="3954"/>
                  </a:cubicBezTo>
                  <a:cubicBezTo>
                    <a:pt x="1766" y="3903"/>
                    <a:pt x="1671" y="3845"/>
                    <a:pt x="1583" y="3772"/>
                  </a:cubicBezTo>
                  <a:cubicBezTo>
                    <a:pt x="1554" y="3750"/>
                    <a:pt x="1518" y="3721"/>
                    <a:pt x="1489" y="3692"/>
                  </a:cubicBezTo>
                  <a:cubicBezTo>
                    <a:pt x="1481" y="3692"/>
                    <a:pt x="1481" y="3692"/>
                    <a:pt x="1474" y="3685"/>
                  </a:cubicBezTo>
                  <a:cubicBezTo>
                    <a:pt x="1467" y="3677"/>
                    <a:pt x="1452" y="3663"/>
                    <a:pt x="1437" y="3655"/>
                  </a:cubicBezTo>
                  <a:cubicBezTo>
                    <a:pt x="1386" y="3604"/>
                    <a:pt x="1343" y="3560"/>
                    <a:pt x="1299" y="3509"/>
                  </a:cubicBezTo>
                  <a:cubicBezTo>
                    <a:pt x="1255" y="3458"/>
                    <a:pt x="1211" y="3415"/>
                    <a:pt x="1175" y="3356"/>
                  </a:cubicBezTo>
                  <a:cubicBezTo>
                    <a:pt x="1146" y="3327"/>
                    <a:pt x="1124" y="3291"/>
                    <a:pt x="1095" y="3254"/>
                  </a:cubicBezTo>
                  <a:cubicBezTo>
                    <a:pt x="1051" y="3174"/>
                    <a:pt x="1007" y="3101"/>
                    <a:pt x="963" y="3013"/>
                  </a:cubicBezTo>
                  <a:cubicBezTo>
                    <a:pt x="949" y="2977"/>
                    <a:pt x="927" y="2940"/>
                    <a:pt x="912" y="2904"/>
                  </a:cubicBezTo>
                  <a:cubicBezTo>
                    <a:pt x="905" y="2889"/>
                    <a:pt x="905" y="2875"/>
                    <a:pt x="898" y="2853"/>
                  </a:cubicBezTo>
                  <a:cubicBezTo>
                    <a:pt x="868" y="2787"/>
                    <a:pt x="846" y="2721"/>
                    <a:pt x="832" y="2656"/>
                  </a:cubicBezTo>
                  <a:cubicBezTo>
                    <a:pt x="825" y="2648"/>
                    <a:pt x="825" y="2641"/>
                    <a:pt x="825" y="2634"/>
                  </a:cubicBezTo>
                  <a:lnTo>
                    <a:pt x="825" y="2619"/>
                  </a:lnTo>
                  <a:cubicBezTo>
                    <a:pt x="810" y="2576"/>
                    <a:pt x="803" y="2532"/>
                    <a:pt x="795" y="2481"/>
                  </a:cubicBezTo>
                  <a:cubicBezTo>
                    <a:pt x="795" y="2481"/>
                    <a:pt x="795" y="2481"/>
                    <a:pt x="795" y="2473"/>
                  </a:cubicBezTo>
                  <a:lnTo>
                    <a:pt x="795" y="2459"/>
                  </a:lnTo>
                  <a:cubicBezTo>
                    <a:pt x="795" y="2444"/>
                    <a:pt x="795" y="2430"/>
                    <a:pt x="788" y="2415"/>
                  </a:cubicBezTo>
                  <a:cubicBezTo>
                    <a:pt x="788" y="2408"/>
                    <a:pt x="788" y="2393"/>
                    <a:pt x="788" y="2386"/>
                  </a:cubicBezTo>
                  <a:cubicBezTo>
                    <a:pt x="788" y="2379"/>
                    <a:pt x="788" y="2364"/>
                    <a:pt x="781" y="2349"/>
                  </a:cubicBezTo>
                  <a:cubicBezTo>
                    <a:pt x="781" y="2335"/>
                    <a:pt x="781" y="2320"/>
                    <a:pt x="781" y="2306"/>
                  </a:cubicBezTo>
                  <a:lnTo>
                    <a:pt x="781" y="2269"/>
                  </a:lnTo>
                  <a:lnTo>
                    <a:pt x="781" y="2247"/>
                  </a:lnTo>
                  <a:lnTo>
                    <a:pt x="781" y="2240"/>
                  </a:lnTo>
                  <a:cubicBezTo>
                    <a:pt x="766" y="2138"/>
                    <a:pt x="766" y="2036"/>
                    <a:pt x="781" y="1933"/>
                  </a:cubicBezTo>
                  <a:cubicBezTo>
                    <a:pt x="788" y="1839"/>
                    <a:pt x="803" y="1736"/>
                    <a:pt x="825" y="1642"/>
                  </a:cubicBezTo>
                  <a:cubicBezTo>
                    <a:pt x="839" y="1561"/>
                    <a:pt x="861" y="1488"/>
                    <a:pt x="883" y="1415"/>
                  </a:cubicBezTo>
                  <a:cubicBezTo>
                    <a:pt x="934" y="1277"/>
                    <a:pt x="992" y="1145"/>
                    <a:pt x="1065" y="1021"/>
                  </a:cubicBezTo>
                  <a:cubicBezTo>
                    <a:pt x="1080" y="1007"/>
                    <a:pt x="1095" y="985"/>
                    <a:pt x="1102" y="970"/>
                  </a:cubicBezTo>
                  <a:cubicBezTo>
                    <a:pt x="1160" y="883"/>
                    <a:pt x="1219" y="803"/>
                    <a:pt x="1277" y="730"/>
                  </a:cubicBezTo>
                  <a:cubicBezTo>
                    <a:pt x="1335" y="671"/>
                    <a:pt x="1386" y="613"/>
                    <a:pt x="1445" y="562"/>
                  </a:cubicBezTo>
                  <a:lnTo>
                    <a:pt x="1452" y="547"/>
                  </a:lnTo>
                  <a:cubicBezTo>
                    <a:pt x="1452" y="547"/>
                    <a:pt x="1459" y="540"/>
                    <a:pt x="1467" y="540"/>
                  </a:cubicBezTo>
                  <a:cubicBezTo>
                    <a:pt x="1525" y="482"/>
                    <a:pt x="1591" y="430"/>
                    <a:pt x="1656" y="387"/>
                  </a:cubicBezTo>
                  <a:cubicBezTo>
                    <a:pt x="1664" y="379"/>
                    <a:pt x="1664" y="379"/>
                    <a:pt x="1671" y="379"/>
                  </a:cubicBezTo>
                  <a:cubicBezTo>
                    <a:pt x="1707" y="350"/>
                    <a:pt x="1751" y="321"/>
                    <a:pt x="1795" y="299"/>
                  </a:cubicBezTo>
                  <a:cubicBezTo>
                    <a:pt x="1802" y="285"/>
                    <a:pt x="1817" y="285"/>
                    <a:pt x="1831" y="270"/>
                  </a:cubicBezTo>
                  <a:cubicBezTo>
                    <a:pt x="1912" y="226"/>
                    <a:pt x="1992" y="182"/>
                    <a:pt x="2080" y="146"/>
                  </a:cubicBezTo>
                  <a:lnTo>
                    <a:pt x="2087" y="146"/>
                  </a:lnTo>
                  <a:cubicBezTo>
                    <a:pt x="2182" y="109"/>
                    <a:pt x="2284" y="73"/>
                    <a:pt x="2386" y="51"/>
                  </a:cubicBezTo>
                  <a:cubicBezTo>
                    <a:pt x="2437" y="37"/>
                    <a:pt x="2488" y="29"/>
                    <a:pt x="2532" y="22"/>
                  </a:cubicBezTo>
                  <a:lnTo>
                    <a:pt x="2554" y="22"/>
                  </a:lnTo>
                  <a:lnTo>
                    <a:pt x="2678" y="0"/>
                  </a:ln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>
          <a:extLst>
            <a:ext uri="{FF2B5EF4-FFF2-40B4-BE49-F238E27FC236}">
              <a16:creationId xmlns:a16="http://schemas.microsoft.com/office/drawing/2014/main" id="{849F2AFA-5C5D-DF70-06E4-F7CAC8AD2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69">
            <a:extLst>
              <a:ext uri="{FF2B5EF4-FFF2-40B4-BE49-F238E27FC236}">
                <a16:creationId xmlns:a16="http://schemas.microsoft.com/office/drawing/2014/main" id="{14FDC925-7ABC-A06D-9F24-E969E0AAB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738" y="1530225"/>
            <a:ext cx="223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err="1"/>
              <a:t>Tone.js</a:t>
            </a:r>
            <a:endParaRPr dirty="0"/>
          </a:p>
        </p:txBody>
      </p:sp>
      <p:sp>
        <p:nvSpPr>
          <p:cNvPr id="1727" name="Google Shape;1727;p69">
            <a:extLst>
              <a:ext uri="{FF2B5EF4-FFF2-40B4-BE49-F238E27FC236}">
                <a16:creationId xmlns:a16="http://schemas.microsoft.com/office/drawing/2014/main" id="{B70229B2-6282-7C5D-6FE2-A195ADBB9F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25748" y="2057925"/>
            <a:ext cx="2235300" cy="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Polyphonic synthesis (3 synth engines)</a:t>
            </a:r>
            <a:endParaRPr sz="1200" dirty="0"/>
          </a:p>
        </p:txBody>
      </p:sp>
      <p:sp>
        <p:nvSpPr>
          <p:cNvPr id="1728" name="Google Shape;1728;p69">
            <a:extLst>
              <a:ext uri="{FF2B5EF4-FFF2-40B4-BE49-F238E27FC236}">
                <a16:creationId xmlns:a16="http://schemas.microsoft.com/office/drawing/2014/main" id="{4C1D3B05-D476-9BAC-6256-D4D4B61785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09450" y="1485225"/>
            <a:ext cx="223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Harmony generation</a:t>
            </a:r>
            <a:endParaRPr sz="2000" dirty="0"/>
          </a:p>
        </p:txBody>
      </p:sp>
      <p:sp>
        <p:nvSpPr>
          <p:cNvPr id="1729" name="Google Shape;1729;p69">
            <a:extLst>
              <a:ext uri="{FF2B5EF4-FFF2-40B4-BE49-F238E27FC236}">
                <a16:creationId xmlns:a16="http://schemas.microsoft.com/office/drawing/2014/main" id="{21533DD4-AAFE-FE2C-545F-C968D2409AA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509455" y="2057925"/>
            <a:ext cx="2387719" cy="717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Detects multiple instruments, adds complementary notes</a:t>
            </a:r>
            <a:endParaRPr sz="1200" dirty="0"/>
          </a:p>
        </p:txBody>
      </p:sp>
      <p:sp>
        <p:nvSpPr>
          <p:cNvPr id="1730" name="Google Shape;1730;p69">
            <a:extLst>
              <a:ext uri="{FF2B5EF4-FFF2-40B4-BE49-F238E27FC236}">
                <a16:creationId xmlns:a16="http://schemas.microsoft.com/office/drawing/2014/main" id="{E90473CD-85B7-EC67-B2F0-AAE3EEA86600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Technical Sophistication</a:t>
            </a:r>
            <a:endParaRPr dirty="0"/>
          </a:p>
        </p:txBody>
      </p:sp>
      <p:sp>
        <p:nvSpPr>
          <p:cNvPr id="1731" name="Google Shape;1731;p69">
            <a:extLst>
              <a:ext uri="{FF2B5EF4-FFF2-40B4-BE49-F238E27FC236}">
                <a16:creationId xmlns:a16="http://schemas.microsoft.com/office/drawing/2014/main" id="{D0C7FA38-5EF5-2F07-2050-42DE64C2D65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225738" y="2891747"/>
            <a:ext cx="223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Performance optimization</a:t>
            </a:r>
            <a:endParaRPr sz="2000" dirty="0"/>
          </a:p>
        </p:txBody>
      </p:sp>
      <p:sp>
        <p:nvSpPr>
          <p:cNvPr id="1732" name="Google Shape;1732;p69">
            <a:extLst>
              <a:ext uri="{FF2B5EF4-FFF2-40B4-BE49-F238E27FC236}">
                <a16:creationId xmlns:a16="http://schemas.microsoft.com/office/drawing/2014/main" id="{C1543F75-ED74-72CA-2FB0-4EC7145C046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225748" y="3491325"/>
            <a:ext cx="2235300" cy="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Efficient point storage &amp; rendering</a:t>
            </a:r>
            <a:endParaRPr sz="1200" dirty="0"/>
          </a:p>
        </p:txBody>
      </p:sp>
      <p:sp>
        <p:nvSpPr>
          <p:cNvPr id="1733" name="Google Shape;1733;p69">
            <a:extLst>
              <a:ext uri="{FF2B5EF4-FFF2-40B4-BE49-F238E27FC236}">
                <a16:creationId xmlns:a16="http://schemas.microsoft.com/office/drawing/2014/main" id="{89D3A95E-D255-CA80-471E-13DA739A9879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5593149" y="2956754"/>
            <a:ext cx="206790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Smart playback</a:t>
            </a:r>
            <a:endParaRPr sz="2000" dirty="0"/>
          </a:p>
        </p:txBody>
      </p:sp>
      <p:sp>
        <p:nvSpPr>
          <p:cNvPr id="1734" name="Google Shape;1734;p69">
            <a:extLst>
              <a:ext uri="{FF2B5EF4-FFF2-40B4-BE49-F238E27FC236}">
                <a16:creationId xmlns:a16="http://schemas.microsoft.com/office/drawing/2014/main" id="{0A0502C1-795D-5DD2-F294-90DC6ABBC15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509457" y="3491325"/>
            <a:ext cx="2235300" cy="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dirty="0"/>
              <a:t>Synchronized multi-stroke replay</a:t>
            </a:r>
            <a:endParaRPr sz="1200" dirty="0"/>
          </a:p>
        </p:txBody>
      </p:sp>
      <p:grpSp>
        <p:nvGrpSpPr>
          <p:cNvPr id="1735" name="Google Shape;1735;p69">
            <a:extLst>
              <a:ext uri="{FF2B5EF4-FFF2-40B4-BE49-F238E27FC236}">
                <a16:creationId xmlns:a16="http://schemas.microsoft.com/office/drawing/2014/main" id="{614D5708-A50E-1F46-FE93-8F68413C0E8B}"/>
              </a:ext>
            </a:extLst>
          </p:cNvPr>
          <p:cNvGrpSpPr/>
          <p:nvPr/>
        </p:nvGrpSpPr>
        <p:grpSpPr>
          <a:xfrm>
            <a:off x="7564123" y="3605282"/>
            <a:ext cx="1319908" cy="1272008"/>
            <a:chOff x="2965225" y="3819273"/>
            <a:chExt cx="987955" cy="952102"/>
          </a:xfrm>
        </p:grpSpPr>
        <p:sp>
          <p:nvSpPr>
            <p:cNvPr id="1736" name="Google Shape;1736;p69">
              <a:extLst>
                <a:ext uri="{FF2B5EF4-FFF2-40B4-BE49-F238E27FC236}">
                  <a16:creationId xmlns:a16="http://schemas.microsoft.com/office/drawing/2014/main" id="{02655159-AB55-89AD-3666-4F7B46B4BB35}"/>
                </a:ext>
              </a:extLst>
            </p:cNvPr>
            <p:cNvSpPr/>
            <p:nvPr/>
          </p:nvSpPr>
          <p:spPr>
            <a:xfrm>
              <a:off x="3334797" y="3819273"/>
              <a:ext cx="493525" cy="809543"/>
            </a:xfrm>
            <a:custGeom>
              <a:avLst/>
              <a:gdLst/>
              <a:ahLst/>
              <a:cxnLst/>
              <a:rect l="l" t="t" r="r" b="b"/>
              <a:pathLst>
                <a:path w="15111" h="24787" extrusionOk="0">
                  <a:moveTo>
                    <a:pt x="271" y="1"/>
                  </a:moveTo>
                  <a:cubicBezTo>
                    <a:pt x="241" y="1"/>
                    <a:pt x="212" y="8"/>
                    <a:pt x="190" y="15"/>
                  </a:cubicBezTo>
                  <a:cubicBezTo>
                    <a:pt x="66" y="59"/>
                    <a:pt x="1" y="198"/>
                    <a:pt x="44" y="322"/>
                  </a:cubicBezTo>
                  <a:cubicBezTo>
                    <a:pt x="95" y="504"/>
                    <a:pt x="139" y="679"/>
                    <a:pt x="183" y="862"/>
                  </a:cubicBezTo>
                  <a:cubicBezTo>
                    <a:pt x="592" y="2686"/>
                    <a:pt x="650" y="4561"/>
                    <a:pt x="657" y="6319"/>
                  </a:cubicBezTo>
                  <a:cubicBezTo>
                    <a:pt x="657" y="6888"/>
                    <a:pt x="657" y="7465"/>
                    <a:pt x="643" y="8034"/>
                  </a:cubicBezTo>
                  <a:cubicBezTo>
                    <a:pt x="628" y="9289"/>
                    <a:pt x="621" y="10587"/>
                    <a:pt x="686" y="11857"/>
                  </a:cubicBezTo>
                  <a:cubicBezTo>
                    <a:pt x="796" y="13936"/>
                    <a:pt x="1131" y="15680"/>
                    <a:pt x="1715" y="17198"/>
                  </a:cubicBezTo>
                  <a:cubicBezTo>
                    <a:pt x="1992" y="17913"/>
                    <a:pt x="2343" y="18606"/>
                    <a:pt x="2773" y="19248"/>
                  </a:cubicBezTo>
                  <a:cubicBezTo>
                    <a:pt x="3174" y="19853"/>
                    <a:pt x="3641" y="20415"/>
                    <a:pt x="4167" y="20919"/>
                  </a:cubicBezTo>
                  <a:cubicBezTo>
                    <a:pt x="5137" y="21874"/>
                    <a:pt x="6334" y="22670"/>
                    <a:pt x="7734" y="23297"/>
                  </a:cubicBezTo>
                  <a:cubicBezTo>
                    <a:pt x="9084" y="23881"/>
                    <a:pt x="10500" y="24289"/>
                    <a:pt x="11959" y="24508"/>
                  </a:cubicBezTo>
                  <a:cubicBezTo>
                    <a:pt x="12302" y="24559"/>
                    <a:pt x="12667" y="24603"/>
                    <a:pt x="13061" y="24647"/>
                  </a:cubicBezTo>
                  <a:cubicBezTo>
                    <a:pt x="13075" y="24669"/>
                    <a:pt x="13097" y="24691"/>
                    <a:pt x="13119" y="24713"/>
                  </a:cubicBezTo>
                  <a:cubicBezTo>
                    <a:pt x="13178" y="24758"/>
                    <a:pt x="13249" y="24787"/>
                    <a:pt x="13321" y="24787"/>
                  </a:cubicBezTo>
                  <a:cubicBezTo>
                    <a:pt x="13329" y="24787"/>
                    <a:pt x="13337" y="24786"/>
                    <a:pt x="13345" y="24786"/>
                  </a:cubicBezTo>
                  <a:cubicBezTo>
                    <a:pt x="13455" y="24786"/>
                    <a:pt x="13549" y="24734"/>
                    <a:pt x="13622" y="24662"/>
                  </a:cubicBezTo>
                  <a:cubicBezTo>
                    <a:pt x="13878" y="24384"/>
                    <a:pt x="14089" y="24071"/>
                    <a:pt x="14264" y="23735"/>
                  </a:cubicBezTo>
                  <a:cubicBezTo>
                    <a:pt x="14432" y="23414"/>
                    <a:pt x="14578" y="23078"/>
                    <a:pt x="14688" y="22728"/>
                  </a:cubicBezTo>
                  <a:cubicBezTo>
                    <a:pt x="14914" y="21977"/>
                    <a:pt x="15045" y="21203"/>
                    <a:pt x="15082" y="20423"/>
                  </a:cubicBezTo>
                  <a:cubicBezTo>
                    <a:pt x="15111" y="19635"/>
                    <a:pt x="15074" y="18839"/>
                    <a:pt x="14965" y="18051"/>
                  </a:cubicBezTo>
                  <a:cubicBezTo>
                    <a:pt x="14855" y="17307"/>
                    <a:pt x="14695" y="16577"/>
                    <a:pt x="14469" y="15855"/>
                  </a:cubicBezTo>
                  <a:cubicBezTo>
                    <a:pt x="13520" y="12849"/>
                    <a:pt x="11368" y="10507"/>
                    <a:pt x="9610" y="8807"/>
                  </a:cubicBezTo>
                  <a:cubicBezTo>
                    <a:pt x="8544" y="7778"/>
                    <a:pt x="7406" y="6801"/>
                    <a:pt x="6297" y="5852"/>
                  </a:cubicBezTo>
                  <a:lnTo>
                    <a:pt x="6268" y="5823"/>
                  </a:lnTo>
                  <a:lnTo>
                    <a:pt x="6151" y="5721"/>
                  </a:lnTo>
                  <a:cubicBezTo>
                    <a:pt x="5086" y="4809"/>
                    <a:pt x="3984" y="3868"/>
                    <a:pt x="2963" y="2876"/>
                  </a:cubicBezTo>
                  <a:cubicBezTo>
                    <a:pt x="2583" y="2511"/>
                    <a:pt x="2255" y="2175"/>
                    <a:pt x="1949" y="1854"/>
                  </a:cubicBezTo>
                  <a:cubicBezTo>
                    <a:pt x="1693" y="1584"/>
                    <a:pt x="1438" y="1300"/>
                    <a:pt x="1190" y="1008"/>
                  </a:cubicBezTo>
                  <a:cubicBezTo>
                    <a:pt x="1066" y="855"/>
                    <a:pt x="942" y="709"/>
                    <a:pt x="818" y="555"/>
                  </a:cubicBezTo>
                  <a:lnTo>
                    <a:pt x="672" y="358"/>
                  </a:lnTo>
                  <a:cubicBezTo>
                    <a:pt x="606" y="271"/>
                    <a:pt x="541" y="183"/>
                    <a:pt x="468" y="103"/>
                  </a:cubicBezTo>
                  <a:cubicBezTo>
                    <a:pt x="416" y="37"/>
                    <a:pt x="351" y="1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69">
              <a:extLst>
                <a:ext uri="{FF2B5EF4-FFF2-40B4-BE49-F238E27FC236}">
                  <a16:creationId xmlns:a16="http://schemas.microsoft.com/office/drawing/2014/main" id="{C5DE8B7A-72A3-AF7B-E1A5-C4ECFEFDA13A}"/>
                </a:ext>
              </a:extLst>
            </p:cNvPr>
            <p:cNvSpPr/>
            <p:nvPr/>
          </p:nvSpPr>
          <p:spPr>
            <a:xfrm>
              <a:off x="3393943" y="3932470"/>
              <a:ext cx="559237" cy="838905"/>
            </a:xfrm>
            <a:custGeom>
              <a:avLst/>
              <a:gdLst/>
              <a:ahLst/>
              <a:cxnLst/>
              <a:rect l="l" t="t" r="r" b="b"/>
              <a:pathLst>
                <a:path w="17123" h="25686" extrusionOk="0">
                  <a:moveTo>
                    <a:pt x="151" y="0"/>
                  </a:moveTo>
                  <a:cubicBezTo>
                    <a:pt x="61" y="0"/>
                    <a:pt x="1" y="105"/>
                    <a:pt x="50" y="183"/>
                  </a:cubicBezTo>
                  <a:lnTo>
                    <a:pt x="50" y="176"/>
                  </a:lnTo>
                  <a:cubicBezTo>
                    <a:pt x="583" y="1066"/>
                    <a:pt x="1079" y="1985"/>
                    <a:pt x="1524" y="2926"/>
                  </a:cubicBezTo>
                  <a:cubicBezTo>
                    <a:pt x="1969" y="3853"/>
                    <a:pt x="2378" y="4801"/>
                    <a:pt x="2772" y="5750"/>
                  </a:cubicBezTo>
                  <a:cubicBezTo>
                    <a:pt x="3107" y="6582"/>
                    <a:pt x="3435" y="7413"/>
                    <a:pt x="3756" y="8252"/>
                  </a:cubicBezTo>
                  <a:cubicBezTo>
                    <a:pt x="3910" y="8661"/>
                    <a:pt x="4070" y="9062"/>
                    <a:pt x="4231" y="9471"/>
                  </a:cubicBezTo>
                  <a:cubicBezTo>
                    <a:pt x="4406" y="9909"/>
                    <a:pt x="4581" y="10346"/>
                    <a:pt x="4763" y="10777"/>
                  </a:cubicBezTo>
                  <a:lnTo>
                    <a:pt x="4720" y="10682"/>
                  </a:lnTo>
                  <a:lnTo>
                    <a:pt x="4720" y="10682"/>
                  </a:lnTo>
                  <a:cubicBezTo>
                    <a:pt x="5135" y="11703"/>
                    <a:pt x="5573" y="12718"/>
                    <a:pt x="6055" y="13717"/>
                  </a:cubicBezTo>
                  <a:cubicBezTo>
                    <a:pt x="6493" y="14629"/>
                    <a:pt x="6989" y="15526"/>
                    <a:pt x="7514" y="16395"/>
                  </a:cubicBezTo>
                  <a:cubicBezTo>
                    <a:pt x="8025" y="17248"/>
                    <a:pt x="8572" y="18066"/>
                    <a:pt x="9163" y="18868"/>
                  </a:cubicBezTo>
                  <a:cubicBezTo>
                    <a:pt x="9761" y="19700"/>
                    <a:pt x="10410" y="20495"/>
                    <a:pt x="11096" y="21261"/>
                  </a:cubicBezTo>
                  <a:cubicBezTo>
                    <a:pt x="11833" y="22064"/>
                    <a:pt x="12621" y="22823"/>
                    <a:pt x="13453" y="23530"/>
                  </a:cubicBezTo>
                  <a:cubicBezTo>
                    <a:pt x="13905" y="23924"/>
                    <a:pt x="14365" y="24296"/>
                    <a:pt x="14846" y="24661"/>
                  </a:cubicBezTo>
                  <a:cubicBezTo>
                    <a:pt x="15292" y="25004"/>
                    <a:pt x="15758" y="25325"/>
                    <a:pt x="16240" y="25610"/>
                  </a:cubicBezTo>
                  <a:cubicBezTo>
                    <a:pt x="16331" y="25661"/>
                    <a:pt x="16431" y="25686"/>
                    <a:pt x="16531" y="25686"/>
                  </a:cubicBezTo>
                  <a:cubicBezTo>
                    <a:pt x="16686" y="25686"/>
                    <a:pt x="16840" y="25626"/>
                    <a:pt x="16955" y="25515"/>
                  </a:cubicBezTo>
                  <a:cubicBezTo>
                    <a:pt x="17064" y="25405"/>
                    <a:pt x="17123" y="25252"/>
                    <a:pt x="17123" y="25099"/>
                  </a:cubicBezTo>
                  <a:cubicBezTo>
                    <a:pt x="17123" y="24946"/>
                    <a:pt x="17064" y="24785"/>
                    <a:pt x="16948" y="24676"/>
                  </a:cubicBezTo>
                  <a:cubicBezTo>
                    <a:pt x="16627" y="24406"/>
                    <a:pt x="16298" y="24136"/>
                    <a:pt x="15970" y="23873"/>
                  </a:cubicBezTo>
                  <a:cubicBezTo>
                    <a:pt x="15627" y="23596"/>
                    <a:pt x="15292" y="23311"/>
                    <a:pt x="14956" y="23027"/>
                  </a:cubicBezTo>
                  <a:cubicBezTo>
                    <a:pt x="14307" y="22465"/>
                    <a:pt x="13679" y="21889"/>
                    <a:pt x="13074" y="21283"/>
                  </a:cubicBezTo>
                  <a:cubicBezTo>
                    <a:pt x="11870" y="20094"/>
                    <a:pt x="10739" y="18824"/>
                    <a:pt x="9703" y="17489"/>
                  </a:cubicBezTo>
                  <a:cubicBezTo>
                    <a:pt x="9119" y="16723"/>
                    <a:pt x="8565" y="15935"/>
                    <a:pt x="8047" y="15118"/>
                  </a:cubicBezTo>
                  <a:cubicBezTo>
                    <a:pt x="7492" y="14242"/>
                    <a:pt x="6974" y="13338"/>
                    <a:pt x="6485" y="12418"/>
                  </a:cubicBezTo>
                  <a:cubicBezTo>
                    <a:pt x="5974" y="11463"/>
                    <a:pt x="5493" y="10485"/>
                    <a:pt x="5026" y="9500"/>
                  </a:cubicBezTo>
                  <a:cubicBezTo>
                    <a:pt x="4793" y="9011"/>
                    <a:pt x="4566" y="8508"/>
                    <a:pt x="4333" y="8019"/>
                  </a:cubicBezTo>
                  <a:cubicBezTo>
                    <a:pt x="4092" y="7523"/>
                    <a:pt x="3866" y="7027"/>
                    <a:pt x="3632" y="6530"/>
                  </a:cubicBezTo>
                  <a:cubicBezTo>
                    <a:pt x="3114" y="5429"/>
                    <a:pt x="2596" y="4320"/>
                    <a:pt x="2042" y="3233"/>
                  </a:cubicBezTo>
                  <a:cubicBezTo>
                    <a:pt x="1495" y="2146"/>
                    <a:pt x="896" y="1095"/>
                    <a:pt x="262" y="59"/>
                  </a:cubicBezTo>
                  <a:cubicBezTo>
                    <a:pt x="240" y="22"/>
                    <a:pt x="203" y="1"/>
                    <a:pt x="160" y="1"/>
                  </a:cubicBezTo>
                  <a:cubicBezTo>
                    <a:pt x="157" y="0"/>
                    <a:pt x="154" y="0"/>
                    <a:pt x="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69">
              <a:extLst>
                <a:ext uri="{FF2B5EF4-FFF2-40B4-BE49-F238E27FC236}">
                  <a16:creationId xmlns:a16="http://schemas.microsoft.com/office/drawing/2014/main" id="{1FA82761-ACCD-AEC5-7614-5193EC90B2DA}"/>
                </a:ext>
              </a:extLst>
            </p:cNvPr>
            <p:cNvSpPr/>
            <p:nvPr/>
          </p:nvSpPr>
          <p:spPr>
            <a:xfrm>
              <a:off x="2965225" y="4420955"/>
              <a:ext cx="590525" cy="304326"/>
            </a:xfrm>
            <a:custGeom>
              <a:avLst/>
              <a:gdLst/>
              <a:ahLst/>
              <a:cxnLst/>
              <a:rect l="l" t="t" r="r" b="b"/>
              <a:pathLst>
                <a:path w="18081" h="9318" extrusionOk="0">
                  <a:moveTo>
                    <a:pt x="256" y="0"/>
                  </a:moveTo>
                  <a:cubicBezTo>
                    <a:pt x="190" y="0"/>
                    <a:pt x="117" y="30"/>
                    <a:pt x="73" y="81"/>
                  </a:cubicBezTo>
                  <a:cubicBezTo>
                    <a:pt x="8" y="168"/>
                    <a:pt x="0" y="292"/>
                    <a:pt x="66" y="380"/>
                  </a:cubicBezTo>
                  <a:lnTo>
                    <a:pt x="110" y="431"/>
                  </a:lnTo>
                  <a:cubicBezTo>
                    <a:pt x="548" y="1022"/>
                    <a:pt x="1007" y="1635"/>
                    <a:pt x="1474" y="2218"/>
                  </a:cubicBezTo>
                  <a:cubicBezTo>
                    <a:pt x="1978" y="2831"/>
                    <a:pt x="2503" y="3430"/>
                    <a:pt x="3043" y="3999"/>
                  </a:cubicBezTo>
                  <a:cubicBezTo>
                    <a:pt x="4115" y="5137"/>
                    <a:pt x="5305" y="6158"/>
                    <a:pt x="6589" y="7034"/>
                  </a:cubicBezTo>
                  <a:cubicBezTo>
                    <a:pt x="7224" y="7464"/>
                    <a:pt x="7887" y="7844"/>
                    <a:pt x="8573" y="8172"/>
                  </a:cubicBezTo>
                  <a:cubicBezTo>
                    <a:pt x="9252" y="8493"/>
                    <a:pt x="9960" y="8756"/>
                    <a:pt x="10682" y="8953"/>
                  </a:cubicBezTo>
                  <a:cubicBezTo>
                    <a:pt x="11579" y="9193"/>
                    <a:pt x="12506" y="9317"/>
                    <a:pt x="13432" y="9317"/>
                  </a:cubicBezTo>
                  <a:cubicBezTo>
                    <a:pt x="14038" y="9310"/>
                    <a:pt x="14636" y="9259"/>
                    <a:pt x="15235" y="9157"/>
                  </a:cubicBezTo>
                  <a:cubicBezTo>
                    <a:pt x="16154" y="8996"/>
                    <a:pt x="17059" y="8726"/>
                    <a:pt x="17920" y="8354"/>
                  </a:cubicBezTo>
                  <a:cubicBezTo>
                    <a:pt x="18022" y="8311"/>
                    <a:pt x="18080" y="8194"/>
                    <a:pt x="18044" y="8084"/>
                  </a:cubicBezTo>
                  <a:cubicBezTo>
                    <a:pt x="18051" y="8033"/>
                    <a:pt x="18051" y="7982"/>
                    <a:pt x="18029" y="7931"/>
                  </a:cubicBezTo>
                  <a:cubicBezTo>
                    <a:pt x="17832" y="7552"/>
                    <a:pt x="17606" y="7172"/>
                    <a:pt x="17365" y="6815"/>
                  </a:cubicBezTo>
                  <a:cubicBezTo>
                    <a:pt x="17110" y="6443"/>
                    <a:pt x="16869" y="6107"/>
                    <a:pt x="16621" y="5801"/>
                  </a:cubicBezTo>
                  <a:cubicBezTo>
                    <a:pt x="16088" y="5137"/>
                    <a:pt x="15505" y="4509"/>
                    <a:pt x="14870" y="3933"/>
                  </a:cubicBezTo>
                  <a:cubicBezTo>
                    <a:pt x="14250" y="3378"/>
                    <a:pt x="13578" y="2875"/>
                    <a:pt x="12863" y="2445"/>
                  </a:cubicBezTo>
                  <a:cubicBezTo>
                    <a:pt x="12469" y="2196"/>
                    <a:pt x="12097" y="1985"/>
                    <a:pt x="11725" y="1803"/>
                  </a:cubicBezTo>
                  <a:cubicBezTo>
                    <a:pt x="11302" y="1591"/>
                    <a:pt x="10857" y="1409"/>
                    <a:pt x="10397" y="1270"/>
                  </a:cubicBezTo>
                  <a:cubicBezTo>
                    <a:pt x="9879" y="1102"/>
                    <a:pt x="9347" y="985"/>
                    <a:pt x="8814" y="905"/>
                  </a:cubicBezTo>
                  <a:cubicBezTo>
                    <a:pt x="8289" y="825"/>
                    <a:pt x="7763" y="781"/>
                    <a:pt x="7238" y="759"/>
                  </a:cubicBezTo>
                  <a:cubicBezTo>
                    <a:pt x="6654" y="730"/>
                    <a:pt x="6071" y="723"/>
                    <a:pt x="5502" y="715"/>
                  </a:cubicBezTo>
                  <a:cubicBezTo>
                    <a:pt x="5042" y="708"/>
                    <a:pt x="4597" y="701"/>
                    <a:pt x="4145" y="686"/>
                  </a:cubicBezTo>
                  <a:lnTo>
                    <a:pt x="4086" y="686"/>
                  </a:lnTo>
                  <a:cubicBezTo>
                    <a:pt x="2839" y="628"/>
                    <a:pt x="1890" y="497"/>
                    <a:pt x="1022" y="241"/>
                  </a:cubicBezTo>
                  <a:cubicBezTo>
                    <a:pt x="839" y="190"/>
                    <a:pt x="686" y="132"/>
                    <a:pt x="526" y="73"/>
                  </a:cubicBezTo>
                  <a:lnTo>
                    <a:pt x="365" y="15"/>
                  </a:lnTo>
                  <a:cubicBezTo>
                    <a:pt x="329" y="8"/>
                    <a:pt x="292" y="0"/>
                    <a:pt x="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69">
              <a:extLst>
                <a:ext uri="{FF2B5EF4-FFF2-40B4-BE49-F238E27FC236}">
                  <a16:creationId xmlns:a16="http://schemas.microsoft.com/office/drawing/2014/main" id="{F5C379BC-151A-E2C0-7E95-8163A5A43243}"/>
                </a:ext>
              </a:extLst>
            </p:cNvPr>
            <p:cNvSpPr/>
            <p:nvPr/>
          </p:nvSpPr>
          <p:spPr>
            <a:xfrm>
              <a:off x="3038382" y="4469323"/>
              <a:ext cx="642030" cy="291001"/>
            </a:xfrm>
            <a:custGeom>
              <a:avLst/>
              <a:gdLst/>
              <a:ahLst/>
              <a:cxnLst/>
              <a:rect l="l" t="t" r="r" b="b"/>
              <a:pathLst>
                <a:path w="19658" h="8910" extrusionOk="0">
                  <a:moveTo>
                    <a:pt x="146" y="0"/>
                  </a:moveTo>
                  <a:cubicBezTo>
                    <a:pt x="88" y="0"/>
                    <a:pt x="37" y="44"/>
                    <a:pt x="15" y="103"/>
                  </a:cubicBezTo>
                  <a:cubicBezTo>
                    <a:pt x="0" y="176"/>
                    <a:pt x="44" y="249"/>
                    <a:pt x="117" y="270"/>
                  </a:cubicBezTo>
                  <a:cubicBezTo>
                    <a:pt x="1051" y="621"/>
                    <a:pt x="1985" y="978"/>
                    <a:pt x="2919" y="1343"/>
                  </a:cubicBezTo>
                  <a:cubicBezTo>
                    <a:pt x="3889" y="1715"/>
                    <a:pt x="4859" y="2094"/>
                    <a:pt x="5823" y="2488"/>
                  </a:cubicBezTo>
                  <a:lnTo>
                    <a:pt x="5808" y="2488"/>
                  </a:lnTo>
                  <a:cubicBezTo>
                    <a:pt x="6195" y="2649"/>
                    <a:pt x="6589" y="2802"/>
                    <a:pt x="6975" y="2963"/>
                  </a:cubicBezTo>
                  <a:cubicBezTo>
                    <a:pt x="7471" y="3167"/>
                    <a:pt x="7968" y="3379"/>
                    <a:pt x="8456" y="3605"/>
                  </a:cubicBezTo>
                  <a:cubicBezTo>
                    <a:pt x="8945" y="3824"/>
                    <a:pt x="9449" y="4035"/>
                    <a:pt x="9952" y="4254"/>
                  </a:cubicBezTo>
                  <a:cubicBezTo>
                    <a:pt x="10937" y="4699"/>
                    <a:pt x="11922" y="5151"/>
                    <a:pt x="12892" y="5633"/>
                  </a:cubicBezTo>
                  <a:cubicBezTo>
                    <a:pt x="13863" y="6115"/>
                    <a:pt x="14811" y="6611"/>
                    <a:pt x="15752" y="7129"/>
                  </a:cubicBezTo>
                  <a:cubicBezTo>
                    <a:pt x="16227" y="7384"/>
                    <a:pt x="16686" y="7647"/>
                    <a:pt x="17146" y="7917"/>
                  </a:cubicBezTo>
                  <a:cubicBezTo>
                    <a:pt x="17606" y="8194"/>
                    <a:pt x="18058" y="8471"/>
                    <a:pt x="18510" y="8741"/>
                  </a:cubicBezTo>
                  <a:cubicBezTo>
                    <a:pt x="18561" y="8770"/>
                    <a:pt x="18620" y="8800"/>
                    <a:pt x="18678" y="8829"/>
                  </a:cubicBezTo>
                  <a:cubicBezTo>
                    <a:pt x="18776" y="8885"/>
                    <a:pt x="18878" y="8910"/>
                    <a:pt x="18976" y="8910"/>
                  </a:cubicBezTo>
                  <a:cubicBezTo>
                    <a:pt x="19340" y="8910"/>
                    <a:pt x="19657" y="8565"/>
                    <a:pt x="19554" y="8157"/>
                  </a:cubicBezTo>
                  <a:cubicBezTo>
                    <a:pt x="19532" y="8106"/>
                    <a:pt x="19517" y="8063"/>
                    <a:pt x="19495" y="8012"/>
                  </a:cubicBezTo>
                  <a:cubicBezTo>
                    <a:pt x="19444" y="7917"/>
                    <a:pt x="19364" y="7836"/>
                    <a:pt x="19269" y="7785"/>
                  </a:cubicBezTo>
                  <a:cubicBezTo>
                    <a:pt x="18846" y="7479"/>
                    <a:pt x="18386" y="7209"/>
                    <a:pt x="17927" y="6939"/>
                  </a:cubicBezTo>
                  <a:cubicBezTo>
                    <a:pt x="17467" y="6669"/>
                    <a:pt x="17000" y="6414"/>
                    <a:pt x="16526" y="6166"/>
                  </a:cubicBezTo>
                  <a:cubicBezTo>
                    <a:pt x="16052" y="5918"/>
                    <a:pt x="15570" y="5677"/>
                    <a:pt x="15081" y="5443"/>
                  </a:cubicBezTo>
                  <a:cubicBezTo>
                    <a:pt x="14600" y="5217"/>
                    <a:pt x="14096" y="5006"/>
                    <a:pt x="13593" y="4787"/>
                  </a:cubicBezTo>
                  <a:cubicBezTo>
                    <a:pt x="13075" y="4568"/>
                    <a:pt x="12557" y="4356"/>
                    <a:pt x="12032" y="4152"/>
                  </a:cubicBezTo>
                  <a:cubicBezTo>
                    <a:pt x="11528" y="3948"/>
                    <a:pt x="11025" y="3751"/>
                    <a:pt x="10514" y="3568"/>
                  </a:cubicBezTo>
                  <a:cubicBezTo>
                    <a:pt x="10003" y="3386"/>
                    <a:pt x="9492" y="3196"/>
                    <a:pt x="8982" y="3014"/>
                  </a:cubicBezTo>
                  <a:cubicBezTo>
                    <a:pt x="8734" y="2933"/>
                    <a:pt x="8478" y="2853"/>
                    <a:pt x="8238" y="2773"/>
                  </a:cubicBezTo>
                  <a:lnTo>
                    <a:pt x="7428" y="2503"/>
                  </a:lnTo>
                  <a:lnTo>
                    <a:pt x="5647" y="1905"/>
                  </a:lnTo>
                  <a:cubicBezTo>
                    <a:pt x="5027" y="1700"/>
                    <a:pt x="4414" y="1496"/>
                    <a:pt x="3802" y="1292"/>
                  </a:cubicBezTo>
                  <a:cubicBezTo>
                    <a:pt x="3189" y="1088"/>
                    <a:pt x="2583" y="869"/>
                    <a:pt x="1978" y="657"/>
                  </a:cubicBezTo>
                  <a:cubicBezTo>
                    <a:pt x="1372" y="446"/>
                    <a:pt x="781" y="234"/>
                    <a:pt x="183" y="8"/>
                  </a:cubicBezTo>
                  <a:cubicBezTo>
                    <a:pt x="175" y="0"/>
                    <a:pt x="161" y="0"/>
                    <a:pt x="1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69">
              <a:extLst>
                <a:ext uri="{FF2B5EF4-FFF2-40B4-BE49-F238E27FC236}">
                  <a16:creationId xmlns:a16="http://schemas.microsoft.com/office/drawing/2014/main" id="{9A880F1B-93FC-43D2-9B92-7983E034464A}"/>
                </a:ext>
              </a:extLst>
            </p:cNvPr>
            <p:cNvSpPr/>
            <p:nvPr/>
          </p:nvSpPr>
          <p:spPr>
            <a:xfrm>
              <a:off x="3393943" y="3932470"/>
              <a:ext cx="559237" cy="838905"/>
            </a:xfrm>
            <a:custGeom>
              <a:avLst/>
              <a:gdLst/>
              <a:ahLst/>
              <a:cxnLst/>
              <a:rect l="l" t="t" r="r" b="b"/>
              <a:pathLst>
                <a:path w="17123" h="25686" extrusionOk="0">
                  <a:moveTo>
                    <a:pt x="151" y="0"/>
                  </a:moveTo>
                  <a:cubicBezTo>
                    <a:pt x="61" y="0"/>
                    <a:pt x="1" y="105"/>
                    <a:pt x="50" y="183"/>
                  </a:cubicBezTo>
                  <a:lnTo>
                    <a:pt x="50" y="176"/>
                  </a:lnTo>
                  <a:cubicBezTo>
                    <a:pt x="583" y="1066"/>
                    <a:pt x="1079" y="1985"/>
                    <a:pt x="1524" y="2926"/>
                  </a:cubicBezTo>
                  <a:cubicBezTo>
                    <a:pt x="1969" y="3853"/>
                    <a:pt x="2378" y="4801"/>
                    <a:pt x="2772" y="5750"/>
                  </a:cubicBezTo>
                  <a:cubicBezTo>
                    <a:pt x="3107" y="6582"/>
                    <a:pt x="3435" y="7413"/>
                    <a:pt x="3756" y="8252"/>
                  </a:cubicBezTo>
                  <a:cubicBezTo>
                    <a:pt x="3910" y="8661"/>
                    <a:pt x="4070" y="9062"/>
                    <a:pt x="4231" y="9471"/>
                  </a:cubicBezTo>
                  <a:cubicBezTo>
                    <a:pt x="4406" y="9909"/>
                    <a:pt x="4581" y="10346"/>
                    <a:pt x="4763" y="10777"/>
                  </a:cubicBezTo>
                  <a:lnTo>
                    <a:pt x="4720" y="10682"/>
                  </a:lnTo>
                  <a:lnTo>
                    <a:pt x="4720" y="10682"/>
                  </a:lnTo>
                  <a:cubicBezTo>
                    <a:pt x="5135" y="11703"/>
                    <a:pt x="5573" y="12718"/>
                    <a:pt x="6055" y="13717"/>
                  </a:cubicBezTo>
                  <a:cubicBezTo>
                    <a:pt x="6493" y="14629"/>
                    <a:pt x="6989" y="15526"/>
                    <a:pt x="7514" y="16395"/>
                  </a:cubicBezTo>
                  <a:cubicBezTo>
                    <a:pt x="8025" y="17248"/>
                    <a:pt x="8572" y="18066"/>
                    <a:pt x="9163" y="18868"/>
                  </a:cubicBezTo>
                  <a:cubicBezTo>
                    <a:pt x="9761" y="19700"/>
                    <a:pt x="10410" y="20495"/>
                    <a:pt x="11096" y="21261"/>
                  </a:cubicBezTo>
                  <a:cubicBezTo>
                    <a:pt x="11833" y="22064"/>
                    <a:pt x="12621" y="22823"/>
                    <a:pt x="13453" y="23530"/>
                  </a:cubicBezTo>
                  <a:cubicBezTo>
                    <a:pt x="13905" y="23924"/>
                    <a:pt x="14365" y="24296"/>
                    <a:pt x="14846" y="24661"/>
                  </a:cubicBezTo>
                  <a:cubicBezTo>
                    <a:pt x="15292" y="25004"/>
                    <a:pt x="15758" y="25325"/>
                    <a:pt x="16240" y="25610"/>
                  </a:cubicBezTo>
                  <a:cubicBezTo>
                    <a:pt x="16331" y="25661"/>
                    <a:pt x="16431" y="25686"/>
                    <a:pt x="16531" y="25686"/>
                  </a:cubicBezTo>
                  <a:cubicBezTo>
                    <a:pt x="16686" y="25686"/>
                    <a:pt x="16840" y="25626"/>
                    <a:pt x="16955" y="25515"/>
                  </a:cubicBezTo>
                  <a:cubicBezTo>
                    <a:pt x="17064" y="25405"/>
                    <a:pt x="17123" y="25252"/>
                    <a:pt x="17123" y="25099"/>
                  </a:cubicBezTo>
                  <a:cubicBezTo>
                    <a:pt x="17123" y="24946"/>
                    <a:pt x="17064" y="24785"/>
                    <a:pt x="16948" y="24676"/>
                  </a:cubicBezTo>
                  <a:cubicBezTo>
                    <a:pt x="16627" y="24406"/>
                    <a:pt x="16298" y="24136"/>
                    <a:pt x="15970" y="23873"/>
                  </a:cubicBezTo>
                  <a:cubicBezTo>
                    <a:pt x="15627" y="23596"/>
                    <a:pt x="15292" y="23311"/>
                    <a:pt x="14956" y="23027"/>
                  </a:cubicBezTo>
                  <a:cubicBezTo>
                    <a:pt x="14307" y="22465"/>
                    <a:pt x="13679" y="21889"/>
                    <a:pt x="13074" y="21283"/>
                  </a:cubicBezTo>
                  <a:cubicBezTo>
                    <a:pt x="11870" y="20094"/>
                    <a:pt x="10739" y="18824"/>
                    <a:pt x="9703" y="17489"/>
                  </a:cubicBezTo>
                  <a:cubicBezTo>
                    <a:pt x="9119" y="16723"/>
                    <a:pt x="8565" y="15935"/>
                    <a:pt x="8047" y="15118"/>
                  </a:cubicBezTo>
                  <a:cubicBezTo>
                    <a:pt x="7492" y="14242"/>
                    <a:pt x="6974" y="13338"/>
                    <a:pt x="6485" y="12418"/>
                  </a:cubicBezTo>
                  <a:cubicBezTo>
                    <a:pt x="5974" y="11463"/>
                    <a:pt x="5493" y="10485"/>
                    <a:pt x="5026" y="9500"/>
                  </a:cubicBezTo>
                  <a:cubicBezTo>
                    <a:pt x="4793" y="9011"/>
                    <a:pt x="4566" y="8508"/>
                    <a:pt x="4333" y="8019"/>
                  </a:cubicBezTo>
                  <a:cubicBezTo>
                    <a:pt x="4092" y="7523"/>
                    <a:pt x="3866" y="7027"/>
                    <a:pt x="3632" y="6530"/>
                  </a:cubicBezTo>
                  <a:cubicBezTo>
                    <a:pt x="3114" y="5429"/>
                    <a:pt x="2596" y="4320"/>
                    <a:pt x="2042" y="3233"/>
                  </a:cubicBezTo>
                  <a:cubicBezTo>
                    <a:pt x="1495" y="2146"/>
                    <a:pt x="896" y="1095"/>
                    <a:pt x="262" y="59"/>
                  </a:cubicBezTo>
                  <a:cubicBezTo>
                    <a:pt x="240" y="22"/>
                    <a:pt x="203" y="1"/>
                    <a:pt x="160" y="1"/>
                  </a:cubicBezTo>
                  <a:cubicBezTo>
                    <a:pt x="157" y="0"/>
                    <a:pt x="154" y="0"/>
                    <a:pt x="151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69">
              <a:extLst>
                <a:ext uri="{FF2B5EF4-FFF2-40B4-BE49-F238E27FC236}">
                  <a16:creationId xmlns:a16="http://schemas.microsoft.com/office/drawing/2014/main" id="{9F346D06-3335-8B69-F55A-B290395B212F}"/>
                </a:ext>
              </a:extLst>
            </p:cNvPr>
            <p:cNvSpPr/>
            <p:nvPr/>
          </p:nvSpPr>
          <p:spPr>
            <a:xfrm>
              <a:off x="3038382" y="4469323"/>
              <a:ext cx="642030" cy="291001"/>
            </a:xfrm>
            <a:custGeom>
              <a:avLst/>
              <a:gdLst/>
              <a:ahLst/>
              <a:cxnLst/>
              <a:rect l="l" t="t" r="r" b="b"/>
              <a:pathLst>
                <a:path w="19658" h="8910" extrusionOk="0">
                  <a:moveTo>
                    <a:pt x="146" y="0"/>
                  </a:moveTo>
                  <a:cubicBezTo>
                    <a:pt x="88" y="0"/>
                    <a:pt x="37" y="44"/>
                    <a:pt x="15" y="103"/>
                  </a:cubicBezTo>
                  <a:cubicBezTo>
                    <a:pt x="0" y="176"/>
                    <a:pt x="44" y="249"/>
                    <a:pt x="117" y="270"/>
                  </a:cubicBezTo>
                  <a:cubicBezTo>
                    <a:pt x="1051" y="621"/>
                    <a:pt x="1985" y="978"/>
                    <a:pt x="2919" y="1343"/>
                  </a:cubicBezTo>
                  <a:cubicBezTo>
                    <a:pt x="3889" y="1715"/>
                    <a:pt x="4859" y="2094"/>
                    <a:pt x="5823" y="2488"/>
                  </a:cubicBezTo>
                  <a:lnTo>
                    <a:pt x="5808" y="2488"/>
                  </a:lnTo>
                  <a:cubicBezTo>
                    <a:pt x="6195" y="2649"/>
                    <a:pt x="6589" y="2802"/>
                    <a:pt x="6975" y="2963"/>
                  </a:cubicBezTo>
                  <a:cubicBezTo>
                    <a:pt x="7471" y="3167"/>
                    <a:pt x="7968" y="3379"/>
                    <a:pt x="8456" y="3605"/>
                  </a:cubicBezTo>
                  <a:cubicBezTo>
                    <a:pt x="8945" y="3824"/>
                    <a:pt x="9449" y="4035"/>
                    <a:pt x="9952" y="4254"/>
                  </a:cubicBezTo>
                  <a:cubicBezTo>
                    <a:pt x="10937" y="4699"/>
                    <a:pt x="11922" y="5151"/>
                    <a:pt x="12892" y="5633"/>
                  </a:cubicBezTo>
                  <a:cubicBezTo>
                    <a:pt x="13863" y="6115"/>
                    <a:pt x="14811" y="6611"/>
                    <a:pt x="15752" y="7129"/>
                  </a:cubicBezTo>
                  <a:cubicBezTo>
                    <a:pt x="16227" y="7384"/>
                    <a:pt x="16686" y="7647"/>
                    <a:pt x="17146" y="7917"/>
                  </a:cubicBezTo>
                  <a:cubicBezTo>
                    <a:pt x="17606" y="8194"/>
                    <a:pt x="18058" y="8471"/>
                    <a:pt x="18510" y="8741"/>
                  </a:cubicBezTo>
                  <a:cubicBezTo>
                    <a:pt x="18561" y="8770"/>
                    <a:pt x="18620" y="8800"/>
                    <a:pt x="18678" y="8829"/>
                  </a:cubicBezTo>
                  <a:cubicBezTo>
                    <a:pt x="18776" y="8885"/>
                    <a:pt x="18878" y="8910"/>
                    <a:pt x="18976" y="8910"/>
                  </a:cubicBezTo>
                  <a:cubicBezTo>
                    <a:pt x="19340" y="8910"/>
                    <a:pt x="19657" y="8565"/>
                    <a:pt x="19554" y="8157"/>
                  </a:cubicBezTo>
                  <a:cubicBezTo>
                    <a:pt x="19532" y="8106"/>
                    <a:pt x="19517" y="8063"/>
                    <a:pt x="19495" y="8012"/>
                  </a:cubicBezTo>
                  <a:cubicBezTo>
                    <a:pt x="19444" y="7917"/>
                    <a:pt x="19364" y="7836"/>
                    <a:pt x="19269" y="7785"/>
                  </a:cubicBezTo>
                  <a:cubicBezTo>
                    <a:pt x="18846" y="7479"/>
                    <a:pt x="18386" y="7209"/>
                    <a:pt x="17927" y="6939"/>
                  </a:cubicBezTo>
                  <a:cubicBezTo>
                    <a:pt x="17467" y="6669"/>
                    <a:pt x="17000" y="6414"/>
                    <a:pt x="16526" y="6166"/>
                  </a:cubicBezTo>
                  <a:cubicBezTo>
                    <a:pt x="16052" y="5918"/>
                    <a:pt x="15570" y="5677"/>
                    <a:pt x="15081" y="5443"/>
                  </a:cubicBezTo>
                  <a:cubicBezTo>
                    <a:pt x="14600" y="5217"/>
                    <a:pt x="14096" y="5006"/>
                    <a:pt x="13593" y="4787"/>
                  </a:cubicBezTo>
                  <a:cubicBezTo>
                    <a:pt x="13075" y="4568"/>
                    <a:pt x="12557" y="4356"/>
                    <a:pt x="12032" y="4152"/>
                  </a:cubicBezTo>
                  <a:cubicBezTo>
                    <a:pt x="11528" y="3948"/>
                    <a:pt x="11025" y="3751"/>
                    <a:pt x="10514" y="3568"/>
                  </a:cubicBezTo>
                  <a:cubicBezTo>
                    <a:pt x="10003" y="3386"/>
                    <a:pt x="9492" y="3196"/>
                    <a:pt x="8982" y="3014"/>
                  </a:cubicBezTo>
                  <a:cubicBezTo>
                    <a:pt x="8734" y="2933"/>
                    <a:pt x="8478" y="2853"/>
                    <a:pt x="8238" y="2773"/>
                  </a:cubicBezTo>
                  <a:lnTo>
                    <a:pt x="7428" y="2503"/>
                  </a:lnTo>
                  <a:lnTo>
                    <a:pt x="5647" y="1905"/>
                  </a:lnTo>
                  <a:cubicBezTo>
                    <a:pt x="5027" y="1700"/>
                    <a:pt x="4414" y="1496"/>
                    <a:pt x="3802" y="1292"/>
                  </a:cubicBezTo>
                  <a:cubicBezTo>
                    <a:pt x="3189" y="1088"/>
                    <a:pt x="2583" y="869"/>
                    <a:pt x="1978" y="657"/>
                  </a:cubicBezTo>
                  <a:cubicBezTo>
                    <a:pt x="1372" y="446"/>
                    <a:pt x="781" y="234"/>
                    <a:pt x="183" y="8"/>
                  </a:cubicBezTo>
                  <a:cubicBezTo>
                    <a:pt x="175" y="0"/>
                    <a:pt x="161" y="0"/>
                    <a:pt x="146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2" name="Google Shape;1742;p69">
            <a:extLst>
              <a:ext uri="{FF2B5EF4-FFF2-40B4-BE49-F238E27FC236}">
                <a16:creationId xmlns:a16="http://schemas.microsoft.com/office/drawing/2014/main" id="{4C05E72E-D135-54AE-3083-819164E9D3E9}"/>
              </a:ext>
            </a:extLst>
          </p:cNvPr>
          <p:cNvGrpSpPr/>
          <p:nvPr/>
        </p:nvGrpSpPr>
        <p:grpSpPr>
          <a:xfrm rot="-855455">
            <a:off x="452638" y="723021"/>
            <a:ext cx="1400456" cy="1040027"/>
            <a:chOff x="5970100" y="2577200"/>
            <a:chExt cx="1120918" cy="832432"/>
          </a:xfrm>
        </p:grpSpPr>
        <p:sp>
          <p:nvSpPr>
            <p:cNvPr id="1743" name="Google Shape;1743;p69">
              <a:extLst>
                <a:ext uri="{FF2B5EF4-FFF2-40B4-BE49-F238E27FC236}">
                  <a16:creationId xmlns:a16="http://schemas.microsoft.com/office/drawing/2014/main" id="{2D66DEC2-A70E-A55D-31A9-7C32FC039FA6}"/>
                </a:ext>
              </a:extLst>
            </p:cNvPr>
            <p:cNvSpPr/>
            <p:nvPr/>
          </p:nvSpPr>
          <p:spPr>
            <a:xfrm>
              <a:off x="5970100" y="2577200"/>
              <a:ext cx="1120918" cy="832432"/>
            </a:xfrm>
            <a:custGeom>
              <a:avLst/>
              <a:gdLst/>
              <a:ahLst/>
              <a:cxnLst/>
              <a:rect l="l" t="t" r="r" b="b"/>
              <a:pathLst>
                <a:path w="26950" h="20014" extrusionOk="0">
                  <a:moveTo>
                    <a:pt x="13475" y="1"/>
                  </a:moveTo>
                  <a:cubicBezTo>
                    <a:pt x="6041" y="1"/>
                    <a:pt x="0" y="3821"/>
                    <a:pt x="0" y="8514"/>
                  </a:cubicBezTo>
                  <a:cubicBezTo>
                    <a:pt x="0" y="12802"/>
                    <a:pt x="5076" y="16431"/>
                    <a:pt x="11813" y="16959"/>
                  </a:cubicBezTo>
                  <a:cubicBezTo>
                    <a:pt x="11844" y="17166"/>
                    <a:pt x="11898" y="17373"/>
                    <a:pt x="11974" y="17579"/>
                  </a:cubicBezTo>
                  <a:cubicBezTo>
                    <a:pt x="12104" y="17908"/>
                    <a:pt x="12280" y="18215"/>
                    <a:pt x="12502" y="18498"/>
                  </a:cubicBezTo>
                  <a:cubicBezTo>
                    <a:pt x="12725" y="18774"/>
                    <a:pt x="12985" y="19019"/>
                    <a:pt x="13276" y="19225"/>
                  </a:cubicBezTo>
                  <a:cubicBezTo>
                    <a:pt x="13567" y="19440"/>
                    <a:pt x="13888" y="19608"/>
                    <a:pt x="14225" y="19738"/>
                  </a:cubicBezTo>
                  <a:cubicBezTo>
                    <a:pt x="14677" y="19914"/>
                    <a:pt x="15152" y="20006"/>
                    <a:pt x="15634" y="20014"/>
                  </a:cubicBezTo>
                  <a:cubicBezTo>
                    <a:pt x="15657" y="20014"/>
                    <a:pt x="15680" y="20006"/>
                    <a:pt x="15695" y="20006"/>
                  </a:cubicBezTo>
                  <a:cubicBezTo>
                    <a:pt x="15726" y="19991"/>
                    <a:pt x="15749" y="19968"/>
                    <a:pt x="15764" y="19937"/>
                  </a:cubicBezTo>
                  <a:cubicBezTo>
                    <a:pt x="15772" y="19907"/>
                    <a:pt x="15772" y="19868"/>
                    <a:pt x="15764" y="19838"/>
                  </a:cubicBezTo>
                  <a:cubicBezTo>
                    <a:pt x="15749" y="19815"/>
                    <a:pt x="15726" y="19792"/>
                    <a:pt x="15703" y="19784"/>
                  </a:cubicBezTo>
                  <a:cubicBezTo>
                    <a:pt x="15588" y="19746"/>
                    <a:pt x="15488" y="19692"/>
                    <a:pt x="15389" y="19639"/>
                  </a:cubicBezTo>
                  <a:cubicBezTo>
                    <a:pt x="15236" y="19555"/>
                    <a:pt x="15098" y="19447"/>
                    <a:pt x="14975" y="19332"/>
                  </a:cubicBezTo>
                  <a:cubicBezTo>
                    <a:pt x="14845" y="19195"/>
                    <a:pt x="14730" y="19049"/>
                    <a:pt x="14631" y="18888"/>
                  </a:cubicBezTo>
                  <a:cubicBezTo>
                    <a:pt x="14524" y="18689"/>
                    <a:pt x="14432" y="18475"/>
                    <a:pt x="14378" y="18253"/>
                  </a:cubicBezTo>
                  <a:lnTo>
                    <a:pt x="14378" y="18284"/>
                  </a:lnTo>
                  <a:cubicBezTo>
                    <a:pt x="14317" y="18031"/>
                    <a:pt x="14294" y="17778"/>
                    <a:pt x="14286" y="17518"/>
                  </a:cubicBezTo>
                  <a:cubicBezTo>
                    <a:pt x="14286" y="17342"/>
                    <a:pt x="14302" y="17173"/>
                    <a:pt x="14332" y="16997"/>
                  </a:cubicBezTo>
                  <a:cubicBezTo>
                    <a:pt x="21407" y="16722"/>
                    <a:pt x="26950" y="12993"/>
                    <a:pt x="26950" y="8514"/>
                  </a:cubicBezTo>
                  <a:cubicBezTo>
                    <a:pt x="26950" y="3829"/>
                    <a:pt x="20909" y="8"/>
                    <a:pt x="13475" y="8"/>
                  </a:cubicBezTo>
                  <a:lnTo>
                    <a:pt x="134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69">
              <a:extLst>
                <a:ext uri="{FF2B5EF4-FFF2-40B4-BE49-F238E27FC236}">
                  <a16:creationId xmlns:a16="http://schemas.microsoft.com/office/drawing/2014/main" id="{DE457D41-94D0-E3E4-0995-C8F84F100E66}"/>
                </a:ext>
              </a:extLst>
            </p:cNvPr>
            <p:cNvSpPr/>
            <p:nvPr/>
          </p:nvSpPr>
          <p:spPr>
            <a:xfrm>
              <a:off x="6119747" y="2696278"/>
              <a:ext cx="803442" cy="510215"/>
            </a:xfrm>
            <a:custGeom>
              <a:avLst/>
              <a:gdLst/>
              <a:ahLst/>
              <a:cxnLst/>
              <a:rect l="l" t="t" r="r" b="b"/>
              <a:pathLst>
                <a:path w="19317" h="12267" extrusionOk="0">
                  <a:moveTo>
                    <a:pt x="12847" y="1486"/>
                  </a:moveTo>
                  <a:cubicBezTo>
                    <a:pt x="12955" y="1594"/>
                    <a:pt x="13062" y="1701"/>
                    <a:pt x="13154" y="1823"/>
                  </a:cubicBezTo>
                  <a:lnTo>
                    <a:pt x="13169" y="1831"/>
                  </a:lnTo>
                  <a:lnTo>
                    <a:pt x="13177" y="1846"/>
                  </a:lnTo>
                  <a:cubicBezTo>
                    <a:pt x="13353" y="2091"/>
                    <a:pt x="13506" y="2352"/>
                    <a:pt x="13628" y="2627"/>
                  </a:cubicBezTo>
                  <a:cubicBezTo>
                    <a:pt x="13613" y="2620"/>
                    <a:pt x="13605" y="2620"/>
                    <a:pt x="13590" y="2620"/>
                  </a:cubicBezTo>
                  <a:cubicBezTo>
                    <a:pt x="13246" y="2620"/>
                    <a:pt x="12901" y="2650"/>
                    <a:pt x="12556" y="2704"/>
                  </a:cubicBezTo>
                  <a:cubicBezTo>
                    <a:pt x="12288" y="2750"/>
                    <a:pt x="12028" y="2811"/>
                    <a:pt x="11768" y="2895"/>
                  </a:cubicBezTo>
                  <a:cubicBezTo>
                    <a:pt x="11776" y="2888"/>
                    <a:pt x="11783" y="2872"/>
                    <a:pt x="11783" y="2857"/>
                  </a:cubicBezTo>
                  <a:lnTo>
                    <a:pt x="11806" y="2803"/>
                  </a:lnTo>
                  <a:cubicBezTo>
                    <a:pt x="11913" y="2566"/>
                    <a:pt x="12043" y="2344"/>
                    <a:pt x="12204" y="2137"/>
                  </a:cubicBezTo>
                  <a:cubicBezTo>
                    <a:pt x="12388" y="1892"/>
                    <a:pt x="12610" y="1678"/>
                    <a:pt x="12847" y="1486"/>
                  </a:cubicBezTo>
                  <a:close/>
                  <a:moveTo>
                    <a:pt x="9953" y="323"/>
                  </a:moveTo>
                  <a:cubicBezTo>
                    <a:pt x="10129" y="323"/>
                    <a:pt x="10306" y="338"/>
                    <a:pt x="10474" y="361"/>
                  </a:cubicBezTo>
                  <a:cubicBezTo>
                    <a:pt x="10864" y="415"/>
                    <a:pt x="11240" y="514"/>
                    <a:pt x="11607" y="667"/>
                  </a:cubicBezTo>
                  <a:lnTo>
                    <a:pt x="11622" y="667"/>
                  </a:lnTo>
                  <a:cubicBezTo>
                    <a:pt x="11929" y="805"/>
                    <a:pt x="12227" y="974"/>
                    <a:pt x="12503" y="1180"/>
                  </a:cubicBezTo>
                  <a:cubicBezTo>
                    <a:pt x="12541" y="1211"/>
                    <a:pt x="12579" y="1241"/>
                    <a:pt x="12618" y="1272"/>
                  </a:cubicBezTo>
                  <a:cubicBezTo>
                    <a:pt x="12533" y="1326"/>
                    <a:pt x="12457" y="1387"/>
                    <a:pt x="12388" y="1456"/>
                  </a:cubicBezTo>
                  <a:cubicBezTo>
                    <a:pt x="12189" y="1647"/>
                    <a:pt x="11998" y="1869"/>
                    <a:pt x="11837" y="2099"/>
                  </a:cubicBezTo>
                  <a:cubicBezTo>
                    <a:pt x="11691" y="2313"/>
                    <a:pt x="11569" y="2543"/>
                    <a:pt x="11477" y="2788"/>
                  </a:cubicBezTo>
                  <a:cubicBezTo>
                    <a:pt x="11439" y="2872"/>
                    <a:pt x="11416" y="2956"/>
                    <a:pt x="11393" y="3041"/>
                  </a:cubicBezTo>
                  <a:cubicBezTo>
                    <a:pt x="11309" y="3071"/>
                    <a:pt x="11224" y="3102"/>
                    <a:pt x="11148" y="3148"/>
                  </a:cubicBezTo>
                  <a:cubicBezTo>
                    <a:pt x="10887" y="3224"/>
                    <a:pt x="10642" y="3309"/>
                    <a:pt x="10413" y="3401"/>
                  </a:cubicBezTo>
                  <a:cubicBezTo>
                    <a:pt x="10397" y="3362"/>
                    <a:pt x="10367" y="3324"/>
                    <a:pt x="10344" y="3293"/>
                  </a:cubicBezTo>
                  <a:cubicBezTo>
                    <a:pt x="10007" y="2865"/>
                    <a:pt x="9586" y="2512"/>
                    <a:pt x="9096" y="2267"/>
                  </a:cubicBezTo>
                  <a:cubicBezTo>
                    <a:pt x="8637" y="2015"/>
                    <a:pt x="8131" y="1854"/>
                    <a:pt x="7611" y="1785"/>
                  </a:cubicBezTo>
                  <a:cubicBezTo>
                    <a:pt x="7544" y="1778"/>
                    <a:pt x="7478" y="1770"/>
                    <a:pt x="7412" y="1770"/>
                  </a:cubicBezTo>
                  <a:lnTo>
                    <a:pt x="7412" y="1770"/>
                  </a:lnTo>
                  <a:lnTo>
                    <a:pt x="7419" y="1762"/>
                  </a:lnTo>
                  <a:cubicBezTo>
                    <a:pt x="7480" y="1609"/>
                    <a:pt x="7572" y="1456"/>
                    <a:pt x="7672" y="1326"/>
                  </a:cubicBezTo>
                  <a:cubicBezTo>
                    <a:pt x="7802" y="1165"/>
                    <a:pt x="7940" y="1019"/>
                    <a:pt x="8101" y="897"/>
                  </a:cubicBezTo>
                  <a:cubicBezTo>
                    <a:pt x="8284" y="767"/>
                    <a:pt x="8476" y="652"/>
                    <a:pt x="8675" y="568"/>
                  </a:cubicBezTo>
                  <a:cubicBezTo>
                    <a:pt x="8935" y="461"/>
                    <a:pt x="9203" y="392"/>
                    <a:pt x="9471" y="353"/>
                  </a:cubicBezTo>
                  <a:cubicBezTo>
                    <a:pt x="9632" y="338"/>
                    <a:pt x="9793" y="323"/>
                    <a:pt x="9953" y="323"/>
                  </a:cubicBezTo>
                  <a:close/>
                  <a:moveTo>
                    <a:pt x="4533" y="2964"/>
                  </a:moveTo>
                  <a:cubicBezTo>
                    <a:pt x="4548" y="3064"/>
                    <a:pt x="4563" y="3148"/>
                    <a:pt x="4579" y="3217"/>
                  </a:cubicBezTo>
                  <a:cubicBezTo>
                    <a:pt x="4617" y="3477"/>
                    <a:pt x="4579" y="3745"/>
                    <a:pt x="4479" y="3990"/>
                  </a:cubicBezTo>
                  <a:cubicBezTo>
                    <a:pt x="4418" y="4128"/>
                    <a:pt x="4341" y="4250"/>
                    <a:pt x="4257" y="4365"/>
                  </a:cubicBezTo>
                  <a:cubicBezTo>
                    <a:pt x="4119" y="4541"/>
                    <a:pt x="3966" y="4687"/>
                    <a:pt x="3790" y="4825"/>
                  </a:cubicBezTo>
                  <a:cubicBezTo>
                    <a:pt x="3660" y="4924"/>
                    <a:pt x="3522" y="5008"/>
                    <a:pt x="3384" y="5093"/>
                  </a:cubicBezTo>
                  <a:lnTo>
                    <a:pt x="3377" y="5093"/>
                  </a:lnTo>
                  <a:lnTo>
                    <a:pt x="3384" y="5031"/>
                  </a:lnTo>
                  <a:lnTo>
                    <a:pt x="3400" y="4924"/>
                  </a:lnTo>
                  <a:cubicBezTo>
                    <a:pt x="3461" y="4411"/>
                    <a:pt x="3660" y="3929"/>
                    <a:pt x="3982" y="3523"/>
                  </a:cubicBezTo>
                  <a:cubicBezTo>
                    <a:pt x="4142" y="3316"/>
                    <a:pt x="4326" y="3133"/>
                    <a:pt x="4533" y="2964"/>
                  </a:cubicBezTo>
                  <a:close/>
                  <a:moveTo>
                    <a:pt x="3507" y="2076"/>
                  </a:moveTo>
                  <a:cubicBezTo>
                    <a:pt x="3553" y="2076"/>
                    <a:pt x="3606" y="2076"/>
                    <a:pt x="3652" y="2084"/>
                  </a:cubicBezTo>
                  <a:cubicBezTo>
                    <a:pt x="3737" y="2099"/>
                    <a:pt x="3821" y="2122"/>
                    <a:pt x="3897" y="2153"/>
                  </a:cubicBezTo>
                  <a:cubicBezTo>
                    <a:pt x="3966" y="2183"/>
                    <a:pt x="4035" y="2214"/>
                    <a:pt x="4089" y="2260"/>
                  </a:cubicBezTo>
                  <a:cubicBezTo>
                    <a:pt x="4150" y="2313"/>
                    <a:pt x="4211" y="2367"/>
                    <a:pt x="4257" y="2428"/>
                  </a:cubicBezTo>
                  <a:cubicBezTo>
                    <a:pt x="4311" y="2497"/>
                    <a:pt x="4357" y="2574"/>
                    <a:pt x="4395" y="2650"/>
                  </a:cubicBezTo>
                  <a:cubicBezTo>
                    <a:pt x="4058" y="2903"/>
                    <a:pt x="3775" y="3209"/>
                    <a:pt x="3545" y="3561"/>
                  </a:cubicBezTo>
                  <a:cubicBezTo>
                    <a:pt x="3293" y="3952"/>
                    <a:pt x="3132" y="4388"/>
                    <a:pt x="3063" y="4848"/>
                  </a:cubicBezTo>
                  <a:cubicBezTo>
                    <a:pt x="3048" y="4985"/>
                    <a:pt x="3032" y="5123"/>
                    <a:pt x="3032" y="5261"/>
                  </a:cubicBezTo>
                  <a:lnTo>
                    <a:pt x="2971" y="5292"/>
                  </a:lnTo>
                  <a:lnTo>
                    <a:pt x="2833" y="5353"/>
                  </a:lnTo>
                  <a:cubicBezTo>
                    <a:pt x="2565" y="5460"/>
                    <a:pt x="2290" y="5552"/>
                    <a:pt x="2006" y="5628"/>
                  </a:cubicBezTo>
                  <a:lnTo>
                    <a:pt x="1960" y="5598"/>
                  </a:lnTo>
                  <a:lnTo>
                    <a:pt x="1899" y="5544"/>
                  </a:lnTo>
                  <a:cubicBezTo>
                    <a:pt x="1761" y="5445"/>
                    <a:pt x="1639" y="5322"/>
                    <a:pt x="1532" y="5192"/>
                  </a:cubicBezTo>
                  <a:cubicBezTo>
                    <a:pt x="1455" y="5085"/>
                    <a:pt x="1386" y="4978"/>
                    <a:pt x="1333" y="4855"/>
                  </a:cubicBezTo>
                  <a:cubicBezTo>
                    <a:pt x="1287" y="4748"/>
                    <a:pt x="1256" y="4633"/>
                    <a:pt x="1241" y="4511"/>
                  </a:cubicBezTo>
                  <a:cubicBezTo>
                    <a:pt x="1225" y="4373"/>
                    <a:pt x="1225" y="4243"/>
                    <a:pt x="1241" y="4105"/>
                  </a:cubicBezTo>
                  <a:cubicBezTo>
                    <a:pt x="1264" y="3952"/>
                    <a:pt x="1310" y="3806"/>
                    <a:pt x="1371" y="3661"/>
                  </a:cubicBezTo>
                  <a:lnTo>
                    <a:pt x="1371" y="3653"/>
                  </a:lnTo>
                  <a:cubicBezTo>
                    <a:pt x="1463" y="3469"/>
                    <a:pt x="1570" y="3286"/>
                    <a:pt x="1692" y="3125"/>
                  </a:cubicBezTo>
                  <a:cubicBezTo>
                    <a:pt x="1846" y="2926"/>
                    <a:pt x="2029" y="2750"/>
                    <a:pt x="2221" y="2589"/>
                  </a:cubicBezTo>
                  <a:cubicBezTo>
                    <a:pt x="2404" y="2451"/>
                    <a:pt x="2611" y="2329"/>
                    <a:pt x="2826" y="2229"/>
                  </a:cubicBezTo>
                  <a:lnTo>
                    <a:pt x="2841" y="2221"/>
                  </a:lnTo>
                  <a:cubicBezTo>
                    <a:pt x="2994" y="2160"/>
                    <a:pt x="3155" y="2114"/>
                    <a:pt x="3323" y="2091"/>
                  </a:cubicBezTo>
                  <a:cubicBezTo>
                    <a:pt x="3384" y="2084"/>
                    <a:pt x="3446" y="2076"/>
                    <a:pt x="3507" y="2076"/>
                  </a:cubicBezTo>
                  <a:close/>
                  <a:moveTo>
                    <a:pt x="3063" y="5613"/>
                  </a:moveTo>
                  <a:cubicBezTo>
                    <a:pt x="3063" y="5787"/>
                    <a:pt x="3085" y="5960"/>
                    <a:pt x="3115" y="6134"/>
                  </a:cubicBezTo>
                  <a:lnTo>
                    <a:pt x="3101" y="6134"/>
                  </a:lnTo>
                  <a:cubicBezTo>
                    <a:pt x="2948" y="6095"/>
                    <a:pt x="2795" y="6034"/>
                    <a:pt x="2649" y="5973"/>
                  </a:cubicBezTo>
                  <a:cubicBezTo>
                    <a:pt x="2550" y="5935"/>
                    <a:pt x="2473" y="5896"/>
                    <a:pt x="2389" y="5858"/>
                  </a:cubicBezTo>
                  <a:cubicBezTo>
                    <a:pt x="2619" y="5789"/>
                    <a:pt x="2841" y="5713"/>
                    <a:pt x="3063" y="5613"/>
                  </a:cubicBezTo>
                  <a:close/>
                  <a:moveTo>
                    <a:pt x="6998" y="2084"/>
                  </a:moveTo>
                  <a:lnTo>
                    <a:pt x="6983" y="2099"/>
                  </a:lnTo>
                  <a:lnTo>
                    <a:pt x="6983" y="2122"/>
                  </a:lnTo>
                  <a:cubicBezTo>
                    <a:pt x="6922" y="2482"/>
                    <a:pt x="6891" y="2842"/>
                    <a:pt x="6899" y="3201"/>
                  </a:cubicBezTo>
                  <a:cubicBezTo>
                    <a:pt x="6899" y="3492"/>
                    <a:pt x="6883" y="3783"/>
                    <a:pt x="6860" y="4067"/>
                  </a:cubicBezTo>
                  <a:cubicBezTo>
                    <a:pt x="6830" y="4289"/>
                    <a:pt x="6768" y="4503"/>
                    <a:pt x="6684" y="4717"/>
                  </a:cubicBezTo>
                  <a:cubicBezTo>
                    <a:pt x="6615" y="4878"/>
                    <a:pt x="6516" y="5039"/>
                    <a:pt x="6409" y="5184"/>
                  </a:cubicBezTo>
                  <a:cubicBezTo>
                    <a:pt x="6286" y="5345"/>
                    <a:pt x="6141" y="5483"/>
                    <a:pt x="5980" y="5613"/>
                  </a:cubicBezTo>
                  <a:cubicBezTo>
                    <a:pt x="5781" y="5759"/>
                    <a:pt x="5566" y="5889"/>
                    <a:pt x="5329" y="5981"/>
                  </a:cubicBezTo>
                  <a:cubicBezTo>
                    <a:pt x="4917" y="6150"/>
                    <a:pt x="4483" y="6241"/>
                    <a:pt x="4036" y="6241"/>
                  </a:cubicBezTo>
                  <a:cubicBezTo>
                    <a:pt x="4018" y="6241"/>
                    <a:pt x="4000" y="6241"/>
                    <a:pt x="3982" y="6241"/>
                  </a:cubicBezTo>
                  <a:cubicBezTo>
                    <a:pt x="3828" y="6241"/>
                    <a:pt x="3675" y="6233"/>
                    <a:pt x="3522" y="6210"/>
                  </a:cubicBezTo>
                  <a:lnTo>
                    <a:pt x="3453" y="6203"/>
                  </a:lnTo>
                  <a:cubicBezTo>
                    <a:pt x="3430" y="6095"/>
                    <a:pt x="3415" y="5988"/>
                    <a:pt x="3400" y="5881"/>
                  </a:cubicBezTo>
                  <a:cubicBezTo>
                    <a:pt x="3377" y="5743"/>
                    <a:pt x="3369" y="5598"/>
                    <a:pt x="3361" y="5460"/>
                  </a:cubicBezTo>
                  <a:cubicBezTo>
                    <a:pt x="3614" y="5330"/>
                    <a:pt x="3859" y="5177"/>
                    <a:pt x="4081" y="4993"/>
                  </a:cubicBezTo>
                  <a:cubicBezTo>
                    <a:pt x="4334" y="4786"/>
                    <a:pt x="4548" y="4534"/>
                    <a:pt x="4701" y="4243"/>
                  </a:cubicBezTo>
                  <a:cubicBezTo>
                    <a:pt x="4854" y="3944"/>
                    <a:pt x="4923" y="3615"/>
                    <a:pt x="4900" y="3286"/>
                  </a:cubicBezTo>
                  <a:cubicBezTo>
                    <a:pt x="4885" y="3110"/>
                    <a:pt x="4847" y="2926"/>
                    <a:pt x="4785" y="2757"/>
                  </a:cubicBezTo>
                  <a:cubicBezTo>
                    <a:pt x="5000" y="2620"/>
                    <a:pt x="5222" y="2497"/>
                    <a:pt x="5459" y="2390"/>
                  </a:cubicBezTo>
                  <a:lnTo>
                    <a:pt x="5475" y="2390"/>
                  </a:lnTo>
                  <a:cubicBezTo>
                    <a:pt x="5796" y="2260"/>
                    <a:pt x="6133" y="2168"/>
                    <a:pt x="6470" y="2114"/>
                  </a:cubicBezTo>
                  <a:lnTo>
                    <a:pt x="6477" y="2114"/>
                  </a:lnTo>
                  <a:cubicBezTo>
                    <a:pt x="6646" y="2091"/>
                    <a:pt x="6822" y="2084"/>
                    <a:pt x="6998" y="2084"/>
                  </a:cubicBezTo>
                  <a:close/>
                  <a:moveTo>
                    <a:pt x="13774" y="3002"/>
                  </a:moveTo>
                  <a:cubicBezTo>
                    <a:pt x="13827" y="3201"/>
                    <a:pt x="13866" y="3401"/>
                    <a:pt x="13896" y="3600"/>
                  </a:cubicBezTo>
                  <a:cubicBezTo>
                    <a:pt x="13950" y="3990"/>
                    <a:pt x="13950" y="4380"/>
                    <a:pt x="13896" y="4771"/>
                  </a:cubicBezTo>
                  <a:cubicBezTo>
                    <a:pt x="13835" y="5246"/>
                    <a:pt x="13705" y="5713"/>
                    <a:pt x="13513" y="6164"/>
                  </a:cubicBezTo>
                  <a:cubicBezTo>
                    <a:pt x="13314" y="6631"/>
                    <a:pt x="13054" y="7075"/>
                    <a:pt x="12740" y="7481"/>
                  </a:cubicBezTo>
                  <a:lnTo>
                    <a:pt x="12763" y="7466"/>
                  </a:lnTo>
                  <a:lnTo>
                    <a:pt x="12694" y="7542"/>
                  </a:lnTo>
                  <a:cubicBezTo>
                    <a:pt x="12633" y="7619"/>
                    <a:pt x="12564" y="7703"/>
                    <a:pt x="12495" y="7780"/>
                  </a:cubicBezTo>
                  <a:lnTo>
                    <a:pt x="12480" y="7780"/>
                  </a:lnTo>
                  <a:cubicBezTo>
                    <a:pt x="12426" y="7389"/>
                    <a:pt x="12334" y="6999"/>
                    <a:pt x="12220" y="6616"/>
                  </a:cubicBezTo>
                  <a:cubicBezTo>
                    <a:pt x="12166" y="6440"/>
                    <a:pt x="12112" y="6272"/>
                    <a:pt x="12059" y="6095"/>
                  </a:cubicBezTo>
                  <a:lnTo>
                    <a:pt x="12051" y="6042"/>
                  </a:lnTo>
                  <a:lnTo>
                    <a:pt x="12036" y="5988"/>
                  </a:lnTo>
                  <a:lnTo>
                    <a:pt x="12028" y="5965"/>
                  </a:lnTo>
                  <a:cubicBezTo>
                    <a:pt x="11952" y="5720"/>
                    <a:pt x="11867" y="5437"/>
                    <a:pt x="11791" y="5161"/>
                  </a:cubicBezTo>
                  <a:cubicBezTo>
                    <a:pt x="11730" y="4909"/>
                    <a:pt x="11676" y="4656"/>
                    <a:pt x="11638" y="4396"/>
                  </a:cubicBezTo>
                  <a:cubicBezTo>
                    <a:pt x="11599" y="4097"/>
                    <a:pt x="11592" y="3799"/>
                    <a:pt x="11630" y="3500"/>
                  </a:cubicBezTo>
                  <a:cubicBezTo>
                    <a:pt x="11638" y="3446"/>
                    <a:pt x="11645" y="3385"/>
                    <a:pt x="11653" y="3332"/>
                  </a:cubicBezTo>
                  <a:cubicBezTo>
                    <a:pt x="12082" y="3217"/>
                    <a:pt x="12511" y="3133"/>
                    <a:pt x="12947" y="3079"/>
                  </a:cubicBezTo>
                  <a:cubicBezTo>
                    <a:pt x="13230" y="3041"/>
                    <a:pt x="13506" y="3018"/>
                    <a:pt x="13774" y="3002"/>
                  </a:cubicBezTo>
                  <a:close/>
                  <a:moveTo>
                    <a:pt x="11324" y="3431"/>
                  </a:moveTo>
                  <a:lnTo>
                    <a:pt x="11324" y="3431"/>
                  </a:lnTo>
                  <a:cubicBezTo>
                    <a:pt x="11316" y="3446"/>
                    <a:pt x="11309" y="3462"/>
                    <a:pt x="11309" y="3485"/>
                  </a:cubicBezTo>
                  <a:cubicBezTo>
                    <a:pt x="11263" y="3952"/>
                    <a:pt x="11293" y="4426"/>
                    <a:pt x="11400" y="4886"/>
                  </a:cubicBezTo>
                  <a:cubicBezTo>
                    <a:pt x="11492" y="5322"/>
                    <a:pt x="11630" y="5774"/>
                    <a:pt x="11737" y="6103"/>
                  </a:cubicBezTo>
                  <a:lnTo>
                    <a:pt x="11799" y="6317"/>
                  </a:lnTo>
                  <a:cubicBezTo>
                    <a:pt x="11860" y="6501"/>
                    <a:pt x="11944" y="6785"/>
                    <a:pt x="12013" y="7060"/>
                  </a:cubicBezTo>
                  <a:cubicBezTo>
                    <a:pt x="12082" y="7305"/>
                    <a:pt x="12135" y="7558"/>
                    <a:pt x="12174" y="7803"/>
                  </a:cubicBezTo>
                  <a:cubicBezTo>
                    <a:pt x="12181" y="7902"/>
                    <a:pt x="12189" y="7994"/>
                    <a:pt x="12197" y="8094"/>
                  </a:cubicBezTo>
                  <a:lnTo>
                    <a:pt x="12158" y="8140"/>
                  </a:lnTo>
                  <a:lnTo>
                    <a:pt x="12112" y="8178"/>
                  </a:lnTo>
                  <a:cubicBezTo>
                    <a:pt x="12097" y="8155"/>
                    <a:pt x="12082" y="8132"/>
                    <a:pt x="12059" y="8109"/>
                  </a:cubicBezTo>
                  <a:lnTo>
                    <a:pt x="12021" y="8055"/>
                  </a:lnTo>
                  <a:lnTo>
                    <a:pt x="12013" y="8055"/>
                  </a:lnTo>
                  <a:cubicBezTo>
                    <a:pt x="11860" y="7841"/>
                    <a:pt x="11730" y="7619"/>
                    <a:pt x="11622" y="7374"/>
                  </a:cubicBezTo>
                  <a:cubicBezTo>
                    <a:pt x="11446" y="6915"/>
                    <a:pt x="11316" y="6440"/>
                    <a:pt x="11232" y="5950"/>
                  </a:cubicBezTo>
                  <a:cubicBezTo>
                    <a:pt x="11209" y="5835"/>
                    <a:pt x="11194" y="5720"/>
                    <a:pt x="11171" y="5613"/>
                  </a:cubicBezTo>
                  <a:cubicBezTo>
                    <a:pt x="11109" y="5261"/>
                    <a:pt x="11048" y="4909"/>
                    <a:pt x="10956" y="4564"/>
                  </a:cubicBezTo>
                  <a:cubicBezTo>
                    <a:pt x="10887" y="4304"/>
                    <a:pt x="10788" y="4044"/>
                    <a:pt x="10665" y="3806"/>
                  </a:cubicBezTo>
                  <a:cubicBezTo>
                    <a:pt x="10857" y="3668"/>
                    <a:pt x="11056" y="3554"/>
                    <a:pt x="11263" y="3446"/>
                  </a:cubicBezTo>
                  <a:lnTo>
                    <a:pt x="11324" y="3431"/>
                  </a:lnTo>
                  <a:close/>
                  <a:moveTo>
                    <a:pt x="14088" y="2987"/>
                  </a:moveTo>
                  <a:lnTo>
                    <a:pt x="14141" y="2995"/>
                  </a:lnTo>
                  <a:cubicBezTo>
                    <a:pt x="14279" y="2995"/>
                    <a:pt x="14417" y="2995"/>
                    <a:pt x="14547" y="3002"/>
                  </a:cubicBezTo>
                  <a:cubicBezTo>
                    <a:pt x="14960" y="3064"/>
                    <a:pt x="15374" y="3178"/>
                    <a:pt x="15764" y="3339"/>
                  </a:cubicBezTo>
                  <a:cubicBezTo>
                    <a:pt x="16040" y="3454"/>
                    <a:pt x="16300" y="3607"/>
                    <a:pt x="16545" y="3791"/>
                  </a:cubicBezTo>
                  <a:cubicBezTo>
                    <a:pt x="16729" y="3929"/>
                    <a:pt x="16897" y="4097"/>
                    <a:pt x="17051" y="4281"/>
                  </a:cubicBezTo>
                  <a:cubicBezTo>
                    <a:pt x="17181" y="4457"/>
                    <a:pt x="17296" y="4648"/>
                    <a:pt x="17380" y="4848"/>
                  </a:cubicBezTo>
                  <a:cubicBezTo>
                    <a:pt x="17472" y="5070"/>
                    <a:pt x="17533" y="5299"/>
                    <a:pt x="17571" y="5537"/>
                  </a:cubicBezTo>
                  <a:cubicBezTo>
                    <a:pt x="17610" y="5812"/>
                    <a:pt x="17610" y="6103"/>
                    <a:pt x="17571" y="6379"/>
                  </a:cubicBezTo>
                  <a:cubicBezTo>
                    <a:pt x="17502" y="6892"/>
                    <a:pt x="17303" y="7374"/>
                    <a:pt x="16989" y="7780"/>
                  </a:cubicBezTo>
                  <a:cubicBezTo>
                    <a:pt x="16821" y="7994"/>
                    <a:pt x="16630" y="8186"/>
                    <a:pt x="16415" y="8354"/>
                  </a:cubicBezTo>
                  <a:cubicBezTo>
                    <a:pt x="16162" y="8553"/>
                    <a:pt x="15887" y="8714"/>
                    <a:pt x="15596" y="8836"/>
                  </a:cubicBezTo>
                  <a:cubicBezTo>
                    <a:pt x="15305" y="8951"/>
                    <a:pt x="14999" y="9035"/>
                    <a:pt x="14693" y="9074"/>
                  </a:cubicBezTo>
                  <a:cubicBezTo>
                    <a:pt x="14547" y="9097"/>
                    <a:pt x="14394" y="9104"/>
                    <a:pt x="14241" y="9104"/>
                  </a:cubicBezTo>
                  <a:cubicBezTo>
                    <a:pt x="14103" y="9104"/>
                    <a:pt x="13958" y="9097"/>
                    <a:pt x="13820" y="9081"/>
                  </a:cubicBezTo>
                  <a:cubicBezTo>
                    <a:pt x="13559" y="9043"/>
                    <a:pt x="13314" y="8974"/>
                    <a:pt x="13069" y="8875"/>
                  </a:cubicBezTo>
                  <a:cubicBezTo>
                    <a:pt x="12870" y="8790"/>
                    <a:pt x="12687" y="8676"/>
                    <a:pt x="12511" y="8553"/>
                  </a:cubicBezTo>
                  <a:cubicBezTo>
                    <a:pt x="12518" y="8446"/>
                    <a:pt x="12518" y="8331"/>
                    <a:pt x="12518" y="8216"/>
                  </a:cubicBezTo>
                  <a:cubicBezTo>
                    <a:pt x="12939" y="7780"/>
                    <a:pt x="13299" y="7282"/>
                    <a:pt x="13582" y="6746"/>
                  </a:cubicBezTo>
                  <a:cubicBezTo>
                    <a:pt x="14049" y="5889"/>
                    <a:pt x="14271" y="4916"/>
                    <a:pt x="14241" y="3944"/>
                  </a:cubicBezTo>
                  <a:cubicBezTo>
                    <a:pt x="14233" y="3615"/>
                    <a:pt x="14180" y="3293"/>
                    <a:pt x="14088" y="2987"/>
                  </a:cubicBezTo>
                  <a:close/>
                  <a:moveTo>
                    <a:pt x="10413" y="4021"/>
                  </a:moveTo>
                  <a:cubicBezTo>
                    <a:pt x="10428" y="4059"/>
                    <a:pt x="10443" y="4097"/>
                    <a:pt x="10459" y="4135"/>
                  </a:cubicBezTo>
                  <a:lnTo>
                    <a:pt x="10474" y="4166"/>
                  </a:lnTo>
                  <a:lnTo>
                    <a:pt x="10474" y="4143"/>
                  </a:lnTo>
                  <a:cubicBezTo>
                    <a:pt x="10627" y="4572"/>
                    <a:pt x="10734" y="5016"/>
                    <a:pt x="10803" y="5468"/>
                  </a:cubicBezTo>
                  <a:lnTo>
                    <a:pt x="10841" y="5659"/>
                  </a:lnTo>
                  <a:lnTo>
                    <a:pt x="10841" y="5682"/>
                  </a:lnTo>
                  <a:cubicBezTo>
                    <a:pt x="10903" y="6095"/>
                    <a:pt x="10995" y="6501"/>
                    <a:pt x="11102" y="6907"/>
                  </a:cubicBezTo>
                  <a:cubicBezTo>
                    <a:pt x="11217" y="7328"/>
                    <a:pt x="11393" y="7719"/>
                    <a:pt x="11622" y="8086"/>
                  </a:cubicBezTo>
                  <a:cubicBezTo>
                    <a:pt x="11699" y="8193"/>
                    <a:pt x="11783" y="8300"/>
                    <a:pt x="11867" y="8400"/>
                  </a:cubicBezTo>
                  <a:cubicBezTo>
                    <a:pt x="11699" y="8545"/>
                    <a:pt x="11569" y="8645"/>
                    <a:pt x="11462" y="8729"/>
                  </a:cubicBezTo>
                  <a:cubicBezTo>
                    <a:pt x="10981" y="9103"/>
                    <a:pt x="10454" y="9416"/>
                    <a:pt x="9898" y="9653"/>
                  </a:cubicBezTo>
                  <a:lnTo>
                    <a:pt x="9898" y="9653"/>
                  </a:lnTo>
                  <a:cubicBezTo>
                    <a:pt x="9814" y="9562"/>
                    <a:pt x="9746" y="9479"/>
                    <a:pt x="9685" y="9403"/>
                  </a:cubicBezTo>
                  <a:cubicBezTo>
                    <a:pt x="9525" y="9196"/>
                    <a:pt x="9394" y="8966"/>
                    <a:pt x="9287" y="8729"/>
                  </a:cubicBezTo>
                  <a:cubicBezTo>
                    <a:pt x="9165" y="8431"/>
                    <a:pt x="9088" y="8124"/>
                    <a:pt x="9042" y="7818"/>
                  </a:cubicBezTo>
                  <a:cubicBezTo>
                    <a:pt x="8996" y="7451"/>
                    <a:pt x="8996" y="7075"/>
                    <a:pt x="9042" y="6716"/>
                  </a:cubicBezTo>
                  <a:cubicBezTo>
                    <a:pt x="9096" y="6310"/>
                    <a:pt x="9211" y="5912"/>
                    <a:pt x="9364" y="5537"/>
                  </a:cubicBezTo>
                  <a:cubicBezTo>
                    <a:pt x="9517" y="5177"/>
                    <a:pt x="9708" y="4832"/>
                    <a:pt x="9946" y="4526"/>
                  </a:cubicBezTo>
                  <a:cubicBezTo>
                    <a:pt x="10084" y="4342"/>
                    <a:pt x="10244" y="4174"/>
                    <a:pt x="10413" y="4021"/>
                  </a:cubicBezTo>
                  <a:close/>
                  <a:moveTo>
                    <a:pt x="7358" y="2084"/>
                  </a:moveTo>
                  <a:lnTo>
                    <a:pt x="7580" y="2107"/>
                  </a:lnTo>
                  <a:cubicBezTo>
                    <a:pt x="7940" y="2160"/>
                    <a:pt x="8284" y="2252"/>
                    <a:pt x="8614" y="2390"/>
                  </a:cubicBezTo>
                  <a:lnTo>
                    <a:pt x="8637" y="2390"/>
                  </a:lnTo>
                  <a:cubicBezTo>
                    <a:pt x="8935" y="2520"/>
                    <a:pt x="9226" y="2696"/>
                    <a:pt x="9494" y="2895"/>
                  </a:cubicBezTo>
                  <a:cubicBezTo>
                    <a:pt x="9708" y="3064"/>
                    <a:pt x="9900" y="3255"/>
                    <a:pt x="10068" y="3469"/>
                  </a:cubicBezTo>
                  <a:lnTo>
                    <a:pt x="10114" y="3531"/>
                  </a:lnTo>
                  <a:cubicBezTo>
                    <a:pt x="9303" y="3868"/>
                    <a:pt x="8560" y="4335"/>
                    <a:pt x="7902" y="4909"/>
                  </a:cubicBezTo>
                  <a:cubicBezTo>
                    <a:pt x="7526" y="5238"/>
                    <a:pt x="7190" y="5613"/>
                    <a:pt x="6899" y="6027"/>
                  </a:cubicBezTo>
                  <a:cubicBezTo>
                    <a:pt x="6615" y="6432"/>
                    <a:pt x="6386" y="6869"/>
                    <a:pt x="6210" y="7336"/>
                  </a:cubicBezTo>
                  <a:cubicBezTo>
                    <a:pt x="6041" y="7787"/>
                    <a:pt x="5934" y="8262"/>
                    <a:pt x="5911" y="8744"/>
                  </a:cubicBezTo>
                  <a:cubicBezTo>
                    <a:pt x="5896" y="9081"/>
                    <a:pt x="5934" y="9418"/>
                    <a:pt x="6018" y="9747"/>
                  </a:cubicBezTo>
                  <a:cubicBezTo>
                    <a:pt x="5811" y="9625"/>
                    <a:pt x="5605" y="9495"/>
                    <a:pt x="5413" y="9349"/>
                  </a:cubicBezTo>
                  <a:cubicBezTo>
                    <a:pt x="5260" y="9227"/>
                    <a:pt x="5107" y="9097"/>
                    <a:pt x="4977" y="8959"/>
                  </a:cubicBezTo>
                  <a:cubicBezTo>
                    <a:pt x="4831" y="8806"/>
                    <a:pt x="4701" y="8653"/>
                    <a:pt x="4571" y="8492"/>
                  </a:cubicBezTo>
                  <a:cubicBezTo>
                    <a:pt x="4234" y="8048"/>
                    <a:pt x="3943" y="7558"/>
                    <a:pt x="3729" y="7045"/>
                  </a:cubicBezTo>
                  <a:lnTo>
                    <a:pt x="3729" y="7060"/>
                  </a:lnTo>
                  <a:cubicBezTo>
                    <a:pt x="3652" y="6853"/>
                    <a:pt x="3599" y="6677"/>
                    <a:pt x="3553" y="6532"/>
                  </a:cubicBezTo>
                  <a:lnTo>
                    <a:pt x="3553" y="6532"/>
                  </a:lnTo>
                  <a:cubicBezTo>
                    <a:pt x="3691" y="6562"/>
                    <a:pt x="3836" y="6570"/>
                    <a:pt x="3982" y="6570"/>
                  </a:cubicBezTo>
                  <a:lnTo>
                    <a:pt x="3966" y="6562"/>
                  </a:lnTo>
                  <a:cubicBezTo>
                    <a:pt x="4181" y="6562"/>
                    <a:pt x="4387" y="6547"/>
                    <a:pt x="4602" y="6517"/>
                  </a:cubicBezTo>
                  <a:cubicBezTo>
                    <a:pt x="5046" y="6448"/>
                    <a:pt x="5475" y="6302"/>
                    <a:pt x="5865" y="6072"/>
                  </a:cubicBezTo>
                  <a:cubicBezTo>
                    <a:pt x="6248" y="5850"/>
                    <a:pt x="6577" y="5537"/>
                    <a:pt x="6822" y="5154"/>
                  </a:cubicBezTo>
                  <a:cubicBezTo>
                    <a:pt x="6937" y="4962"/>
                    <a:pt x="7029" y="4748"/>
                    <a:pt x="7090" y="4518"/>
                  </a:cubicBezTo>
                  <a:cubicBezTo>
                    <a:pt x="7151" y="4281"/>
                    <a:pt x="7190" y="4036"/>
                    <a:pt x="7205" y="3791"/>
                  </a:cubicBezTo>
                  <a:cubicBezTo>
                    <a:pt x="7220" y="3592"/>
                    <a:pt x="7220" y="3385"/>
                    <a:pt x="7220" y="3217"/>
                  </a:cubicBezTo>
                  <a:lnTo>
                    <a:pt x="7220" y="3194"/>
                  </a:lnTo>
                  <a:cubicBezTo>
                    <a:pt x="7220" y="2911"/>
                    <a:pt x="7235" y="2627"/>
                    <a:pt x="7266" y="2344"/>
                  </a:cubicBezTo>
                  <a:cubicBezTo>
                    <a:pt x="7281" y="2252"/>
                    <a:pt x="7297" y="2168"/>
                    <a:pt x="7320" y="2084"/>
                  </a:cubicBezTo>
                  <a:close/>
                  <a:moveTo>
                    <a:pt x="10099" y="3890"/>
                  </a:moveTo>
                  <a:lnTo>
                    <a:pt x="10099" y="3890"/>
                  </a:lnTo>
                  <a:cubicBezTo>
                    <a:pt x="9938" y="4036"/>
                    <a:pt x="9785" y="4204"/>
                    <a:pt x="9655" y="4388"/>
                  </a:cubicBezTo>
                  <a:cubicBezTo>
                    <a:pt x="9387" y="4740"/>
                    <a:pt x="9172" y="5138"/>
                    <a:pt x="9012" y="5560"/>
                  </a:cubicBezTo>
                  <a:cubicBezTo>
                    <a:pt x="8682" y="6394"/>
                    <a:pt x="8606" y="7305"/>
                    <a:pt x="8782" y="8193"/>
                  </a:cubicBezTo>
                  <a:cubicBezTo>
                    <a:pt x="8874" y="8622"/>
                    <a:pt x="9042" y="9028"/>
                    <a:pt x="9287" y="9395"/>
                  </a:cubicBezTo>
                  <a:cubicBezTo>
                    <a:pt x="9372" y="9533"/>
                    <a:pt x="9479" y="9663"/>
                    <a:pt x="9586" y="9793"/>
                  </a:cubicBezTo>
                  <a:cubicBezTo>
                    <a:pt x="9195" y="9924"/>
                    <a:pt x="8790" y="10023"/>
                    <a:pt x="8384" y="10084"/>
                  </a:cubicBezTo>
                  <a:cubicBezTo>
                    <a:pt x="8177" y="10107"/>
                    <a:pt x="7970" y="10123"/>
                    <a:pt x="7756" y="10123"/>
                  </a:cubicBezTo>
                  <a:cubicBezTo>
                    <a:pt x="7572" y="10123"/>
                    <a:pt x="7389" y="10107"/>
                    <a:pt x="7205" y="10084"/>
                  </a:cubicBezTo>
                  <a:cubicBezTo>
                    <a:pt x="6929" y="10046"/>
                    <a:pt x="6661" y="9985"/>
                    <a:pt x="6401" y="9893"/>
                  </a:cubicBezTo>
                  <a:cubicBezTo>
                    <a:pt x="6340" y="9701"/>
                    <a:pt x="6294" y="9502"/>
                    <a:pt x="6263" y="9303"/>
                  </a:cubicBezTo>
                  <a:cubicBezTo>
                    <a:pt x="6225" y="9005"/>
                    <a:pt x="6232" y="8706"/>
                    <a:pt x="6271" y="8408"/>
                  </a:cubicBezTo>
                  <a:cubicBezTo>
                    <a:pt x="6324" y="8002"/>
                    <a:pt x="6439" y="7611"/>
                    <a:pt x="6592" y="7244"/>
                  </a:cubicBezTo>
                  <a:cubicBezTo>
                    <a:pt x="6784" y="6807"/>
                    <a:pt x="7021" y="6394"/>
                    <a:pt x="7312" y="6019"/>
                  </a:cubicBezTo>
                  <a:cubicBezTo>
                    <a:pt x="7649" y="5582"/>
                    <a:pt x="8047" y="5192"/>
                    <a:pt x="8483" y="4863"/>
                  </a:cubicBezTo>
                  <a:cubicBezTo>
                    <a:pt x="8981" y="4480"/>
                    <a:pt x="9525" y="4151"/>
                    <a:pt x="10099" y="3890"/>
                  </a:cubicBezTo>
                  <a:close/>
                  <a:moveTo>
                    <a:pt x="12105" y="8630"/>
                  </a:moveTo>
                  <a:cubicBezTo>
                    <a:pt x="12128" y="8660"/>
                    <a:pt x="12158" y="8683"/>
                    <a:pt x="12181" y="8706"/>
                  </a:cubicBezTo>
                  <a:lnTo>
                    <a:pt x="12181" y="8721"/>
                  </a:lnTo>
                  <a:lnTo>
                    <a:pt x="12181" y="8744"/>
                  </a:lnTo>
                  <a:cubicBezTo>
                    <a:pt x="12181" y="8790"/>
                    <a:pt x="12174" y="8829"/>
                    <a:pt x="12166" y="8875"/>
                  </a:cubicBezTo>
                  <a:cubicBezTo>
                    <a:pt x="12089" y="9518"/>
                    <a:pt x="11852" y="10130"/>
                    <a:pt x="11477" y="10658"/>
                  </a:cubicBezTo>
                  <a:lnTo>
                    <a:pt x="11416" y="10636"/>
                  </a:lnTo>
                  <a:cubicBezTo>
                    <a:pt x="11347" y="10613"/>
                    <a:pt x="11286" y="10582"/>
                    <a:pt x="11224" y="10559"/>
                  </a:cubicBezTo>
                  <a:cubicBezTo>
                    <a:pt x="10903" y="10421"/>
                    <a:pt x="10596" y="10245"/>
                    <a:pt x="10321" y="10038"/>
                  </a:cubicBezTo>
                  <a:lnTo>
                    <a:pt x="10313" y="10038"/>
                  </a:lnTo>
                  <a:cubicBezTo>
                    <a:pt x="10252" y="9985"/>
                    <a:pt x="10198" y="9939"/>
                    <a:pt x="10152" y="9901"/>
                  </a:cubicBezTo>
                  <a:cubicBezTo>
                    <a:pt x="10734" y="9640"/>
                    <a:pt x="11286" y="9303"/>
                    <a:pt x="11783" y="8905"/>
                  </a:cubicBezTo>
                  <a:cubicBezTo>
                    <a:pt x="11890" y="8821"/>
                    <a:pt x="11998" y="8729"/>
                    <a:pt x="12105" y="8630"/>
                  </a:cubicBezTo>
                  <a:close/>
                  <a:moveTo>
                    <a:pt x="16721" y="3508"/>
                  </a:moveTo>
                  <a:lnTo>
                    <a:pt x="16721" y="3508"/>
                  </a:lnTo>
                  <a:cubicBezTo>
                    <a:pt x="17081" y="3684"/>
                    <a:pt x="17418" y="3890"/>
                    <a:pt x="17732" y="4128"/>
                  </a:cubicBezTo>
                  <a:cubicBezTo>
                    <a:pt x="17977" y="4319"/>
                    <a:pt x="18191" y="4534"/>
                    <a:pt x="18383" y="4771"/>
                  </a:cubicBezTo>
                  <a:cubicBezTo>
                    <a:pt x="18536" y="4978"/>
                    <a:pt x="18666" y="5200"/>
                    <a:pt x="18773" y="5429"/>
                  </a:cubicBezTo>
                  <a:cubicBezTo>
                    <a:pt x="18865" y="5674"/>
                    <a:pt x="18934" y="5919"/>
                    <a:pt x="18972" y="6180"/>
                  </a:cubicBezTo>
                  <a:cubicBezTo>
                    <a:pt x="19003" y="6471"/>
                    <a:pt x="19003" y="6762"/>
                    <a:pt x="18965" y="7052"/>
                  </a:cubicBezTo>
                  <a:cubicBezTo>
                    <a:pt x="18972" y="7052"/>
                    <a:pt x="18980" y="7045"/>
                    <a:pt x="18980" y="7045"/>
                  </a:cubicBezTo>
                  <a:lnTo>
                    <a:pt x="18980" y="7045"/>
                  </a:lnTo>
                  <a:cubicBezTo>
                    <a:pt x="18926" y="7343"/>
                    <a:pt x="18842" y="7634"/>
                    <a:pt x="18727" y="7918"/>
                  </a:cubicBezTo>
                  <a:lnTo>
                    <a:pt x="18727" y="7941"/>
                  </a:lnTo>
                  <a:cubicBezTo>
                    <a:pt x="18597" y="8232"/>
                    <a:pt x="18429" y="8515"/>
                    <a:pt x="18237" y="8767"/>
                  </a:cubicBezTo>
                  <a:lnTo>
                    <a:pt x="18222" y="8790"/>
                  </a:lnTo>
                  <a:cubicBezTo>
                    <a:pt x="17977" y="9097"/>
                    <a:pt x="17701" y="9372"/>
                    <a:pt x="17387" y="9617"/>
                  </a:cubicBezTo>
                  <a:lnTo>
                    <a:pt x="17372" y="9625"/>
                  </a:lnTo>
                  <a:lnTo>
                    <a:pt x="17357" y="9640"/>
                  </a:lnTo>
                  <a:lnTo>
                    <a:pt x="17387" y="9633"/>
                  </a:lnTo>
                  <a:lnTo>
                    <a:pt x="17387" y="9633"/>
                  </a:lnTo>
                  <a:cubicBezTo>
                    <a:pt x="16959" y="9939"/>
                    <a:pt x="16507" y="10199"/>
                    <a:pt x="16017" y="10406"/>
                  </a:cubicBezTo>
                  <a:cubicBezTo>
                    <a:pt x="15450" y="10636"/>
                    <a:pt x="14846" y="10804"/>
                    <a:pt x="14233" y="10888"/>
                  </a:cubicBezTo>
                  <a:cubicBezTo>
                    <a:pt x="13935" y="10926"/>
                    <a:pt x="13636" y="10942"/>
                    <a:pt x="13337" y="10942"/>
                  </a:cubicBezTo>
                  <a:cubicBezTo>
                    <a:pt x="13062" y="10942"/>
                    <a:pt x="12794" y="10926"/>
                    <a:pt x="12518" y="10896"/>
                  </a:cubicBezTo>
                  <a:cubicBezTo>
                    <a:pt x="12273" y="10858"/>
                    <a:pt x="12028" y="10812"/>
                    <a:pt x="11791" y="10743"/>
                  </a:cubicBezTo>
                  <a:cubicBezTo>
                    <a:pt x="12043" y="10375"/>
                    <a:pt x="12235" y="9969"/>
                    <a:pt x="12350" y="9533"/>
                  </a:cubicBezTo>
                  <a:cubicBezTo>
                    <a:pt x="12411" y="9334"/>
                    <a:pt x="12457" y="9120"/>
                    <a:pt x="12480" y="8913"/>
                  </a:cubicBezTo>
                  <a:cubicBezTo>
                    <a:pt x="13001" y="9250"/>
                    <a:pt x="13598" y="9426"/>
                    <a:pt x="14210" y="9426"/>
                  </a:cubicBezTo>
                  <a:lnTo>
                    <a:pt x="14264" y="9426"/>
                  </a:lnTo>
                  <a:cubicBezTo>
                    <a:pt x="14922" y="9426"/>
                    <a:pt x="15565" y="9250"/>
                    <a:pt x="16132" y="8936"/>
                  </a:cubicBezTo>
                  <a:cubicBezTo>
                    <a:pt x="16729" y="8607"/>
                    <a:pt x="17211" y="8117"/>
                    <a:pt x="17541" y="7527"/>
                  </a:cubicBezTo>
                  <a:cubicBezTo>
                    <a:pt x="17709" y="7221"/>
                    <a:pt x="17824" y="6884"/>
                    <a:pt x="17877" y="6532"/>
                  </a:cubicBezTo>
                  <a:cubicBezTo>
                    <a:pt x="17946" y="6149"/>
                    <a:pt x="17946" y="5759"/>
                    <a:pt x="17877" y="5376"/>
                  </a:cubicBezTo>
                  <a:cubicBezTo>
                    <a:pt x="17816" y="5016"/>
                    <a:pt x="17694" y="4671"/>
                    <a:pt x="17502" y="4358"/>
                  </a:cubicBezTo>
                  <a:cubicBezTo>
                    <a:pt x="17326" y="4067"/>
                    <a:pt x="17089" y="3806"/>
                    <a:pt x="16821" y="3584"/>
                  </a:cubicBezTo>
                  <a:cubicBezTo>
                    <a:pt x="16790" y="3561"/>
                    <a:pt x="16752" y="3531"/>
                    <a:pt x="16721" y="3508"/>
                  </a:cubicBezTo>
                  <a:close/>
                  <a:moveTo>
                    <a:pt x="9839" y="10038"/>
                  </a:moveTo>
                  <a:cubicBezTo>
                    <a:pt x="9907" y="10107"/>
                    <a:pt x="9976" y="10176"/>
                    <a:pt x="10061" y="10237"/>
                  </a:cubicBezTo>
                  <a:cubicBezTo>
                    <a:pt x="10428" y="10528"/>
                    <a:pt x="10841" y="10758"/>
                    <a:pt x="11286" y="10926"/>
                  </a:cubicBezTo>
                  <a:cubicBezTo>
                    <a:pt x="11132" y="11095"/>
                    <a:pt x="10964" y="11256"/>
                    <a:pt x="10780" y="11393"/>
                  </a:cubicBezTo>
                  <a:cubicBezTo>
                    <a:pt x="10589" y="11547"/>
                    <a:pt x="10374" y="11669"/>
                    <a:pt x="10152" y="11769"/>
                  </a:cubicBezTo>
                  <a:cubicBezTo>
                    <a:pt x="9961" y="11845"/>
                    <a:pt x="9754" y="11899"/>
                    <a:pt x="9555" y="11929"/>
                  </a:cubicBezTo>
                  <a:cubicBezTo>
                    <a:pt x="9448" y="11937"/>
                    <a:pt x="9341" y="11945"/>
                    <a:pt x="9234" y="11945"/>
                  </a:cubicBezTo>
                  <a:cubicBezTo>
                    <a:pt x="9127" y="11945"/>
                    <a:pt x="9027" y="11937"/>
                    <a:pt x="8920" y="11929"/>
                  </a:cubicBezTo>
                  <a:cubicBezTo>
                    <a:pt x="8682" y="11891"/>
                    <a:pt x="8453" y="11830"/>
                    <a:pt x="8231" y="11738"/>
                  </a:cubicBezTo>
                  <a:cubicBezTo>
                    <a:pt x="7947" y="11608"/>
                    <a:pt x="7679" y="11447"/>
                    <a:pt x="7435" y="11256"/>
                  </a:cubicBezTo>
                  <a:cubicBezTo>
                    <a:pt x="7220" y="11087"/>
                    <a:pt x="7013" y="10888"/>
                    <a:pt x="6837" y="10674"/>
                  </a:cubicBezTo>
                  <a:cubicBezTo>
                    <a:pt x="6745" y="10544"/>
                    <a:pt x="6661" y="10413"/>
                    <a:pt x="6585" y="10276"/>
                  </a:cubicBezTo>
                  <a:lnTo>
                    <a:pt x="6585" y="10276"/>
                  </a:lnTo>
                  <a:cubicBezTo>
                    <a:pt x="6615" y="10299"/>
                    <a:pt x="6646" y="10306"/>
                    <a:pt x="6677" y="10314"/>
                  </a:cubicBezTo>
                  <a:cubicBezTo>
                    <a:pt x="7029" y="10406"/>
                    <a:pt x="7389" y="10452"/>
                    <a:pt x="7756" y="10452"/>
                  </a:cubicBezTo>
                  <a:cubicBezTo>
                    <a:pt x="8292" y="10452"/>
                    <a:pt x="8820" y="10368"/>
                    <a:pt x="9326" y="10214"/>
                  </a:cubicBezTo>
                  <a:cubicBezTo>
                    <a:pt x="9494" y="10169"/>
                    <a:pt x="9662" y="10107"/>
                    <a:pt x="9839" y="10038"/>
                  </a:cubicBezTo>
                  <a:close/>
                  <a:moveTo>
                    <a:pt x="9886" y="0"/>
                  </a:moveTo>
                  <a:cubicBezTo>
                    <a:pt x="9238" y="0"/>
                    <a:pt x="8608" y="191"/>
                    <a:pt x="8062" y="537"/>
                  </a:cubicBezTo>
                  <a:cubicBezTo>
                    <a:pt x="7794" y="713"/>
                    <a:pt x="7557" y="943"/>
                    <a:pt x="7366" y="1203"/>
                  </a:cubicBezTo>
                  <a:cubicBezTo>
                    <a:pt x="7243" y="1372"/>
                    <a:pt x="7144" y="1563"/>
                    <a:pt x="7082" y="1762"/>
                  </a:cubicBezTo>
                  <a:lnTo>
                    <a:pt x="7044" y="1754"/>
                  </a:lnTo>
                  <a:cubicBezTo>
                    <a:pt x="6715" y="1762"/>
                    <a:pt x="6393" y="1793"/>
                    <a:pt x="6072" y="1862"/>
                  </a:cubicBezTo>
                  <a:cubicBezTo>
                    <a:pt x="5566" y="1976"/>
                    <a:pt x="5084" y="2183"/>
                    <a:pt x="4655" y="2466"/>
                  </a:cubicBezTo>
                  <a:cubicBezTo>
                    <a:pt x="4632" y="2413"/>
                    <a:pt x="4609" y="2367"/>
                    <a:pt x="4579" y="2321"/>
                  </a:cubicBezTo>
                  <a:cubicBezTo>
                    <a:pt x="4510" y="2214"/>
                    <a:pt x="4426" y="2122"/>
                    <a:pt x="4334" y="2038"/>
                  </a:cubicBezTo>
                  <a:cubicBezTo>
                    <a:pt x="4234" y="1961"/>
                    <a:pt x="4127" y="1892"/>
                    <a:pt x="4012" y="1846"/>
                  </a:cubicBezTo>
                  <a:cubicBezTo>
                    <a:pt x="3851" y="1785"/>
                    <a:pt x="3683" y="1754"/>
                    <a:pt x="3515" y="1754"/>
                  </a:cubicBezTo>
                  <a:cubicBezTo>
                    <a:pt x="3461" y="1754"/>
                    <a:pt x="3400" y="1754"/>
                    <a:pt x="3338" y="1762"/>
                  </a:cubicBezTo>
                  <a:cubicBezTo>
                    <a:pt x="3078" y="1793"/>
                    <a:pt x="2826" y="1869"/>
                    <a:pt x="2596" y="1984"/>
                  </a:cubicBezTo>
                  <a:cubicBezTo>
                    <a:pt x="2343" y="2107"/>
                    <a:pt x="2113" y="2260"/>
                    <a:pt x="1907" y="2436"/>
                  </a:cubicBezTo>
                  <a:cubicBezTo>
                    <a:pt x="1692" y="2620"/>
                    <a:pt x="1509" y="2826"/>
                    <a:pt x="1348" y="3056"/>
                  </a:cubicBezTo>
                  <a:cubicBezTo>
                    <a:pt x="1187" y="3278"/>
                    <a:pt x="1072" y="3531"/>
                    <a:pt x="996" y="3791"/>
                  </a:cubicBezTo>
                  <a:cubicBezTo>
                    <a:pt x="957" y="3921"/>
                    <a:pt x="934" y="4051"/>
                    <a:pt x="919" y="4189"/>
                  </a:cubicBezTo>
                  <a:cubicBezTo>
                    <a:pt x="911" y="4319"/>
                    <a:pt x="911" y="4457"/>
                    <a:pt x="934" y="4587"/>
                  </a:cubicBezTo>
                  <a:cubicBezTo>
                    <a:pt x="980" y="4863"/>
                    <a:pt x="1088" y="5123"/>
                    <a:pt x="1256" y="5345"/>
                  </a:cubicBezTo>
                  <a:cubicBezTo>
                    <a:pt x="1363" y="5483"/>
                    <a:pt x="1486" y="5613"/>
                    <a:pt x="1616" y="5728"/>
                  </a:cubicBezTo>
                  <a:lnTo>
                    <a:pt x="1486" y="5743"/>
                  </a:lnTo>
                  <a:cubicBezTo>
                    <a:pt x="1409" y="5751"/>
                    <a:pt x="1340" y="5766"/>
                    <a:pt x="1271" y="5774"/>
                  </a:cubicBezTo>
                  <a:cubicBezTo>
                    <a:pt x="1057" y="5805"/>
                    <a:pt x="843" y="5820"/>
                    <a:pt x="636" y="5820"/>
                  </a:cubicBezTo>
                  <a:cubicBezTo>
                    <a:pt x="483" y="5820"/>
                    <a:pt x="330" y="5812"/>
                    <a:pt x="184" y="5789"/>
                  </a:cubicBezTo>
                  <a:lnTo>
                    <a:pt x="161" y="5789"/>
                  </a:lnTo>
                  <a:cubicBezTo>
                    <a:pt x="138" y="5789"/>
                    <a:pt x="108" y="5797"/>
                    <a:pt x="85" y="5812"/>
                  </a:cubicBezTo>
                  <a:cubicBezTo>
                    <a:pt x="46" y="5835"/>
                    <a:pt x="23" y="5866"/>
                    <a:pt x="16" y="5904"/>
                  </a:cubicBezTo>
                  <a:cubicBezTo>
                    <a:pt x="0" y="5950"/>
                    <a:pt x="8" y="5996"/>
                    <a:pt x="31" y="6034"/>
                  </a:cubicBezTo>
                  <a:cubicBezTo>
                    <a:pt x="46" y="6065"/>
                    <a:pt x="85" y="6095"/>
                    <a:pt x="123" y="6103"/>
                  </a:cubicBezTo>
                  <a:cubicBezTo>
                    <a:pt x="291" y="6126"/>
                    <a:pt x="467" y="6141"/>
                    <a:pt x="636" y="6141"/>
                  </a:cubicBezTo>
                  <a:cubicBezTo>
                    <a:pt x="758" y="6141"/>
                    <a:pt x="896" y="6134"/>
                    <a:pt x="1034" y="6126"/>
                  </a:cubicBezTo>
                  <a:cubicBezTo>
                    <a:pt x="1348" y="6095"/>
                    <a:pt x="1654" y="6042"/>
                    <a:pt x="1960" y="5973"/>
                  </a:cubicBezTo>
                  <a:cubicBezTo>
                    <a:pt x="1991" y="5996"/>
                    <a:pt x="2014" y="6011"/>
                    <a:pt x="2045" y="6027"/>
                  </a:cubicBezTo>
                  <a:cubicBezTo>
                    <a:pt x="2236" y="6134"/>
                    <a:pt x="2435" y="6226"/>
                    <a:pt x="2634" y="6310"/>
                  </a:cubicBezTo>
                  <a:cubicBezTo>
                    <a:pt x="2818" y="6379"/>
                    <a:pt x="3002" y="6440"/>
                    <a:pt x="3193" y="6486"/>
                  </a:cubicBezTo>
                  <a:cubicBezTo>
                    <a:pt x="3293" y="6853"/>
                    <a:pt x="3430" y="7221"/>
                    <a:pt x="3606" y="7565"/>
                  </a:cubicBezTo>
                  <a:cubicBezTo>
                    <a:pt x="3828" y="7994"/>
                    <a:pt x="4089" y="8408"/>
                    <a:pt x="4395" y="8783"/>
                  </a:cubicBezTo>
                  <a:cubicBezTo>
                    <a:pt x="4548" y="8974"/>
                    <a:pt x="4709" y="9158"/>
                    <a:pt x="4885" y="9326"/>
                  </a:cubicBezTo>
                  <a:cubicBezTo>
                    <a:pt x="5061" y="9487"/>
                    <a:pt x="5253" y="9640"/>
                    <a:pt x="5452" y="9770"/>
                  </a:cubicBezTo>
                  <a:cubicBezTo>
                    <a:pt x="5674" y="9924"/>
                    <a:pt x="5903" y="10046"/>
                    <a:pt x="6156" y="10146"/>
                  </a:cubicBezTo>
                  <a:cubicBezTo>
                    <a:pt x="6240" y="10360"/>
                    <a:pt x="6355" y="10567"/>
                    <a:pt x="6500" y="10758"/>
                  </a:cubicBezTo>
                  <a:cubicBezTo>
                    <a:pt x="6654" y="10972"/>
                    <a:pt x="6830" y="11171"/>
                    <a:pt x="7029" y="11348"/>
                  </a:cubicBezTo>
                  <a:cubicBezTo>
                    <a:pt x="7427" y="11700"/>
                    <a:pt x="7894" y="11968"/>
                    <a:pt x="8399" y="12136"/>
                  </a:cubicBezTo>
                  <a:cubicBezTo>
                    <a:pt x="8614" y="12205"/>
                    <a:pt x="8836" y="12243"/>
                    <a:pt x="9065" y="12259"/>
                  </a:cubicBezTo>
                  <a:cubicBezTo>
                    <a:pt x="9119" y="12259"/>
                    <a:pt x="9165" y="12266"/>
                    <a:pt x="9218" y="12266"/>
                  </a:cubicBezTo>
                  <a:cubicBezTo>
                    <a:pt x="9808" y="12259"/>
                    <a:pt x="10382" y="12075"/>
                    <a:pt x="10857" y="11723"/>
                  </a:cubicBezTo>
                  <a:cubicBezTo>
                    <a:pt x="11132" y="11524"/>
                    <a:pt x="11377" y="11286"/>
                    <a:pt x="11592" y="11018"/>
                  </a:cubicBezTo>
                  <a:cubicBezTo>
                    <a:pt x="11699" y="11057"/>
                    <a:pt x="11814" y="11087"/>
                    <a:pt x="11936" y="11118"/>
                  </a:cubicBezTo>
                  <a:cubicBezTo>
                    <a:pt x="12388" y="11217"/>
                    <a:pt x="12855" y="11271"/>
                    <a:pt x="13322" y="11271"/>
                  </a:cubicBezTo>
                  <a:cubicBezTo>
                    <a:pt x="13590" y="11271"/>
                    <a:pt x="13858" y="11256"/>
                    <a:pt x="14126" y="11225"/>
                  </a:cubicBezTo>
                  <a:cubicBezTo>
                    <a:pt x="14876" y="11133"/>
                    <a:pt x="15611" y="10934"/>
                    <a:pt x="16300" y="10628"/>
                  </a:cubicBezTo>
                  <a:cubicBezTo>
                    <a:pt x="16966" y="10337"/>
                    <a:pt x="17564" y="9931"/>
                    <a:pt x="18084" y="9426"/>
                  </a:cubicBezTo>
                  <a:cubicBezTo>
                    <a:pt x="18582" y="8936"/>
                    <a:pt x="18949" y="8339"/>
                    <a:pt x="19156" y="7673"/>
                  </a:cubicBezTo>
                  <a:cubicBezTo>
                    <a:pt x="19263" y="7320"/>
                    <a:pt x="19317" y="6953"/>
                    <a:pt x="19317" y="6585"/>
                  </a:cubicBezTo>
                  <a:cubicBezTo>
                    <a:pt x="19317" y="6141"/>
                    <a:pt x="19233" y="5705"/>
                    <a:pt x="19057" y="5299"/>
                  </a:cubicBezTo>
                  <a:cubicBezTo>
                    <a:pt x="18896" y="4924"/>
                    <a:pt x="18666" y="4572"/>
                    <a:pt x="18375" y="4273"/>
                  </a:cubicBezTo>
                  <a:cubicBezTo>
                    <a:pt x="18084" y="3975"/>
                    <a:pt x="17747" y="3714"/>
                    <a:pt x="17380" y="3500"/>
                  </a:cubicBezTo>
                  <a:cubicBezTo>
                    <a:pt x="16997" y="3286"/>
                    <a:pt x="16599" y="3110"/>
                    <a:pt x="16185" y="2979"/>
                  </a:cubicBezTo>
                  <a:cubicBezTo>
                    <a:pt x="15764" y="2849"/>
                    <a:pt x="15336" y="2757"/>
                    <a:pt x="14899" y="2711"/>
                  </a:cubicBezTo>
                  <a:cubicBezTo>
                    <a:pt x="14784" y="2696"/>
                    <a:pt x="14670" y="2688"/>
                    <a:pt x="14555" y="2681"/>
                  </a:cubicBezTo>
                  <a:cubicBezTo>
                    <a:pt x="14363" y="2658"/>
                    <a:pt x="14172" y="2635"/>
                    <a:pt x="13965" y="2627"/>
                  </a:cubicBezTo>
                  <a:cubicBezTo>
                    <a:pt x="13958" y="2604"/>
                    <a:pt x="13950" y="2574"/>
                    <a:pt x="13942" y="2551"/>
                  </a:cubicBezTo>
                  <a:cubicBezTo>
                    <a:pt x="13751" y="2091"/>
                    <a:pt x="13475" y="1670"/>
                    <a:pt x="13123" y="1310"/>
                  </a:cubicBezTo>
                  <a:cubicBezTo>
                    <a:pt x="13337" y="1173"/>
                    <a:pt x="13552" y="1050"/>
                    <a:pt x="13789" y="951"/>
                  </a:cubicBezTo>
                  <a:lnTo>
                    <a:pt x="13812" y="943"/>
                  </a:lnTo>
                  <a:cubicBezTo>
                    <a:pt x="14210" y="774"/>
                    <a:pt x="14631" y="660"/>
                    <a:pt x="15060" y="598"/>
                  </a:cubicBezTo>
                  <a:cubicBezTo>
                    <a:pt x="15244" y="575"/>
                    <a:pt x="15428" y="568"/>
                    <a:pt x="15611" y="568"/>
                  </a:cubicBezTo>
                  <a:cubicBezTo>
                    <a:pt x="15764" y="568"/>
                    <a:pt x="15918" y="575"/>
                    <a:pt x="16063" y="591"/>
                  </a:cubicBezTo>
                  <a:cubicBezTo>
                    <a:pt x="16308" y="621"/>
                    <a:pt x="16545" y="690"/>
                    <a:pt x="16767" y="782"/>
                  </a:cubicBezTo>
                  <a:cubicBezTo>
                    <a:pt x="16928" y="851"/>
                    <a:pt x="17081" y="935"/>
                    <a:pt x="17227" y="1042"/>
                  </a:cubicBezTo>
                  <a:cubicBezTo>
                    <a:pt x="17319" y="1119"/>
                    <a:pt x="17410" y="1203"/>
                    <a:pt x="17495" y="1295"/>
                  </a:cubicBezTo>
                  <a:cubicBezTo>
                    <a:pt x="17525" y="1326"/>
                    <a:pt x="17564" y="1349"/>
                    <a:pt x="17610" y="1349"/>
                  </a:cubicBezTo>
                  <a:cubicBezTo>
                    <a:pt x="17755" y="1349"/>
                    <a:pt x="17824" y="1173"/>
                    <a:pt x="17724" y="1073"/>
                  </a:cubicBezTo>
                  <a:cubicBezTo>
                    <a:pt x="17579" y="912"/>
                    <a:pt x="17418" y="774"/>
                    <a:pt x="17242" y="660"/>
                  </a:cubicBezTo>
                  <a:cubicBezTo>
                    <a:pt x="17058" y="552"/>
                    <a:pt x="16867" y="461"/>
                    <a:pt x="16668" y="399"/>
                  </a:cubicBezTo>
                  <a:cubicBezTo>
                    <a:pt x="16461" y="330"/>
                    <a:pt x="16247" y="284"/>
                    <a:pt x="16032" y="261"/>
                  </a:cubicBezTo>
                  <a:cubicBezTo>
                    <a:pt x="15895" y="246"/>
                    <a:pt x="15757" y="239"/>
                    <a:pt x="15619" y="239"/>
                  </a:cubicBezTo>
                  <a:cubicBezTo>
                    <a:pt x="15535" y="239"/>
                    <a:pt x="15458" y="239"/>
                    <a:pt x="15374" y="246"/>
                  </a:cubicBezTo>
                  <a:cubicBezTo>
                    <a:pt x="14922" y="277"/>
                    <a:pt x="14470" y="361"/>
                    <a:pt x="14042" y="514"/>
                  </a:cubicBezTo>
                  <a:cubicBezTo>
                    <a:pt x="13628" y="644"/>
                    <a:pt x="13238" y="836"/>
                    <a:pt x="12878" y="1081"/>
                  </a:cubicBezTo>
                  <a:cubicBezTo>
                    <a:pt x="12618" y="851"/>
                    <a:pt x="12334" y="660"/>
                    <a:pt x="12028" y="506"/>
                  </a:cubicBezTo>
                  <a:cubicBezTo>
                    <a:pt x="11607" y="292"/>
                    <a:pt x="11163" y="147"/>
                    <a:pt x="10704" y="70"/>
                  </a:cubicBezTo>
                  <a:cubicBezTo>
                    <a:pt x="10459" y="24"/>
                    <a:pt x="10206" y="1"/>
                    <a:pt x="9953" y="1"/>
                  </a:cubicBezTo>
                  <a:lnTo>
                    <a:pt x="9961" y="1"/>
                  </a:lnTo>
                  <a:cubicBezTo>
                    <a:pt x="9936" y="1"/>
                    <a:pt x="9911" y="0"/>
                    <a:pt x="9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5" name="Google Shape;1745;p69">
            <a:extLst>
              <a:ext uri="{FF2B5EF4-FFF2-40B4-BE49-F238E27FC236}">
                <a16:creationId xmlns:a16="http://schemas.microsoft.com/office/drawing/2014/main" id="{DF665512-10F3-9552-35B6-EB2D6C8B2D6C}"/>
              </a:ext>
            </a:extLst>
          </p:cNvPr>
          <p:cNvSpPr/>
          <p:nvPr/>
        </p:nvSpPr>
        <p:spPr>
          <a:xfrm>
            <a:off x="1399225" y="1767838"/>
            <a:ext cx="674100" cy="674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46" name="Google Shape;1746;p69">
            <a:extLst>
              <a:ext uri="{FF2B5EF4-FFF2-40B4-BE49-F238E27FC236}">
                <a16:creationId xmlns:a16="http://schemas.microsoft.com/office/drawing/2014/main" id="{47BC38BB-E80D-C1DA-1ADC-D7CB1A0A82F7}"/>
              </a:ext>
            </a:extLst>
          </p:cNvPr>
          <p:cNvSpPr/>
          <p:nvPr/>
        </p:nvSpPr>
        <p:spPr>
          <a:xfrm>
            <a:off x="1399225" y="3202813"/>
            <a:ext cx="674100" cy="67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47" name="Google Shape;1747;p69">
            <a:extLst>
              <a:ext uri="{FF2B5EF4-FFF2-40B4-BE49-F238E27FC236}">
                <a16:creationId xmlns:a16="http://schemas.microsoft.com/office/drawing/2014/main" id="{E0CE2004-E382-ED37-6408-EE16E8D4D7DA}"/>
              </a:ext>
            </a:extLst>
          </p:cNvPr>
          <p:cNvSpPr/>
          <p:nvPr/>
        </p:nvSpPr>
        <p:spPr>
          <a:xfrm>
            <a:off x="4682925" y="1767838"/>
            <a:ext cx="674100" cy="674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48" name="Google Shape;1748;p69">
            <a:extLst>
              <a:ext uri="{FF2B5EF4-FFF2-40B4-BE49-F238E27FC236}">
                <a16:creationId xmlns:a16="http://schemas.microsoft.com/office/drawing/2014/main" id="{1DA54D9E-812F-144B-545D-4F3F4D6C6EBD}"/>
              </a:ext>
            </a:extLst>
          </p:cNvPr>
          <p:cNvSpPr/>
          <p:nvPr/>
        </p:nvSpPr>
        <p:spPr>
          <a:xfrm>
            <a:off x="4682925" y="3202813"/>
            <a:ext cx="674100" cy="674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749" name="Google Shape;1749;p69">
            <a:extLst>
              <a:ext uri="{FF2B5EF4-FFF2-40B4-BE49-F238E27FC236}">
                <a16:creationId xmlns:a16="http://schemas.microsoft.com/office/drawing/2014/main" id="{D33ACC74-69C4-5837-DB44-AB9EFDBDBCAC}"/>
              </a:ext>
            </a:extLst>
          </p:cNvPr>
          <p:cNvGrpSpPr/>
          <p:nvPr/>
        </p:nvGrpSpPr>
        <p:grpSpPr>
          <a:xfrm>
            <a:off x="1566648" y="3430546"/>
            <a:ext cx="339253" cy="218676"/>
            <a:chOff x="1492675" y="1520750"/>
            <a:chExt cx="481825" cy="310575"/>
          </a:xfrm>
        </p:grpSpPr>
        <p:sp>
          <p:nvSpPr>
            <p:cNvPr id="1750" name="Google Shape;1750;p69">
              <a:extLst>
                <a:ext uri="{FF2B5EF4-FFF2-40B4-BE49-F238E27FC236}">
                  <a16:creationId xmlns:a16="http://schemas.microsoft.com/office/drawing/2014/main" id="{8B7391DE-1130-6F6B-E4A8-59E89F3F3AEA}"/>
                </a:ext>
              </a:extLst>
            </p:cNvPr>
            <p:cNvSpPr/>
            <p:nvPr/>
          </p:nvSpPr>
          <p:spPr>
            <a:xfrm>
              <a:off x="1492675" y="1540400"/>
              <a:ext cx="481825" cy="290925"/>
            </a:xfrm>
            <a:custGeom>
              <a:avLst/>
              <a:gdLst/>
              <a:ahLst/>
              <a:cxnLst/>
              <a:rect l="l" t="t" r="r" b="b"/>
              <a:pathLst>
                <a:path w="19273" h="11637" extrusionOk="0">
                  <a:moveTo>
                    <a:pt x="266" y="1"/>
                  </a:moveTo>
                  <a:cubicBezTo>
                    <a:pt x="91" y="272"/>
                    <a:pt x="1" y="585"/>
                    <a:pt x="1" y="907"/>
                  </a:cubicBezTo>
                  <a:lnTo>
                    <a:pt x="1" y="9941"/>
                  </a:lnTo>
                  <a:cubicBezTo>
                    <a:pt x="1" y="10877"/>
                    <a:pt x="757" y="11633"/>
                    <a:pt x="1693" y="11636"/>
                  </a:cubicBezTo>
                  <a:lnTo>
                    <a:pt x="17577" y="11636"/>
                  </a:lnTo>
                  <a:cubicBezTo>
                    <a:pt x="18514" y="11633"/>
                    <a:pt x="19270" y="10877"/>
                    <a:pt x="19273" y="9941"/>
                  </a:cubicBezTo>
                  <a:lnTo>
                    <a:pt x="19273" y="907"/>
                  </a:lnTo>
                  <a:cubicBezTo>
                    <a:pt x="19270" y="585"/>
                    <a:pt x="19176" y="272"/>
                    <a:pt x="19005" y="1"/>
                  </a:cubicBezTo>
                  <a:lnTo>
                    <a:pt x="9974" y="7005"/>
                  </a:lnTo>
                  <a:cubicBezTo>
                    <a:pt x="9873" y="7080"/>
                    <a:pt x="9754" y="7118"/>
                    <a:pt x="9635" y="7118"/>
                  </a:cubicBezTo>
                  <a:cubicBezTo>
                    <a:pt x="9516" y="7118"/>
                    <a:pt x="9397" y="7080"/>
                    <a:pt x="9296" y="7005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51" name="Google Shape;1751;p69">
              <a:extLst>
                <a:ext uri="{FF2B5EF4-FFF2-40B4-BE49-F238E27FC236}">
                  <a16:creationId xmlns:a16="http://schemas.microsoft.com/office/drawing/2014/main" id="{55C256AB-11AC-0090-9A86-675C9F9AC122}"/>
                </a:ext>
              </a:extLst>
            </p:cNvPr>
            <p:cNvSpPr/>
            <p:nvPr/>
          </p:nvSpPr>
          <p:spPr>
            <a:xfrm>
              <a:off x="1522575" y="1520750"/>
              <a:ext cx="421975" cy="165800"/>
            </a:xfrm>
            <a:custGeom>
              <a:avLst/>
              <a:gdLst/>
              <a:ahLst/>
              <a:cxnLst/>
              <a:rect l="l" t="t" r="r" b="b"/>
              <a:pathLst>
                <a:path w="16879" h="6632" extrusionOk="0">
                  <a:moveTo>
                    <a:pt x="497" y="1"/>
                  </a:moveTo>
                  <a:cubicBezTo>
                    <a:pt x="328" y="1"/>
                    <a:pt x="160" y="31"/>
                    <a:pt x="0" y="82"/>
                  </a:cubicBezTo>
                  <a:lnTo>
                    <a:pt x="8441" y="6631"/>
                  </a:lnTo>
                  <a:lnTo>
                    <a:pt x="16878" y="82"/>
                  </a:lnTo>
                  <a:cubicBezTo>
                    <a:pt x="16719" y="31"/>
                    <a:pt x="16550" y="1"/>
                    <a:pt x="163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52" name="Google Shape;1752;p69">
            <a:extLst>
              <a:ext uri="{FF2B5EF4-FFF2-40B4-BE49-F238E27FC236}">
                <a16:creationId xmlns:a16="http://schemas.microsoft.com/office/drawing/2014/main" id="{82F06914-EB98-D696-200D-416C9A33D25C}"/>
              </a:ext>
            </a:extLst>
          </p:cNvPr>
          <p:cNvGrpSpPr/>
          <p:nvPr/>
        </p:nvGrpSpPr>
        <p:grpSpPr>
          <a:xfrm>
            <a:off x="1550387" y="1925287"/>
            <a:ext cx="371785" cy="369974"/>
            <a:chOff x="-38172725" y="3588000"/>
            <a:chExt cx="318200" cy="316650"/>
          </a:xfrm>
        </p:grpSpPr>
        <p:sp>
          <p:nvSpPr>
            <p:cNvPr id="1753" name="Google Shape;1753;p69">
              <a:extLst>
                <a:ext uri="{FF2B5EF4-FFF2-40B4-BE49-F238E27FC236}">
                  <a16:creationId xmlns:a16="http://schemas.microsoft.com/office/drawing/2014/main" id="{00F4ED01-476C-B76C-6D0A-BE329EEBC8FB}"/>
                </a:ext>
              </a:extLst>
            </p:cNvPr>
            <p:cNvSpPr/>
            <p:nvPr/>
          </p:nvSpPr>
          <p:spPr>
            <a:xfrm>
              <a:off x="-38171150" y="3760050"/>
              <a:ext cx="98475" cy="91050"/>
            </a:xfrm>
            <a:custGeom>
              <a:avLst/>
              <a:gdLst/>
              <a:ahLst/>
              <a:cxnLst/>
              <a:rect l="l" t="t" r="r" b="b"/>
              <a:pathLst>
                <a:path w="3939" h="3642" extrusionOk="0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69">
              <a:extLst>
                <a:ext uri="{FF2B5EF4-FFF2-40B4-BE49-F238E27FC236}">
                  <a16:creationId xmlns:a16="http://schemas.microsoft.com/office/drawing/2014/main" id="{58E1653D-D5F9-B22F-8067-A42E4386E82D}"/>
                </a:ext>
              </a:extLst>
            </p:cNvPr>
            <p:cNvSpPr/>
            <p:nvPr/>
          </p:nvSpPr>
          <p:spPr>
            <a:xfrm>
              <a:off x="-38172725" y="3641575"/>
              <a:ext cx="144150" cy="133900"/>
            </a:xfrm>
            <a:custGeom>
              <a:avLst/>
              <a:gdLst/>
              <a:ahLst/>
              <a:cxnLst/>
              <a:rect l="l" t="t" r="r" b="b"/>
              <a:pathLst>
                <a:path w="5766" h="5356" extrusionOk="0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69">
              <a:extLst>
                <a:ext uri="{FF2B5EF4-FFF2-40B4-BE49-F238E27FC236}">
                  <a16:creationId xmlns:a16="http://schemas.microsoft.com/office/drawing/2014/main" id="{87041A8C-A7B5-6C0D-427F-8D7E78EF7EE4}"/>
                </a:ext>
              </a:extLst>
            </p:cNvPr>
            <p:cNvSpPr/>
            <p:nvPr/>
          </p:nvSpPr>
          <p:spPr>
            <a:xfrm>
              <a:off x="-38117600" y="3806975"/>
              <a:ext cx="77200" cy="94525"/>
            </a:xfrm>
            <a:custGeom>
              <a:avLst/>
              <a:gdLst/>
              <a:ahLst/>
              <a:cxnLst/>
              <a:rect l="l" t="t" r="r" b="b"/>
              <a:pathLst>
                <a:path w="3088" h="3781" extrusionOk="0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69">
              <a:extLst>
                <a:ext uri="{FF2B5EF4-FFF2-40B4-BE49-F238E27FC236}">
                  <a16:creationId xmlns:a16="http://schemas.microsoft.com/office/drawing/2014/main" id="{C83A05B7-AC76-6A2E-AA92-1E7ABD5B58AE}"/>
                </a:ext>
              </a:extLst>
            </p:cNvPr>
            <p:cNvSpPr/>
            <p:nvPr/>
          </p:nvSpPr>
          <p:spPr>
            <a:xfrm>
              <a:off x="-37997875" y="3716375"/>
              <a:ext cx="143350" cy="135500"/>
            </a:xfrm>
            <a:custGeom>
              <a:avLst/>
              <a:gdLst/>
              <a:ahLst/>
              <a:cxnLst/>
              <a:rect l="l" t="t" r="r" b="b"/>
              <a:pathLst>
                <a:path w="5734" h="5420" extrusionOk="0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69">
              <a:extLst>
                <a:ext uri="{FF2B5EF4-FFF2-40B4-BE49-F238E27FC236}">
                  <a16:creationId xmlns:a16="http://schemas.microsoft.com/office/drawing/2014/main" id="{169305AF-B5FD-72F5-950E-3CA287857D60}"/>
                </a:ext>
              </a:extLst>
            </p:cNvPr>
            <p:cNvSpPr/>
            <p:nvPr/>
          </p:nvSpPr>
          <p:spPr>
            <a:xfrm>
              <a:off x="-38044350" y="3761275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69">
              <a:extLst>
                <a:ext uri="{FF2B5EF4-FFF2-40B4-BE49-F238E27FC236}">
                  <a16:creationId xmlns:a16="http://schemas.microsoft.com/office/drawing/2014/main" id="{E36AC77C-7EF9-0969-DFA2-692204B66A6C}"/>
                </a:ext>
              </a:extLst>
            </p:cNvPr>
            <p:cNvSpPr/>
            <p:nvPr/>
          </p:nvSpPr>
          <p:spPr>
            <a:xfrm>
              <a:off x="-37997875" y="3588800"/>
              <a:ext cx="89025" cy="97675"/>
            </a:xfrm>
            <a:custGeom>
              <a:avLst/>
              <a:gdLst/>
              <a:ahLst/>
              <a:cxnLst/>
              <a:rect l="l" t="t" r="r" b="b"/>
              <a:pathLst>
                <a:path w="3561" h="3907" extrusionOk="0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69">
              <a:extLst>
                <a:ext uri="{FF2B5EF4-FFF2-40B4-BE49-F238E27FC236}">
                  <a16:creationId xmlns:a16="http://schemas.microsoft.com/office/drawing/2014/main" id="{8597110D-D92E-7866-080E-513FF2D4504E}"/>
                </a:ext>
              </a:extLst>
            </p:cNvPr>
            <p:cNvSpPr/>
            <p:nvPr/>
          </p:nvSpPr>
          <p:spPr>
            <a:xfrm>
              <a:off x="-38117600" y="3588000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9">
              <a:extLst>
                <a:ext uri="{FF2B5EF4-FFF2-40B4-BE49-F238E27FC236}">
                  <a16:creationId xmlns:a16="http://schemas.microsoft.com/office/drawing/2014/main" id="{5FC4C34B-5453-FAAE-C728-B615C893666E}"/>
                </a:ext>
              </a:extLst>
            </p:cNvPr>
            <p:cNvSpPr/>
            <p:nvPr/>
          </p:nvSpPr>
          <p:spPr>
            <a:xfrm>
              <a:off x="-37953000" y="3641575"/>
              <a:ext cx="97700" cy="86350"/>
            </a:xfrm>
            <a:custGeom>
              <a:avLst/>
              <a:gdLst/>
              <a:ahLst/>
              <a:cxnLst/>
              <a:rect l="l" t="t" r="r" b="b"/>
              <a:pathLst>
                <a:path w="3908" h="3454" extrusionOk="0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1" name="Google Shape;1761;p69">
            <a:extLst>
              <a:ext uri="{FF2B5EF4-FFF2-40B4-BE49-F238E27FC236}">
                <a16:creationId xmlns:a16="http://schemas.microsoft.com/office/drawing/2014/main" id="{2AC27976-CC44-4C02-0B90-EAFF48E00D53}"/>
              </a:ext>
            </a:extLst>
          </p:cNvPr>
          <p:cNvGrpSpPr/>
          <p:nvPr/>
        </p:nvGrpSpPr>
        <p:grpSpPr>
          <a:xfrm>
            <a:off x="4832227" y="3354440"/>
            <a:ext cx="375495" cy="370879"/>
            <a:chOff x="-37808850" y="3221575"/>
            <a:chExt cx="321375" cy="317425"/>
          </a:xfrm>
        </p:grpSpPr>
        <p:sp>
          <p:nvSpPr>
            <p:cNvPr id="1762" name="Google Shape;1762;p69">
              <a:extLst>
                <a:ext uri="{FF2B5EF4-FFF2-40B4-BE49-F238E27FC236}">
                  <a16:creationId xmlns:a16="http://schemas.microsoft.com/office/drawing/2014/main" id="{4D54F406-0D41-93F2-40F5-A1C440501236}"/>
                </a:ext>
              </a:extLst>
            </p:cNvPr>
            <p:cNvSpPr/>
            <p:nvPr/>
          </p:nvSpPr>
          <p:spPr>
            <a:xfrm>
              <a:off x="-37808850" y="3294050"/>
              <a:ext cx="261500" cy="244950"/>
            </a:xfrm>
            <a:custGeom>
              <a:avLst/>
              <a:gdLst/>
              <a:ahLst/>
              <a:cxnLst/>
              <a:rect l="l" t="t" r="r" b="b"/>
              <a:pathLst>
                <a:path w="10460" h="9798" extrusionOk="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69">
              <a:extLst>
                <a:ext uri="{FF2B5EF4-FFF2-40B4-BE49-F238E27FC236}">
                  <a16:creationId xmlns:a16="http://schemas.microsoft.com/office/drawing/2014/main" id="{14CAB93A-3CC4-BDE2-DEEF-B74A8C2A9F7C}"/>
                </a:ext>
              </a:extLst>
            </p:cNvPr>
            <p:cNvSpPr/>
            <p:nvPr/>
          </p:nvSpPr>
          <p:spPr>
            <a:xfrm>
              <a:off x="-37601700" y="3221575"/>
              <a:ext cx="114225" cy="111275"/>
            </a:xfrm>
            <a:custGeom>
              <a:avLst/>
              <a:gdLst/>
              <a:ahLst/>
              <a:cxnLst/>
              <a:rect l="l" t="t" r="r" b="b"/>
              <a:pathLst>
                <a:path w="4569" h="4451" extrusionOk="0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4" name="Google Shape;1764;p69">
            <a:extLst>
              <a:ext uri="{FF2B5EF4-FFF2-40B4-BE49-F238E27FC236}">
                <a16:creationId xmlns:a16="http://schemas.microsoft.com/office/drawing/2014/main" id="{ACCD0579-6F92-3C1A-CDB6-FC7107DCC297}"/>
              </a:ext>
            </a:extLst>
          </p:cNvPr>
          <p:cNvGrpSpPr/>
          <p:nvPr/>
        </p:nvGrpSpPr>
        <p:grpSpPr>
          <a:xfrm>
            <a:off x="4794738" y="1886783"/>
            <a:ext cx="450470" cy="446998"/>
            <a:chOff x="-15688425" y="3707725"/>
            <a:chExt cx="304825" cy="302475"/>
          </a:xfrm>
        </p:grpSpPr>
        <p:sp>
          <p:nvSpPr>
            <p:cNvPr id="1765" name="Google Shape;1765;p69">
              <a:extLst>
                <a:ext uri="{FF2B5EF4-FFF2-40B4-BE49-F238E27FC236}">
                  <a16:creationId xmlns:a16="http://schemas.microsoft.com/office/drawing/2014/main" id="{1142BE19-C849-8875-6FE5-469303882DF1}"/>
                </a:ext>
              </a:extLst>
            </p:cNvPr>
            <p:cNvSpPr/>
            <p:nvPr/>
          </p:nvSpPr>
          <p:spPr>
            <a:xfrm>
              <a:off x="-15687650" y="3884950"/>
              <a:ext cx="304050" cy="125250"/>
            </a:xfrm>
            <a:custGeom>
              <a:avLst/>
              <a:gdLst/>
              <a:ahLst/>
              <a:cxnLst/>
              <a:rect l="l" t="t" r="r" b="b"/>
              <a:pathLst>
                <a:path w="12162" h="5010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851" y="725"/>
                  </a:lnTo>
                  <a:lnTo>
                    <a:pt x="1481" y="1922"/>
                  </a:lnTo>
                  <a:cubicBezTo>
                    <a:pt x="1576" y="2048"/>
                    <a:pt x="1702" y="2142"/>
                    <a:pt x="1796" y="2142"/>
                  </a:cubicBezTo>
                  <a:lnTo>
                    <a:pt x="3057" y="2142"/>
                  </a:lnTo>
                  <a:lnTo>
                    <a:pt x="3624" y="2835"/>
                  </a:lnTo>
                  <a:lnTo>
                    <a:pt x="6113" y="2835"/>
                  </a:lnTo>
                  <a:cubicBezTo>
                    <a:pt x="6302" y="2835"/>
                    <a:pt x="6459" y="2993"/>
                    <a:pt x="6459" y="3182"/>
                  </a:cubicBezTo>
                  <a:cubicBezTo>
                    <a:pt x="6459" y="3403"/>
                    <a:pt x="6302" y="3560"/>
                    <a:pt x="6113" y="3560"/>
                  </a:cubicBezTo>
                  <a:lnTo>
                    <a:pt x="4128" y="3560"/>
                  </a:lnTo>
                  <a:lnTo>
                    <a:pt x="5073" y="4852"/>
                  </a:lnTo>
                  <a:cubicBezTo>
                    <a:pt x="5168" y="4915"/>
                    <a:pt x="5231" y="5009"/>
                    <a:pt x="5357" y="5009"/>
                  </a:cubicBezTo>
                  <a:lnTo>
                    <a:pt x="6774" y="5009"/>
                  </a:lnTo>
                  <a:cubicBezTo>
                    <a:pt x="6900" y="5009"/>
                    <a:pt x="7058" y="4915"/>
                    <a:pt x="7089" y="4820"/>
                  </a:cubicBezTo>
                  <a:lnTo>
                    <a:pt x="7719" y="3560"/>
                  </a:lnTo>
                  <a:lnTo>
                    <a:pt x="8948" y="3560"/>
                  </a:lnTo>
                  <a:cubicBezTo>
                    <a:pt x="9043" y="3560"/>
                    <a:pt x="9169" y="3497"/>
                    <a:pt x="9200" y="3403"/>
                  </a:cubicBezTo>
                  <a:lnTo>
                    <a:pt x="10145" y="2079"/>
                  </a:lnTo>
                  <a:lnTo>
                    <a:pt x="8948" y="2079"/>
                  </a:lnTo>
                  <a:lnTo>
                    <a:pt x="8948" y="2142"/>
                  </a:lnTo>
                  <a:cubicBezTo>
                    <a:pt x="8728" y="2142"/>
                    <a:pt x="8570" y="1985"/>
                    <a:pt x="8570" y="1764"/>
                  </a:cubicBezTo>
                  <a:cubicBezTo>
                    <a:pt x="8570" y="1575"/>
                    <a:pt x="8728" y="1418"/>
                    <a:pt x="8948" y="1418"/>
                  </a:cubicBezTo>
                  <a:lnTo>
                    <a:pt x="10712" y="1418"/>
                  </a:lnTo>
                  <a:lnTo>
                    <a:pt x="11248" y="725"/>
                  </a:lnTo>
                  <a:lnTo>
                    <a:pt x="11815" y="725"/>
                  </a:lnTo>
                  <a:cubicBezTo>
                    <a:pt x="12004" y="725"/>
                    <a:pt x="12162" y="567"/>
                    <a:pt x="12162" y="347"/>
                  </a:cubicBezTo>
                  <a:cubicBezTo>
                    <a:pt x="12162" y="158"/>
                    <a:pt x="12004" y="0"/>
                    <a:pt x="118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69">
              <a:extLst>
                <a:ext uri="{FF2B5EF4-FFF2-40B4-BE49-F238E27FC236}">
                  <a16:creationId xmlns:a16="http://schemas.microsoft.com/office/drawing/2014/main" id="{978D87E9-0A98-BF14-BA41-D82455F54157}"/>
                </a:ext>
              </a:extLst>
            </p:cNvPr>
            <p:cNvSpPr/>
            <p:nvPr/>
          </p:nvSpPr>
          <p:spPr>
            <a:xfrm>
              <a:off x="-15634875" y="3956600"/>
              <a:ext cx="49650" cy="18150"/>
            </a:xfrm>
            <a:custGeom>
              <a:avLst/>
              <a:gdLst/>
              <a:ahLst/>
              <a:cxnLst/>
              <a:rect l="l" t="t" r="r" b="b"/>
              <a:pathLst>
                <a:path w="198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68"/>
                    <a:pt x="158" y="726"/>
                    <a:pt x="379" y="726"/>
                  </a:cubicBezTo>
                  <a:lnTo>
                    <a:pt x="1985" y="726"/>
                  </a:lnTo>
                  <a:lnTo>
                    <a:pt x="14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69">
              <a:extLst>
                <a:ext uri="{FF2B5EF4-FFF2-40B4-BE49-F238E27FC236}">
                  <a16:creationId xmlns:a16="http://schemas.microsoft.com/office/drawing/2014/main" id="{D379162D-D9B9-41E2-2FC3-FD66F78B9978}"/>
                </a:ext>
              </a:extLst>
            </p:cNvPr>
            <p:cNvSpPr/>
            <p:nvPr/>
          </p:nvSpPr>
          <p:spPr>
            <a:xfrm>
              <a:off x="-15434025" y="3920375"/>
              <a:ext cx="31525" cy="18150"/>
            </a:xfrm>
            <a:custGeom>
              <a:avLst/>
              <a:gdLst/>
              <a:ahLst/>
              <a:cxnLst/>
              <a:rect l="l" t="t" r="r" b="b"/>
              <a:pathLst>
                <a:path w="1261" h="726" extrusionOk="0">
                  <a:moveTo>
                    <a:pt x="567" y="1"/>
                  </a:moveTo>
                  <a:lnTo>
                    <a:pt x="0" y="725"/>
                  </a:lnTo>
                  <a:lnTo>
                    <a:pt x="914" y="725"/>
                  </a:lnTo>
                  <a:cubicBezTo>
                    <a:pt x="1103" y="725"/>
                    <a:pt x="1261" y="568"/>
                    <a:pt x="1261" y="347"/>
                  </a:cubicBezTo>
                  <a:cubicBezTo>
                    <a:pt x="1261" y="158"/>
                    <a:pt x="1103" y="1"/>
                    <a:pt x="9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69">
              <a:extLst>
                <a:ext uri="{FF2B5EF4-FFF2-40B4-BE49-F238E27FC236}">
                  <a16:creationId xmlns:a16="http://schemas.microsoft.com/office/drawing/2014/main" id="{5C96E48E-E3F1-2C9C-8257-2482FF47E795}"/>
                </a:ext>
              </a:extLst>
            </p:cNvPr>
            <p:cNvSpPr/>
            <p:nvPr/>
          </p:nvSpPr>
          <p:spPr>
            <a:xfrm>
              <a:off x="-15436400" y="3974725"/>
              <a:ext cx="52800" cy="17350"/>
            </a:xfrm>
            <a:custGeom>
              <a:avLst/>
              <a:gdLst/>
              <a:ahLst/>
              <a:cxnLst/>
              <a:rect l="l" t="t" r="r" b="b"/>
              <a:pathLst>
                <a:path w="2112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765" y="694"/>
                  </a:lnTo>
                  <a:cubicBezTo>
                    <a:pt x="1954" y="694"/>
                    <a:pt x="2112" y="536"/>
                    <a:pt x="2112" y="347"/>
                  </a:cubicBez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69">
              <a:extLst>
                <a:ext uri="{FF2B5EF4-FFF2-40B4-BE49-F238E27FC236}">
                  <a16:creationId xmlns:a16="http://schemas.microsoft.com/office/drawing/2014/main" id="{849B08C8-74C5-3DFB-B8B3-6136CFD95CCB}"/>
                </a:ext>
              </a:extLst>
            </p:cNvPr>
            <p:cNvSpPr/>
            <p:nvPr/>
          </p:nvSpPr>
          <p:spPr>
            <a:xfrm>
              <a:off x="-15688425" y="3992050"/>
              <a:ext cx="54350" cy="18150"/>
            </a:xfrm>
            <a:custGeom>
              <a:avLst/>
              <a:gdLst/>
              <a:ahLst/>
              <a:cxnLst/>
              <a:rect l="l" t="t" r="r" b="b"/>
              <a:pathLst>
                <a:path w="217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796" y="725"/>
                  </a:lnTo>
                  <a:cubicBezTo>
                    <a:pt x="1985" y="725"/>
                    <a:pt x="2174" y="568"/>
                    <a:pt x="2174" y="379"/>
                  </a:cubicBezTo>
                  <a:cubicBezTo>
                    <a:pt x="2174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69">
              <a:extLst>
                <a:ext uri="{FF2B5EF4-FFF2-40B4-BE49-F238E27FC236}">
                  <a16:creationId xmlns:a16="http://schemas.microsoft.com/office/drawing/2014/main" id="{D47F7712-9D31-3634-B573-E3CF987A9B55}"/>
                </a:ext>
              </a:extLst>
            </p:cNvPr>
            <p:cNvSpPr/>
            <p:nvPr/>
          </p:nvSpPr>
          <p:spPr>
            <a:xfrm>
              <a:off x="-15664800" y="3707725"/>
              <a:ext cx="252850" cy="161475"/>
            </a:xfrm>
            <a:custGeom>
              <a:avLst/>
              <a:gdLst/>
              <a:ahLst/>
              <a:cxnLst/>
              <a:rect l="l" t="t" r="r" b="b"/>
              <a:pathLst>
                <a:path w="10114" h="6459" extrusionOk="0">
                  <a:moveTo>
                    <a:pt x="4443" y="0"/>
                  </a:moveTo>
                  <a:cubicBezTo>
                    <a:pt x="4285" y="0"/>
                    <a:pt x="4159" y="95"/>
                    <a:pt x="4096" y="252"/>
                  </a:cubicBezTo>
                  <a:lnTo>
                    <a:pt x="3686" y="1450"/>
                  </a:lnTo>
                  <a:lnTo>
                    <a:pt x="5136" y="1450"/>
                  </a:lnTo>
                  <a:cubicBezTo>
                    <a:pt x="5356" y="1450"/>
                    <a:pt x="5514" y="1607"/>
                    <a:pt x="5514" y="1828"/>
                  </a:cubicBezTo>
                  <a:cubicBezTo>
                    <a:pt x="5514" y="2017"/>
                    <a:pt x="5356" y="2174"/>
                    <a:pt x="5136" y="2174"/>
                  </a:cubicBezTo>
                  <a:lnTo>
                    <a:pt x="2993" y="2174"/>
                  </a:lnTo>
                  <a:cubicBezTo>
                    <a:pt x="2867" y="2174"/>
                    <a:pt x="2710" y="2237"/>
                    <a:pt x="2678" y="2363"/>
                  </a:cubicBezTo>
                  <a:lnTo>
                    <a:pt x="1985" y="3718"/>
                  </a:lnTo>
                  <a:lnTo>
                    <a:pt x="662" y="4380"/>
                  </a:lnTo>
                  <a:cubicBezTo>
                    <a:pt x="567" y="4411"/>
                    <a:pt x="504" y="4506"/>
                    <a:pt x="473" y="4600"/>
                  </a:cubicBezTo>
                  <a:lnTo>
                    <a:pt x="0" y="6459"/>
                  </a:lnTo>
                  <a:lnTo>
                    <a:pt x="3497" y="6459"/>
                  </a:lnTo>
                  <a:lnTo>
                    <a:pt x="4096" y="3813"/>
                  </a:lnTo>
                  <a:cubicBezTo>
                    <a:pt x="4122" y="3657"/>
                    <a:pt x="4255" y="3544"/>
                    <a:pt x="4406" y="3544"/>
                  </a:cubicBezTo>
                  <a:cubicBezTo>
                    <a:pt x="4439" y="3544"/>
                    <a:pt x="4472" y="3549"/>
                    <a:pt x="4506" y="3560"/>
                  </a:cubicBezTo>
                  <a:cubicBezTo>
                    <a:pt x="4726" y="3592"/>
                    <a:pt x="4821" y="3781"/>
                    <a:pt x="4789" y="3970"/>
                  </a:cubicBezTo>
                  <a:lnTo>
                    <a:pt x="4317" y="6427"/>
                  </a:lnTo>
                  <a:lnTo>
                    <a:pt x="5860" y="6427"/>
                  </a:lnTo>
                  <a:lnTo>
                    <a:pt x="5545" y="5482"/>
                  </a:lnTo>
                  <a:cubicBezTo>
                    <a:pt x="5451" y="5293"/>
                    <a:pt x="5577" y="5073"/>
                    <a:pt x="5766" y="5041"/>
                  </a:cubicBezTo>
                  <a:cubicBezTo>
                    <a:pt x="5811" y="5028"/>
                    <a:pt x="5855" y="5022"/>
                    <a:pt x="5896" y="5022"/>
                  </a:cubicBezTo>
                  <a:cubicBezTo>
                    <a:pt x="6057" y="5022"/>
                    <a:pt x="6182" y="5118"/>
                    <a:pt x="6207" y="5293"/>
                  </a:cubicBezTo>
                  <a:lnTo>
                    <a:pt x="6616" y="6459"/>
                  </a:lnTo>
                  <a:lnTo>
                    <a:pt x="10113" y="6459"/>
                  </a:lnTo>
                  <a:lnTo>
                    <a:pt x="9042" y="3813"/>
                  </a:lnTo>
                  <a:cubicBezTo>
                    <a:pt x="9011" y="3750"/>
                    <a:pt x="8979" y="3655"/>
                    <a:pt x="8885" y="3623"/>
                  </a:cubicBezTo>
                  <a:lnTo>
                    <a:pt x="7562" y="2962"/>
                  </a:lnTo>
                  <a:lnTo>
                    <a:pt x="6175" y="189"/>
                  </a:lnTo>
                  <a:cubicBezTo>
                    <a:pt x="6081" y="95"/>
                    <a:pt x="5986" y="0"/>
                    <a:pt x="58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7981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7">
          <a:extLst>
            <a:ext uri="{FF2B5EF4-FFF2-40B4-BE49-F238E27FC236}">
              <a16:creationId xmlns:a16="http://schemas.microsoft.com/office/drawing/2014/main" id="{C74A35A5-356B-FBF4-D528-3564E0A4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68">
            <a:extLst>
              <a:ext uri="{FF2B5EF4-FFF2-40B4-BE49-F238E27FC236}">
                <a16:creationId xmlns:a16="http://schemas.microsoft.com/office/drawing/2014/main" id="{31E47CDD-639C-1768-4B4E-4EA573A85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2177" y="4445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User Experience &amp; Interface Design</a:t>
            </a:r>
            <a:endParaRPr sz="3200" dirty="0"/>
          </a:p>
        </p:txBody>
      </p:sp>
      <p:sp>
        <p:nvSpPr>
          <p:cNvPr id="1689" name="Google Shape;1689;p68">
            <a:extLst>
              <a:ext uri="{FF2B5EF4-FFF2-40B4-BE49-F238E27FC236}">
                <a16:creationId xmlns:a16="http://schemas.microsoft.com/office/drawing/2014/main" id="{879E6039-487D-F83B-9ABC-4A30BAD284B3}"/>
              </a:ext>
            </a:extLst>
          </p:cNvPr>
          <p:cNvSpPr/>
          <p:nvPr/>
        </p:nvSpPr>
        <p:spPr>
          <a:xfrm>
            <a:off x="7102938" y="2368450"/>
            <a:ext cx="674100" cy="67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68">
            <a:extLst>
              <a:ext uri="{FF2B5EF4-FFF2-40B4-BE49-F238E27FC236}">
                <a16:creationId xmlns:a16="http://schemas.microsoft.com/office/drawing/2014/main" id="{45D4C5CD-AF4B-E6A6-9820-72B8BE24F310}"/>
              </a:ext>
            </a:extLst>
          </p:cNvPr>
          <p:cNvSpPr/>
          <p:nvPr/>
        </p:nvSpPr>
        <p:spPr>
          <a:xfrm>
            <a:off x="5189288" y="2715475"/>
            <a:ext cx="674100" cy="674100"/>
          </a:xfrm>
          <a:prstGeom prst="ellipse">
            <a:avLst/>
          </a:prstGeom>
          <a:solidFill>
            <a:srgbClr val="FCB4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p68">
            <a:extLst>
              <a:ext uri="{FF2B5EF4-FFF2-40B4-BE49-F238E27FC236}">
                <a16:creationId xmlns:a16="http://schemas.microsoft.com/office/drawing/2014/main" id="{CBCD05C9-5E7E-BACE-B2B1-6CF49D6C6276}"/>
              </a:ext>
            </a:extLst>
          </p:cNvPr>
          <p:cNvSpPr/>
          <p:nvPr/>
        </p:nvSpPr>
        <p:spPr>
          <a:xfrm>
            <a:off x="3275638" y="2368450"/>
            <a:ext cx="674100" cy="674100"/>
          </a:xfrm>
          <a:prstGeom prst="ellipse">
            <a:avLst/>
          </a:prstGeom>
          <a:solidFill>
            <a:srgbClr val="5DB2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68">
            <a:extLst>
              <a:ext uri="{FF2B5EF4-FFF2-40B4-BE49-F238E27FC236}">
                <a16:creationId xmlns:a16="http://schemas.microsoft.com/office/drawing/2014/main" id="{112B551D-3D0D-BD0A-FB1D-1BE3B20A4300}"/>
              </a:ext>
            </a:extLst>
          </p:cNvPr>
          <p:cNvSpPr/>
          <p:nvPr/>
        </p:nvSpPr>
        <p:spPr>
          <a:xfrm>
            <a:off x="1361988" y="2715475"/>
            <a:ext cx="674100" cy="674100"/>
          </a:xfrm>
          <a:prstGeom prst="ellipse">
            <a:avLst/>
          </a:prstGeom>
          <a:solidFill>
            <a:srgbClr val="FF63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68">
            <a:extLst>
              <a:ext uri="{FF2B5EF4-FFF2-40B4-BE49-F238E27FC236}">
                <a16:creationId xmlns:a16="http://schemas.microsoft.com/office/drawing/2014/main" id="{9E3AE87E-769D-9B0C-45C6-150DAF5F0F4E}"/>
              </a:ext>
            </a:extLst>
          </p:cNvPr>
          <p:cNvSpPr txBox="1"/>
          <p:nvPr/>
        </p:nvSpPr>
        <p:spPr>
          <a:xfrm>
            <a:off x="732871" y="3420775"/>
            <a:ext cx="2262276" cy="867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634D"/>
                </a:solidFill>
                <a:latin typeface="Fredoka One"/>
                <a:ea typeface="Fredoka One"/>
                <a:cs typeface="Fredoka One"/>
                <a:sym typeface="Fredoka One"/>
              </a:rPr>
              <a:t>Crosshair cursor for precision</a:t>
            </a:r>
            <a:endParaRPr sz="2000" dirty="0">
              <a:solidFill>
                <a:srgbClr val="FF634D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95" name="Google Shape;1695;p68">
            <a:extLst>
              <a:ext uri="{FF2B5EF4-FFF2-40B4-BE49-F238E27FC236}">
                <a16:creationId xmlns:a16="http://schemas.microsoft.com/office/drawing/2014/main" id="{F6FE2B5E-AEA2-1E35-7F86-4528E5E7C7A0}"/>
              </a:ext>
            </a:extLst>
          </p:cNvPr>
          <p:cNvSpPr txBox="1"/>
          <p:nvPr/>
        </p:nvSpPr>
        <p:spPr>
          <a:xfrm>
            <a:off x="4293227" y="3320085"/>
            <a:ext cx="2466222" cy="123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redoka One"/>
                <a:ea typeface="Fredoka One"/>
                <a:cs typeface="Fredoka One"/>
                <a:sym typeface="Fredoka One"/>
              </a:rPr>
              <a:t>HTML replay button (pointer-events optimization)</a:t>
            </a:r>
            <a:endParaRPr sz="1800" dirty="0">
              <a:solidFill>
                <a:schemeClr val="accent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97" name="Google Shape;1697;p68">
            <a:extLst>
              <a:ext uri="{FF2B5EF4-FFF2-40B4-BE49-F238E27FC236}">
                <a16:creationId xmlns:a16="http://schemas.microsoft.com/office/drawing/2014/main" id="{6BC5AD6B-C0CE-8DA7-DC8D-8272BBA3264C}"/>
              </a:ext>
            </a:extLst>
          </p:cNvPr>
          <p:cNvSpPr txBox="1"/>
          <p:nvPr/>
        </p:nvSpPr>
        <p:spPr>
          <a:xfrm>
            <a:off x="2742279" y="1044818"/>
            <a:ext cx="1968000" cy="1366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2"/>
                </a:solidFill>
                <a:latin typeface="Fredoka One"/>
                <a:ea typeface="Fredoka One"/>
                <a:cs typeface="Fredoka One"/>
                <a:sym typeface="Fredoka One"/>
              </a:rPr>
              <a:t>Real-time visual &amp; audio feedback</a:t>
            </a:r>
            <a:endParaRPr sz="2000" dirty="0">
              <a:solidFill>
                <a:schemeClr val="lt2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99" name="Google Shape;1699;p68">
            <a:extLst>
              <a:ext uri="{FF2B5EF4-FFF2-40B4-BE49-F238E27FC236}">
                <a16:creationId xmlns:a16="http://schemas.microsoft.com/office/drawing/2014/main" id="{B599C787-E362-3A7F-A1FC-5D066C47DE0E}"/>
              </a:ext>
            </a:extLst>
          </p:cNvPr>
          <p:cNvSpPr txBox="1"/>
          <p:nvPr/>
        </p:nvSpPr>
        <p:spPr>
          <a:xfrm>
            <a:off x="6455999" y="1157914"/>
            <a:ext cx="1968000" cy="127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redoka One"/>
                <a:ea typeface="Fredoka One"/>
                <a:cs typeface="Fredoka One"/>
                <a:sym typeface="Fredoka One"/>
              </a:rPr>
              <a:t>Status indicators &amp; keyboard shortcuts</a:t>
            </a:r>
            <a:endParaRPr sz="2000" dirty="0">
              <a:solidFill>
                <a:schemeClr val="accent2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cxnSp>
        <p:nvCxnSpPr>
          <p:cNvPr id="1701" name="Google Shape;1701;p68">
            <a:extLst>
              <a:ext uri="{FF2B5EF4-FFF2-40B4-BE49-F238E27FC236}">
                <a16:creationId xmlns:a16="http://schemas.microsoft.com/office/drawing/2014/main" id="{F3D707AD-E7A5-6FFE-57DF-DD93ED04D006}"/>
              </a:ext>
            </a:extLst>
          </p:cNvPr>
          <p:cNvCxnSpPr>
            <a:stCxn id="1692" idx="6"/>
            <a:endCxn id="1691" idx="2"/>
          </p:cNvCxnSpPr>
          <p:nvPr/>
        </p:nvCxnSpPr>
        <p:spPr>
          <a:xfrm rot="10800000" flipH="1">
            <a:off x="2036088" y="2705425"/>
            <a:ext cx="1239600" cy="347100"/>
          </a:xfrm>
          <a:prstGeom prst="curvedConnector3">
            <a:avLst>
              <a:gd name="adj1" fmla="val 49998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2" name="Google Shape;1702;p68">
            <a:extLst>
              <a:ext uri="{FF2B5EF4-FFF2-40B4-BE49-F238E27FC236}">
                <a16:creationId xmlns:a16="http://schemas.microsoft.com/office/drawing/2014/main" id="{5A772FEE-79AE-B890-F4E1-243546688EEA}"/>
              </a:ext>
            </a:extLst>
          </p:cNvPr>
          <p:cNvCxnSpPr>
            <a:stCxn id="1691" idx="6"/>
            <a:endCxn id="1690" idx="2"/>
          </p:cNvCxnSpPr>
          <p:nvPr/>
        </p:nvCxnSpPr>
        <p:spPr>
          <a:xfrm>
            <a:off x="3949738" y="2705500"/>
            <a:ext cx="1239600" cy="347100"/>
          </a:xfrm>
          <a:prstGeom prst="curvedConnector3">
            <a:avLst>
              <a:gd name="adj1" fmla="val 49998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3" name="Google Shape;1703;p68">
            <a:extLst>
              <a:ext uri="{FF2B5EF4-FFF2-40B4-BE49-F238E27FC236}">
                <a16:creationId xmlns:a16="http://schemas.microsoft.com/office/drawing/2014/main" id="{96ECDEAC-BE39-AE0F-928E-F2354FA8AAEC}"/>
              </a:ext>
            </a:extLst>
          </p:cNvPr>
          <p:cNvCxnSpPr>
            <a:stCxn id="1690" idx="6"/>
            <a:endCxn id="1689" idx="2"/>
          </p:cNvCxnSpPr>
          <p:nvPr/>
        </p:nvCxnSpPr>
        <p:spPr>
          <a:xfrm rot="10800000" flipH="1">
            <a:off x="5863388" y="2705425"/>
            <a:ext cx="1239600" cy="347100"/>
          </a:xfrm>
          <a:prstGeom prst="curvedConnector3">
            <a:avLst>
              <a:gd name="adj1" fmla="val 49998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4" name="Google Shape;1704;p68">
            <a:extLst>
              <a:ext uri="{FF2B5EF4-FFF2-40B4-BE49-F238E27FC236}">
                <a16:creationId xmlns:a16="http://schemas.microsoft.com/office/drawing/2014/main" id="{60C6962D-E7E2-7EE4-876D-585AD254EFCF}"/>
              </a:ext>
            </a:extLst>
          </p:cNvPr>
          <p:cNvSpPr txBox="1"/>
          <p:nvPr/>
        </p:nvSpPr>
        <p:spPr>
          <a:xfrm>
            <a:off x="1267688" y="2878050"/>
            <a:ext cx="8628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DE9"/>
                </a:solidFill>
                <a:latin typeface="Fredoka One"/>
                <a:ea typeface="Fredoka One"/>
                <a:cs typeface="Fredoka One"/>
                <a:sym typeface="Fredoka One"/>
              </a:rPr>
              <a:t>01</a:t>
            </a:r>
            <a:endParaRPr sz="3000">
              <a:solidFill>
                <a:srgbClr val="FFFDE9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05" name="Google Shape;1705;p68">
            <a:extLst>
              <a:ext uri="{FF2B5EF4-FFF2-40B4-BE49-F238E27FC236}">
                <a16:creationId xmlns:a16="http://schemas.microsoft.com/office/drawing/2014/main" id="{0A9001A0-711B-B030-47BC-849C7F55D4F8}"/>
              </a:ext>
            </a:extLst>
          </p:cNvPr>
          <p:cNvSpPr txBox="1"/>
          <p:nvPr/>
        </p:nvSpPr>
        <p:spPr>
          <a:xfrm>
            <a:off x="5094938" y="2878075"/>
            <a:ext cx="8628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DE9"/>
                </a:solidFill>
                <a:latin typeface="Fredoka One"/>
                <a:ea typeface="Fredoka One"/>
                <a:cs typeface="Fredoka One"/>
                <a:sym typeface="Fredoka One"/>
              </a:rPr>
              <a:t>03</a:t>
            </a:r>
            <a:endParaRPr sz="3000">
              <a:solidFill>
                <a:srgbClr val="FFFDE9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06" name="Google Shape;1706;p68">
            <a:extLst>
              <a:ext uri="{FF2B5EF4-FFF2-40B4-BE49-F238E27FC236}">
                <a16:creationId xmlns:a16="http://schemas.microsoft.com/office/drawing/2014/main" id="{9030D57D-0232-8DA7-B94F-A2DB093DD8CC}"/>
              </a:ext>
            </a:extLst>
          </p:cNvPr>
          <p:cNvSpPr txBox="1"/>
          <p:nvPr/>
        </p:nvSpPr>
        <p:spPr>
          <a:xfrm>
            <a:off x="7008588" y="2531050"/>
            <a:ext cx="8628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DE9"/>
                </a:solidFill>
                <a:latin typeface="Fredoka One"/>
                <a:ea typeface="Fredoka One"/>
                <a:cs typeface="Fredoka One"/>
                <a:sym typeface="Fredoka One"/>
              </a:rPr>
              <a:t>04</a:t>
            </a:r>
            <a:endParaRPr sz="3000">
              <a:solidFill>
                <a:srgbClr val="FFFDE9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07" name="Google Shape;1707;p68">
            <a:extLst>
              <a:ext uri="{FF2B5EF4-FFF2-40B4-BE49-F238E27FC236}">
                <a16:creationId xmlns:a16="http://schemas.microsoft.com/office/drawing/2014/main" id="{94C12C58-A6AD-9AEE-6C1B-B9C10744C84F}"/>
              </a:ext>
            </a:extLst>
          </p:cNvPr>
          <p:cNvSpPr txBox="1"/>
          <p:nvPr/>
        </p:nvSpPr>
        <p:spPr>
          <a:xfrm>
            <a:off x="3181288" y="2531025"/>
            <a:ext cx="8628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DE9"/>
                </a:solidFill>
                <a:latin typeface="Fredoka One"/>
                <a:ea typeface="Fredoka One"/>
                <a:cs typeface="Fredoka One"/>
                <a:sym typeface="Fredoka One"/>
              </a:rPr>
              <a:t>02</a:t>
            </a:r>
            <a:endParaRPr sz="3000">
              <a:solidFill>
                <a:srgbClr val="FFFDE9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708" name="Google Shape;1708;p68">
            <a:extLst>
              <a:ext uri="{FF2B5EF4-FFF2-40B4-BE49-F238E27FC236}">
                <a16:creationId xmlns:a16="http://schemas.microsoft.com/office/drawing/2014/main" id="{D7292B7F-9B5F-6595-8FF6-ADD9262D7362}"/>
              </a:ext>
            </a:extLst>
          </p:cNvPr>
          <p:cNvGrpSpPr/>
          <p:nvPr/>
        </p:nvGrpSpPr>
        <p:grpSpPr>
          <a:xfrm rot="10083919">
            <a:off x="658274" y="-348460"/>
            <a:ext cx="1042016" cy="2172314"/>
            <a:chOff x="1117397" y="404909"/>
            <a:chExt cx="1041999" cy="2172279"/>
          </a:xfrm>
        </p:grpSpPr>
        <p:sp>
          <p:nvSpPr>
            <p:cNvPr id="1709" name="Google Shape;1709;p68">
              <a:extLst>
                <a:ext uri="{FF2B5EF4-FFF2-40B4-BE49-F238E27FC236}">
                  <a16:creationId xmlns:a16="http://schemas.microsoft.com/office/drawing/2014/main" id="{2A4D24EF-4116-11D0-682A-D2FF6D2C3770}"/>
                </a:ext>
              </a:extLst>
            </p:cNvPr>
            <p:cNvSpPr/>
            <p:nvPr/>
          </p:nvSpPr>
          <p:spPr>
            <a:xfrm>
              <a:off x="1117397" y="1040426"/>
              <a:ext cx="680275" cy="856443"/>
            </a:xfrm>
            <a:custGeom>
              <a:avLst/>
              <a:gdLst/>
              <a:ahLst/>
              <a:cxnLst/>
              <a:rect l="l" t="t" r="r" b="b"/>
              <a:pathLst>
                <a:path w="20829" h="26223" extrusionOk="0">
                  <a:moveTo>
                    <a:pt x="252" y="0"/>
                  </a:moveTo>
                  <a:cubicBezTo>
                    <a:pt x="83" y="0"/>
                    <a:pt x="1" y="200"/>
                    <a:pt x="123" y="322"/>
                  </a:cubicBezTo>
                  <a:cubicBezTo>
                    <a:pt x="378" y="613"/>
                    <a:pt x="655" y="891"/>
                    <a:pt x="932" y="1161"/>
                  </a:cubicBezTo>
                  <a:cubicBezTo>
                    <a:pt x="1042" y="1270"/>
                    <a:pt x="1151" y="1379"/>
                    <a:pt x="1261" y="1489"/>
                  </a:cubicBezTo>
                  <a:cubicBezTo>
                    <a:pt x="1596" y="1825"/>
                    <a:pt x="1903" y="2189"/>
                    <a:pt x="2187" y="2576"/>
                  </a:cubicBezTo>
                  <a:cubicBezTo>
                    <a:pt x="2917" y="3561"/>
                    <a:pt x="3530" y="4699"/>
                    <a:pt x="4062" y="6064"/>
                  </a:cubicBezTo>
                  <a:cubicBezTo>
                    <a:pt x="4551" y="7326"/>
                    <a:pt x="4909" y="8624"/>
                    <a:pt x="5237" y="9836"/>
                  </a:cubicBezTo>
                  <a:cubicBezTo>
                    <a:pt x="5325" y="10164"/>
                    <a:pt x="5412" y="10492"/>
                    <a:pt x="5500" y="10813"/>
                  </a:cubicBezTo>
                  <a:cubicBezTo>
                    <a:pt x="5580" y="11142"/>
                    <a:pt x="5668" y="11470"/>
                    <a:pt x="5755" y="11791"/>
                  </a:cubicBezTo>
                  <a:cubicBezTo>
                    <a:pt x="5937" y="12491"/>
                    <a:pt x="6120" y="13119"/>
                    <a:pt x="6310" y="13717"/>
                  </a:cubicBezTo>
                  <a:cubicBezTo>
                    <a:pt x="6682" y="14928"/>
                    <a:pt x="7156" y="16103"/>
                    <a:pt x="7740" y="17234"/>
                  </a:cubicBezTo>
                  <a:cubicBezTo>
                    <a:pt x="8258" y="18233"/>
                    <a:pt x="8885" y="19182"/>
                    <a:pt x="9615" y="20050"/>
                  </a:cubicBezTo>
                  <a:cubicBezTo>
                    <a:pt x="10308" y="20860"/>
                    <a:pt x="11081" y="21604"/>
                    <a:pt x="11935" y="22253"/>
                  </a:cubicBezTo>
                  <a:cubicBezTo>
                    <a:pt x="12781" y="22903"/>
                    <a:pt x="13693" y="23479"/>
                    <a:pt x="14649" y="23968"/>
                  </a:cubicBezTo>
                  <a:cubicBezTo>
                    <a:pt x="16232" y="24785"/>
                    <a:pt x="18078" y="25478"/>
                    <a:pt x="20442" y="26164"/>
                  </a:cubicBezTo>
                  <a:lnTo>
                    <a:pt x="20479" y="26164"/>
                  </a:lnTo>
                  <a:cubicBezTo>
                    <a:pt x="20515" y="26201"/>
                    <a:pt x="20559" y="26222"/>
                    <a:pt x="20610" y="26222"/>
                  </a:cubicBezTo>
                  <a:cubicBezTo>
                    <a:pt x="20639" y="26222"/>
                    <a:pt x="20676" y="26215"/>
                    <a:pt x="20697" y="26201"/>
                  </a:cubicBezTo>
                  <a:cubicBezTo>
                    <a:pt x="20792" y="26142"/>
                    <a:pt x="20829" y="26033"/>
                    <a:pt x="20778" y="25938"/>
                  </a:cubicBezTo>
                  <a:cubicBezTo>
                    <a:pt x="20537" y="25471"/>
                    <a:pt x="20296" y="24982"/>
                    <a:pt x="20077" y="24479"/>
                  </a:cubicBezTo>
                  <a:cubicBezTo>
                    <a:pt x="19895" y="24077"/>
                    <a:pt x="19712" y="23640"/>
                    <a:pt x="19479" y="23056"/>
                  </a:cubicBezTo>
                  <a:lnTo>
                    <a:pt x="19472" y="23041"/>
                  </a:lnTo>
                  <a:cubicBezTo>
                    <a:pt x="19464" y="23019"/>
                    <a:pt x="19457" y="23012"/>
                    <a:pt x="19457" y="22998"/>
                  </a:cubicBezTo>
                  <a:cubicBezTo>
                    <a:pt x="19129" y="22144"/>
                    <a:pt x="18815" y="21261"/>
                    <a:pt x="18516" y="20400"/>
                  </a:cubicBezTo>
                  <a:cubicBezTo>
                    <a:pt x="18304" y="19817"/>
                    <a:pt x="18093" y="19218"/>
                    <a:pt x="17874" y="18627"/>
                  </a:cubicBezTo>
                  <a:cubicBezTo>
                    <a:pt x="17567" y="17788"/>
                    <a:pt x="17290" y="17095"/>
                    <a:pt x="17013" y="16453"/>
                  </a:cubicBezTo>
                  <a:cubicBezTo>
                    <a:pt x="16728" y="15811"/>
                    <a:pt x="16415" y="15154"/>
                    <a:pt x="16086" y="14527"/>
                  </a:cubicBezTo>
                  <a:cubicBezTo>
                    <a:pt x="15444" y="13294"/>
                    <a:pt x="14707" y="12105"/>
                    <a:pt x="13883" y="10981"/>
                  </a:cubicBezTo>
                  <a:cubicBezTo>
                    <a:pt x="13051" y="9850"/>
                    <a:pt x="12139" y="8785"/>
                    <a:pt x="11154" y="7785"/>
                  </a:cubicBezTo>
                  <a:cubicBezTo>
                    <a:pt x="10680" y="7304"/>
                    <a:pt x="10155" y="6815"/>
                    <a:pt x="9600" y="6319"/>
                  </a:cubicBezTo>
                  <a:cubicBezTo>
                    <a:pt x="9126" y="5896"/>
                    <a:pt x="8659" y="5487"/>
                    <a:pt x="8214" y="5108"/>
                  </a:cubicBezTo>
                  <a:cubicBezTo>
                    <a:pt x="7360" y="4371"/>
                    <a:pt x="6229" y="3408"/>
                    <a:pt x="5011" y="2525"/>
                  </a:cubicBezTo>
                  <a:cubicBezTo>
                    <a:pt x="4259" y="1970"/>
                    <a:pt x="3479" y="1467"/>
                    <a:pt x="2669" y="1007"/>
                  </a:cubicBezTo>
                  <a:cubicBezTo>
                    <a:pt x="1917" y="584"/>
                    <a:pt x="1129" y="249"/>
                    <a:pt x="305" y="8"/>
                  </a:cubicBezTo>
                  <a:cubicBezTo>
                    <a:pt x="290" y="0"/>
                    <a:pt x="276" y="0"/>
                    <a:pt x="254" y="0"/>
                  </a:cubicBezTo>
                  <a:lnTo>
                    <a:pt x="261" y="0"/>
                  </a:lnTo>
                  <a:cubicBezTo>
                    <a:pt x="258" y="0"/>
                    <a:pt x="255" y="0"/>
                    <a:pt x="2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8">
              <a:extLst>
                <a:ext uri="{FF2B5EF4-FFF2-40B4-BE49-F238E27FC236}">
                  <a16:creationId xmlns:a16="http://schemas.microsoft.com/office/drawing/2014/main" id="{1134D398-1C4E-48B4-C1B4-D1E79AA4EF2B}"/>
                </a:ext>
              </a:extLst>
            </p:cNvPr>
            <p:cNvSpPr/>
            <p:nvPr/>
          </p:nvSpPr>
          <p:spPr>
            <a:xfrm>
              <a:off x="1385399" y="404909"/>
              <a:ext cx="313373" cy="1024218"/>
            </a:xfrm>
            <a:custGeom>
              <a:avLst/>
              <a:gdLst/>
              <a:ahLst/>
              <a:cxnLst/>
              <a:rect l="l" t="t" r="r" b="b"/>
              <a:pathLst>
                <a:path w="9595" h="31360" extrusionOk="0">
                  <a:moveTo>
                    <a:pt x="548" y="1"/>
                  </a:moveTo>
                  <a:cubicBezTo>
                    <a:pt x="533" y="1"/>
                    <a:pt x="526" y="1"/>
                    <a:pt x="511" y="8"/>
                  </a:cubicBezTo>
                  <a:cubicBezTo>
                    <a:pt x="475" y="16"/>
                    <a:pt x="446" y="37"/>
                    <a:pt x="424" y="74"/>
                  </a:cubicBezTo>
                  <a:cubicBezTo>
                    <a:pt x="402" y="110"/>
                    <a:pt x="395" y="147"/>
                    <a:pt x="402" y="183"/>
                  </a:cubicBezTo>
                  <a:cubicBezTo>
                    <a:pt x="402" y="220"/>
                    <a:pt x="416" y="249"/>
                    <a:pt x="416" y="286"/>
                  </a:cubicBezTo>
                  <a:lnTo>
                    <a:pt x="416" y="264"/>
                  </a:lnTo>
                  <a:lnTo>
                    <a:pt x="416" y="264"/>
                  </a:lnTo>
                  <a:cubicBezTo>
                    <a:pt x="519" y="1270"/>
                    <a:pt x="453" y="2277"/>
                    <a:pt x="373" y="3204"/>
                  </a:cubicBezTo>
                  <a:cubicBezTo>
                    <a:pt x="343" y="3569"/>
                    <a:pt x="307" y="3934"/>
                    <a:pt x="271" y="4306"/>
                  </a:cubicBezTo>
                  <a:cubicBezTo>
                    <a:pt x="212" y="4904"/>
                    <a:pt x="146" y="5531"/>
                    <a:pt x="110" y="6144"/>
                  </a:cubicBezTo>
                  <a:cubicBezTo>
                    <a:pt x="1" y="8056"/>
                    <a:pt x="95" y="9982"/>
                    <a:pt x="409" y="11879"/>
                  </a:cubicBezTo>
                  <a:cubicBezTo>
                    <a:pt x="723" y="13761"/>
                    <a:pt x="1219" y="15614"/>
                    <a:pt x="1876" y="17417"/>
                  </a:cubicBezTo>
                  <a:cubicBezTo>
                    <a:pt x="2510" y="19153"/>
                    <a:pt x="3276" y="20838"/>
                    <a:pt x="4174" y="22458"/>
                  </a:cubicBezTo>
                  <a:cubicBezTo>
                    <a:pt x="4539" y="23129"/>
                    <a:pt x="4955" y="23823"/>
                    <a:pt x="5392" y="24523"/>
                  </a:cubicBezTo>
                  <a:cubicBezTo>
                    <a:pt x="5823" y="25201"/>
                    <a:pt x="6282" y="25873"/>
                    <a:pt x="6684" y="26449"/>
                  </a:cubicBezTo>
                  <a:cubicBezTo>
                    <a:pt x="7530" y="27675"/>
                    <a:pt x="8413" y="28937"/>
                    <a:pt x="8982" y="30382"/>
                  </a:cubicBezTo>
                  <a:cubicBezTo>
                    <a:pt x="9055" y="30571"/>
                    <a:pt x="9128" y="30768"/>
                    <a:pt x="9194" y="30973"/>
                  </a:cubicBezTo>
                  <a:lnTo>
                    <a:pt x="9194" y="31067"/>
                  </a:lnTo>
                  <a:lnTo>
                    <a:pt x="9201" y="31170"/>
                  </a:lnTo>
                  <a:cubicBezTo>
                    <a:pt x="9201" y="31221"/>
                    <a:pt x="9223" y="31264"/>
                    <a:pt x="9259" y="31301"/>
                  </a:cubicBezTo>
                  <a:cubicBezTo>
                    <a:pt x="9288" y="31337"/>
                    <a:pt x="9340" y="31359"/>
                    <a:pt x="9383" y="31359"/>
                  </a:cubicBezTo>
                  <a:cubicBezTo>
                    <a:pt x="9485" y="31359"/>
                    <a:pt x="9573" y="31279"/>
                    <a:pt x="9580" y="31177"/>
                  </a:cubicBezTo>
                  <a:cubicBezTo>
                    <a:pt x="9595" y="30433"/>
                    <a:pt x="9580" y="29681"/>
                    <a:pt x="9515" y="28937"/>
                  </a:cubicBezTo>
                  <a:cubicBezTo>
                    <a:pt x="9500" y="28667"/>
                    <a:pt x="9478" y="28390"/>
                    <a:pt x="9464" y="28120"/>
                  </a:cubicBezTo>
                  <a:lnTo>
                    <a:pt x="9464" y="28025"/>
                  </a:lnTo>
                  <a:cubicBezTo>
                    <a:pt x="9434" y="27551"/>
                    <a:pt x="9412" y="27069"/>
                    <a:pt x="9398" y="26588"/>
                  </a:cubicBezTo>
                  <a:cubicBezTo>
                    <a:pt x="9391" y="26223"/>
                    <a:pt x="9391" y="25858"/>
                    <a:pt x="9391" y="25501"/>
                  </a:cubicBezTo>
                  <a:lnTo>
                    <a:pt x="9391" y="25136"/>
                  </a:lnTo>
                  <a:cubicBezTo>
                    <a:pt x="9376" y="23348"/>
                    <a:pt x="9347" y="21437"/>
                    <a:pt x="9143" y="19569"/>
                  </a:cubicBezTo>
                  <a:cubicBezTo>
                    <a:pt x="9048" y="18642"/>
                    <a:pt x="8902" y="17730"/>
                    <a:pt x="8712" y="16818"/>
                  </a:cubicBezTo>
                  <a:cubicBezTo>
                    <a:pt x="8515" y="15914"/>
                    <a:pt x="8252" y="15031"/>
                    <a:pt x="7924" y="14163"/>
                  </a:cubicBezTo>
                  <a:cubicBezTo>
                    <a:pt x="7596" y="13316"/>
                    <a:pt x="7224" y="12484"/>
                    <a:pt x="6808" y="11675"/>
                  </a:cubicBezTo>
                  <a:cubicBezTo>
                    <a:pt x="6443" y="10952"/>
                    <a:pt x="6027" y="10172"/>
                    <a:pt x="5524" y="9289"/>
                  </a:cubicBezTo>
                  <a:cubicBezTo>
                    <a:pt x="5159" y="8639"/>
                    <a:pt x="4772" y="7990"/>
                    <a:pt x="4400" y="7355"/>
                  </a:cubicBezTo>
                  <a:cubicBezTo>
                    <a:pt x="3933" y="6567"/>
                    <a:pt x="3452" y="5743"/>
                    <a:pt x="2999" y="4926"/>
                  </a:cubicBezTo>
                  <a:cubicBezTo>
                    <a:pt x="2051" y="3233"/>
                    <a:pt x="1343" y="1781"/>
                    <a:pt x="789" y="358"/>
                  </a:cubicBezTo>
                  <a:lnTo>
                    <a:pt x="752" y="271"/>
                  </a:lnTo>
                  <a:cubicBezTo>
                    <a:pt x="730" y="205"/>
                    <a:pt x="708" y="147"/>
                    <a:pt x="679" y="81"/>
                  </a:cubicBezTo>
                  <a:cubicBezTo>
                    <a:pt x="657" y="30"/>
                    <a:pt x="606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8">
              <a:extLst>
                <a:ext uri="{FF2B5EF4-FFF2-40B4-BE49-F238E27FC236}">
                  <a16:creationId xmlns:a16="http://schemas.microsoft.com/office/drawing/2014/main" id="{44163940-2743-153C-57DD-CDD83F09364C}"/>
                </a:ext>
              </a:extLst>
            </p:cNvPr>
            <p:cNvSpPr/>
            <p:nvPr/>
          </p:nvSpPr>
          <p:spPr>
            <a:xfrm>
              <a:off x="1855529" y="1165021"/>
              <a:ext cx="231167" cy="884596"/>
            </a:xfrm>
            <a:custGeom>
              <a:avLst/>
              <a:gdLst/>
              <a:ahLst/>
              <a:cxnLst/>
              <a:rect l="l" t="t" r="r" b="b"/>
              <a:pathLst>
                <a:path w="7078" h="27085" extrusionOk="0">
                  <a:moveTo>
                    <a:pt x="5501" y="1"/>
                  </a:moveTo>
                  <a:cubicBezTo>
                    <a:pt x="5434" y="1"/>
                    <a:pt x="5376" y="43"/>
                    <a:pt x="5356" y="111"/>
                  </a:cubicBezTo>
                  <a:cubicBezTo>
                    <a:pt x="5210" y="556"/>
                    <a:pt x="5093" y="1015"/>
                    <a:pt x="4998" y="1475"/>
                  </a:cubicBezTo>
                  <a:cubicBezTo>
                    <a:pt x="4884" y="1995"/>
                    <a:pt x="4784" y="2418"/>
                    <a:pt x="4685" y="2818"/>
                  </a:cubicBezTo>
                  <a:lnTo>
                    <a:pt x="4685" y="2818"/>
                  </a:lnTo>
                  <a:cubicBezTo>
                    <a:pt x="4480" y="3577"/>
                    <a:pt x="4247" y="4350"/>
                    <a:pt x="3992" y="5116"/>
                  </a:cubicBezTo>
                  <a:cubicBezTo>
                    <a:pt x="3714" y="5933"/>
                    <a:pt x="3415" y="6728"/>
                    <a:pt x="3160" y="7400"/>
                  </a:cubicBezTo>
                  <a:cubicBezTo>
                    <a:pt x="2905" y="8071"/>
                    <a:pt x="2635" y="8757"/>
                    <a:pt x="2372" y="9413"/>
                  </a:cubicBezTo>
                  <a:cubicBezTo>
                    <a:pt x="2051" y="10238"/>
                    <a:pt x="1715" y="11084"/>
                    <a:pt x="1402" y="11930"/>
                  </a:cubicBezTo>
                  <a:cubicBezTo>
                    <a:pt x="1256" y="12310"/>
                    <a:pt x="1117" y="12696"/>
                    <a:pt x="978" y="13076"/>
                  </a:cubicBezTo>
                  <a:cubicBezTo>
                    <a:pt x="847" y="13455"/>
                    <a:pt x="708" y="13864"/>
                    <a:pt x="584" y="14287"/>
                  </a:cubicBezTo>
                  <a:cubicBezTo>
                    <a:pt x="351" y="15090"/>
                    <a:pt x="198" y="15921"/>
                    <a:pt x="110" y="16753"/>
                  </a:cubicBezTo>
                  <a:cubicBezTo>
                    <a:pt x="37" y="17563"/>
                    <a:pt x="1" y="18373"/>
                    <a:pt x="23" y="19183"/>
                  </a:cubicBezTo>
                  <a:cubicBezTo>
                    <a:pt x="30" y="19890"/>
                    <a:pt x="66" y="20656"/>
                    <a:pt x="132" y="21590"/>
                  </a:cubicBezTo>
                  <a:lnTo>
                    <a:pt x="132" y="21619"/>
                  </a:lnTo>
                  <a:cubicBezTo>
                    <a:pt x="205" y="22670"/>
                    <a:pt x="278" y="23750"/>
                    <a:pt x="293" y="24815"/>
                  </a:cubicBezTo>
                  <a:cubicBezTo>
                    <a:pt x="300" y="25523"/>
                    <a:pt x="278" y="26172"/>
                    <a:pt x="227" y="26800"/>
                  </a:cubicBezTo>
                  <a:cubicBezTo>
                    <a:pt x="241" y="26843"/>
                    <a:pt x="256" y="26895"/>
                    <a:pt x="278" y="26938"/>
                  </a:cubicBezTo>
                  <a:cubicBezTo>
                    <a:pt x="314" y="27026"/>
                    <a:pt x="402" y="27084"/>
                    <a:pt x="497" y="27084"/>
                  </a:cubicBezTo>
                  <a:cubicBezTo>
                    <a:pt x="526" y="27084"/>
                    <a:pt x="555" y="27077"/>
                    <a:pt x="584" y="27062"/>
                  </a:cubicBezTo>
                  <a:cubicBezTo>
                    <a:pt x="643" y="27040"/>
                    <a:pt x="687" y="26989"/>
                    <a:pt x="716" y="26938"/>
                  </a:cubicBezTo>
                  <a:lnTo>
                    <a:pt x="876" y="26646"/>
                  </a:lnTo>
                  <a:lnTo>
                    <a:pt x="854" y="26676"/>
                  </a:lnTo>
                  <a:cubicBezTo>
                    <a:pt x="1205" y="26099"/>
                    <a:pt x="1591" y="25537"/>
                    <a:pt x="2007" y="25005"/>
                  </a:cubicBezTo>
                  <a:cubicBezTo>
                    <a:pt x="2365" y="24538"/>
                    <a:pt x="2751" y="24078"/>
                    <a:pt x="3123" y="23640"/>
                  </a:cubicBezTo>
                  <a:lnTo>
                    <a:pt x="3350" y="23371"/>
                  </a:lnTo>
                  <a:cubicBezTo>
                    <a:pt x="3780" y="22853"/>
                    <a:pt x="4240" y="22291"/>
                    <a:pt x="4641" y="21700"/>
                  </a:cubicBezTo>
                  <a:cubicBezTo>
                    <a:pt x="4845" y="21408"/>
                    <a:pt x="5035" y="21101"/>
                    <a:pt x="5210" y="20780"/>
                  </a:cubicBezTo>
                  <a:cubicBezTo>
                    <a:pt x="5385" y="20459"/>
                    <a:pt x="5546" y="20116"/>
                    <a:pt x="5721" y="19708"/>
                  </a:cubicBezTo>
                  <a:cubicBezTo>
                    <a:pt x="6363" y="18227"/>
                    <a:pt x="6771" y="16658"/>
                    <a:pt x="6932" y="15060"/>
                  </a:cubicBezTo>
                  <a:cubicBezTo>
                    <a:pt x="7078" y="13703"/>
                    <a:pt x="7071" y="12208"/>
                    <a:pt x="6910" y="10486"/>
                  </a:cubicBezTo>
                  <a:cubicBezTo>
                    <a:pt x="6837" y="9705"/>
                    <a:pt x="6728" y="8910"/>
                    <a:pt x="6626" y="8209"/>
                  </a:cubicBezTo>
                  <a:cubicBezTo>
                    <a:pt x="6545" y="7677"/>
                    <a:pt x="6465" y="7144"/>
                    <a:pt x="6385" y="6619"/>
                  </a:cubicBezTo>
                  <a:lnTo>
                    <a:pt x="6275" y="5918"/>
                  </a:lnTo>
                  <a:cubicBezTo>
                    <a:pt x="6042" y="4437"/>
                    <a:pt x="5816" y="2839"/>
                    <a:pt x="5728" y="1249"/>
                  </a:cubicBezTo>
                  <a:cubicBezTo>
                    <a:pt x="5706" y="913"/>
                    <a:pt x="5692" y="614"/>
                    <a:pt x="5692" y="337"/>
                  </a:cubicBezTo>
                  <a:lnTo>
                    <a:pt x="5692" y="257"/>
                  </a:lnTo>
                  <a:lnTo>
                    <a:pt x="5692" y="198"/>
                  </a:lnTo>
                  <a:cubicBezTo>
                    <a:pt x="5699" y="118"/>
                    <a:pt x="5655" y="45"/>
                    <a:pt x="5582" y="16"/>
                  </a:cubicBezTo>
                  <a:cubicBezTo>
                    <a:pt x="5560" y="9"/>
                    <a:pt x="5538" y="1"/>
                    <a:pt x="5517" y="1"/>
                  </a:cubicBezTo>
                  <a:cubicBezTo>
                    <a:pt x="5511" y="1"/>
                    <a:pt x="5506" y="1"/>
                    <a:pt x="5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68">
              <a:extLst>
                <a:ext uri="{FF2B5EF4-FFF2-40B4-BE49-F238E27FC236}">
                  <a16:creationId xmlns:a16="http://schemas.microsoft.com/office/drawing/2014/main" id="{BD5F29E8-83E2-0C82-ADDA-36E56C126403}"/>
                </a:ext>
              </a:extLst>
            </p:cNvPr>
            <p:cNvSpPr/>
            <p:nvPr/>
          </p:nvSpPr>
          <p:spPr>
            <a:xfrm>
              <a:off x="1913923" y="1876079"/>
              <a:ext cx="245473" cy="349593"/>
            </a:xfrm>
            <a:custGeom>
              <a:avLst/>
              <a:gdLst/>
              <a:ahLst/>
              <a:cxnLst/>
              <a:rect l="l" t="t" r="r" b="b"/>
              <a:pathLst>
                <a:path w="7516" h="10704" extrusionOk="0">
                  <a:moveTo>
                    <a:pt x="7340" y="1"/>
                  </a:moveTo>
                  <a:cubicBezTo>
                    <a:pt x="7282" y="1"/>
                    <a:pt x="7238" y="23"/>
                    <a:pt x="7201" y="66"/>
                  </a:cubicBezTo>
                  <a:cubicBezTo>
                    <a:pt x="6844" y="548"/>
                    <a:pt x="6450" y="1008"/>
                    <a:pt x="6027" y="1438"/>
                  </a:cubicBezTo>
                  <a:lnTo>
                    <a:pt x="6005" y="1460"/>
                  </a:lnTo>
                  <a:cubicBezTo>
                    <a:pt x="5421" y="2044"/>
                    <a:pt x="4779" y="2591"/>
                    <a:pt x="4166" y="3123"/>
                  </a:cubicBezTo>
                  <a:cubicBezTo>
                    <a:pt x="3692" y="3532"/>
                    <a:pt x="3203" y="3948"/>
                    <a:pt x="2744" y="4386"/>
                  </a:cubicBezTo>
                  <a:cubicBezTo>
                    <a:pt x="2226" y="4860"/>
                    <a:pt x="1751" y="5378"/>
                    <a:pt x="1328" y="5940"/>
                  </a:cubicBezTo>
                  <a:cubicBezTo>
                    <a:pt x="905" y="6501"/>
                    <a:pt x="577" y="7129"/>
                    <a:pt x="343" y="7793"/>
                  </a:cubicBezTo>
                  <a:cubicBezTo>
                    <a:pt x="205" y="8201"/>
                    <a:pt x="110" y="8625"/>
                    <a:pt x="51" y="9055"/>
                  </a:cubicBezTo>
                  <a:cubicBezTo>
                    <a:pt x="22" y="9318"/>
                    <a:pt x="0" y="9580"/>
                    <a:pt x="0" y="9850"/>
                  </a:cubicBezTo>
                  <a:cubicBezTo>
                    <a:pt x="29" y="9916"/>
                    <a:pt x="66" y="9989"/>
                    <a:pt x="95" y="10062"/>
                  </a:cubicBezTo>
                  <a:lnTo>
                    <a:pt x="139" y="10157"/>
                  </a:lnTo>
                  <a:cubicBezTo>
                    <a:pt x="219" y="10339"/>
                    <a:pt x="299" y="10522"/>
                    <a:pt x="372" y="10704"/>
                  </a:cubicBezTo>
                  <a:lnTo>
                    <a:pt x="387" y="10697"/>
                  </a:lnTo>
                  <a:cubicBezTo>
                    <a:pt x="810" y="10507"/>
                    <a:pt x="1262" y="10288"/>
                    <a:pt x="1759" y="10018"/>
                  </a:cubicBezTo>
                  <a:cubicBezTo>
                    <a:pt x="2262" y="9748"/>
                    <a:pt x="2700" y="9493"/>
                    <a:pt x="3123" y="9216"/>
                  </a:cubicBezTo>
                  <a:cubicBezTo>
                    <a:pt x="4086" y="8574"/>
                    <a:pt x="4830" y="7902"/>
                    <a:pt x="5392" y="7151"/>
                  </a:cubicBezTo>
                  <a:cubicBezTo>
                    <a:pt x="6589" y="5560"/>
                    <a:pt x="6931" y="3517"/>
                    <a:pt x="7238" y="1715"/>
                  </a:cubicBezTo>
                  <a:lnTo>
                    <a:pt x="7274" y="1467"/>
                  </a:lnTo>
                  <a:cubicBezTo>
                    <a:pt x="7347" y="1051"/>
                    <a:pt x="7420" y="614"/>
                    <a:pt x="7501" y="190"/>
                  </a:cubicBezTo>
                  <a:cubicBezTo>
                    <a:pt x="7515" y="88"/>
                    <a:pt x="7435" y="1"/>
                    <a:pt x="7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68">
              <a:extLst>
                <a:ext uri="{FF2B5EF4-FFF2-40B4-BE49-F238E27FC236}">
                  <a16:creationId xmlns:a16="http://schemas.microsoft.com/office/drawing/2014/main" id="{16B340C9-1F5F-B5F6-6B56-9934056E63BD}"/>
                </a:ext>
              </a:extLst>
            </p:cNvPr>
            <p:cNvSpPr/>
            <p:nvPr/>
          </p:nvSpPr>
          <p:spPr>
            <a:xfrm>
              <a:off x="1224813" y="543842"/>
              <a:ext cx="932214" cy="2033346"/>
            </a:xfrm>
            <a:custGeom>
              <a:avLst/>
              <a:gdLst/>
              <a:ahLst/>
              <a:cxnLst/>
              <a:rect l="l" t="t" r="r" b="b"/>
              <a:pathLst>
                <a:path w="28543" h="62258" extrusionOk="0">
                  <a:moveTo>
                    <a:pt x="6267" y="1"/>
                  </a:moveTo>
                  <a:lnTo>
                    <a:pt x="6267" y="8"/>
                  </a:lnTo>
                  <a:cubicBezTo>
                    <a:pt x="6262" y="7"/>
                    <a:pt x="6257" y="6"/>
                    <a:pt x="6253" y="6"/>
                  </a:cubicBezTo>
                  <a:cubicBezTo>
                    <a:pt x="6231" y="6"/>
                    <a:pt x="6214" y="19"/>
                    <a:pt x="6202" y="37"/>
                  </a:cubicBezTo>
                  <a:cubicBezTo>
                    <a:pt x="6187" y="59"/>
                    <a:pt x="6187" y="81"/>
                    <a:pt x="6194" y="103"/>
                  </a:cubicBezTo>
                  <a:cubicBezTo>
                    <a:pt x="6530" y="934"/>
                    <a:pt x="6880" y="1861"/>
                    <a:pt x="7260" y="2926"/>
                  </a:cubicBezTo>
                  <a:cubicBezTo>
                    <a:pt x="7595" y="3860"/>
                    <a:pt x="7916" y="4831"/>
                    <a:pt x="8230" y="5815"/>
                  </a:cubicBezTo>
                  <a:cubicBezTo>
                    <a:pt x="8828" y="7712"/>
                    <a:pt x="9375" y="9653"/>
                    <a:pt x="9923" y="11762"/>
                  </a:cubicBezTo>
                  <a:lnTo>
                    <a:pt x="9930" y="11791"/>
                  </a:lnTo>
                  <a:lnTo>
                    <a:pt x="10025" y="12185"/>
                  </a:lnTo>
                  <a:lnTo>
                    <a:pt x="10032" y="12207"/>
                  </a:lnTo>
                  <a:lnTo>
                    <a:pt x="10069" y="12338"/>
                  </a:lnTo>
                  <a:lnTo>
                    <a:pt x="10105" y="12491"/>
                  </a:lnTo>
                  <a:lnTo>
                    <a:pt x="10156" y="12688"/>
                  </a:lnTo>
                  <a:lnTo>
                    <a:pt x="10222" y="12944"/>
                  </a:lnTo>
                  <a:lnTo>
                    <a:pt x="10302" y="13272"/>
                  </a:lnTo>
                  <a:lnTo>
                    <a:pt x="10382" y="13600"/>
                  </a:lnTo>
                  <a:cubicBezTo>
                    <a:pt x="10441" y="13819"/>
                    <a:pt x="10492" y="14045"/>
                    <a:pt x="10550" y="14264"/>
                  </a:cubicBezTo>
                  <a:cubicBezTo>
                    <a:pt x="10674" y="14746"/>
                    <a:pt x="10791" y="15227"/>
                    <a:pt x="10908" y="15709"/>
                  </a:cubicBezTo>
                  <a:lnTo>
                    <a:pt x="11148" y="16694"/>
                  </a:lnTo>
                  <a:cubicBezTo>
                    <a:pt x="11294" y="17285"/>
                    <a:pt x="11440" y="17883"/>
                    <a:pt x="11586" y="18474"/>
                  </a:cubicBezTo>
                  <a:cubicBezTo>
                    <a:pt x="11790" y="19328"/>
                    <a:pt x="12009" y="20181"/>
                    <a:pt x="12272" y="21203"/>
                  </a:cubicBezTo>
                  <a:cubicBezTo>
                    <a:pt x="12520" y="22159"/>
                    <a:pt x="12761" y="23049"/>
                    <a:pt x="13002" y="23910"/>
                  </a:cubicBezTo>
                  <a:lnTo>
                    <a:pt x="13023" y="23983"/>
                  </a:lnTo>
                  <a:cubicBezTo>
                    <a:pt x="13286" y="24902"/>
                    <a:pt x="13556" y="25850"/>
                    <a:pt x="13811" y="26792"/>
                  </a:cubicBezTo>
                  <a:cubicBezTo>
                    <a:pt x="14081" y="27806"/>
                    <a:pt x="14359" y="28827"/>
                    <a:pt x="14585" y="29695"/>
                  </a:cubicBezTo>
                  <a:cubicBezTo>
                    <a:pt x="14804" y="30527"/>
                    <a:pt x="15023" y="31359"/>
                    <a:pt x="15241" y="32191"/>
                  </a:cubicBezTo>
                  <a:cubicBezTo>
                    <a:pt x="15526" y="33292"/>
                    <a:pt x="15818" y="34401"/>
                    <a:pt x="16110" y="35503"/>
                  </a:cubicBezTo>
                  <a:cubicBezTo>
                    <a:pt x="16686" y="37670"/>
                    <a:pt x="17168" y="39421"/>
                    <a:pt x="17642" y="41033"/>
                  </a:cubicBezTo>
                  <a:lnTo>
                    <a:pt x="17569" y="40968"/>
                  </a:lnTo>
                  <a:cubicBezTo>
                    <a:pt x="17284" y="40734"/>
                    <a:pt x="17014" y="40479"/>
                    <a:pt x="16759" y="40216"/>
                  </a:cubicBezTo>
                  <a:cubicBezTo>
                    <a:pt x="16307" y="39742"/>
                    <a:pt x="15876" y="39246"/>
                    <a:pt x="15482" y="38721"/>
                  </a:cubicBezTo>
                  <a:cubicBezTo>
                    <a:pt x="15125" y="38261"/>
                    <a:pt x="14760" y="37736"/>
                    <a:pt x="14308" y="37035"/>
                  </a:cubicBezTo>
                  <a:cubicBezTo>
                    <a:pt x="13921" y="36437"/>
                    <a:pt x="13534" y="35802"/>
                    <a:pt x="13228" y="35291"/>
                  </a:cubicBezTo>
                  <a:cubicBezTo>
                    <a:pt x="13082" y="35058"/>
                    <a:pt x="12943" y="34825"/>
                    <a:pt x="12797" y="34584"/>
                  </a:cubicBezTo>
                  <a:lnTo>
                    <a:pt x="12673" y="34394"/>
                  </a:lnTo>
                  <a:cubicBezTo>
                    <a:pt x="12535" y="34161"/>
                    <a:pt x="12396" y="33934"/>
                    <a:pt x="12250" y="33701"/>
                  </a:cubicBezTo>
                  <a:cubicBezTo>
                    <a:pt x="11827" y="33008"/>
                    <a:pt x="11411" y="32307"/>
                    <a:pt x="10995" y="31600"/>
                  </a:cubicBezTo>
                  <a:lnTo>
                    <a:pt x="10951" y="31527"/>
                  </a:lnTo>
                  <a:cubicBezTo>
                    <a:pt x="10120" y="30140"/>
                    <a:pt x="9266" y="28710"/>
                    <a:pt x="8376" y="27324"/>
                  </a:cubicBezTo>
                  <a:cubicBezTo>
                    <a:pt x="6720" y="24727"/>
                    <a:pt x="5319" y="22830"/>
                    <a:pt x="3845" y="21166"/>
                  </a:cubicBezTo>
                  <a:cubicBezTo>
                    <a:pt x="2627" y="19795"/>
                    <a:pt x="1423" y="18678"/>
                    <a:pt x="182" y="17781"/>
                  </a:cubicBezTo>
                  <a:cubicBezTo>
                    <a:pt x="161" y="17766"/>
                    <a:pt x="139" y="17752"/>
                    <a:pt x="117" y="17752"/>
                  </a:cubicBezTo>
                  <a:cubicBezTo>
                    <a:pt x="80" y="17752"/>
                    <a:pt x="51" y="17766"/>
                    <a:pt x="29" y="17796"/>
                  </a:cubicBezTo>
                  <a:cubicBezTo>
                    <a:pt x="7" y="17817"/>
                    <a:pt x="0" y="17854"/>
                    <a:pt x="7" y="17883"/>
                  </a:cubicBezTo>
                  <a:cubicBezTo>
                    <a:pt x="7" y="17905"/>
                    <a:pt x="22" y="17934"/>
                    <a:pt x="44" y="17949"/>
                  </a:cubicBezTo>
                  <a:cubicBezTo>
                    <a:pt x="978" y="18635"/>
                    <a:pt x="1846" y="19401"/>
                    <a:pt x="2648" y="20232"/>
                  </a:cubicBezTo>
                  <a:cubicBezTo>
                    <a:pt x="4173" y="21801"/>
                    <a:pt x="5640" y="23698"/>
                    <a:pt x="7267" y="26186"/>
                  </a:cubicBezTo>
                  <a:cubicBezTo>
                    <a:pt x="8580" y="28214"/>
                    <a:pt x="9799" y="30323"/>
                    <a:pt x="10973" y="32373"/>
                  </a:cubicBezTo>
                  <a:lnTo>
                    <a:pt x="11163" y="32701"/>
                  </a:lnTo>
                  <a:lnTo>
                    <a:pt x="11615" y="33475"/>
                  </a:lnTo>
                  <a:lnTo>
                    <a:pt x="12053" y="34241"/>
                  </a:lnTo>
                  <a:cubicBezTo>
                    <a:pt x="12206" y="34504"/>
                    <a:pt x="12360" y="34766"/>
                    <a:pt x="12513" y="35029"/>
                  </a:cubicBezTo>
                  <a:lnTo>
                    <a:pt x="12586" y="35160"/>
                  </a:lnTo>
                  <a:lnTo>
                    <a:pt x="13023" y="35904"/>
                  </a:lnTo>
                  <a:lnTo>
                    <a:pt x="13155" y="36123"/>
                  </a:lnTo>
                  <a:lnTo>
                    <a:pt x="13169" y="36152"/>
                  </a:lnTo>
                  <a:cubicBezTo>
                    <a:pt x="13461" y="36656"/>
                    <a:pt x="13760" y="37174"/>
                    <a:pt x="14067" y="37677"/>
                  </a:cubicBezTo>
                  <a:cubicBezTo>
                    <a:pt x="14446" y="38297"/>
                    <a:pt x="14818" y="38859"/>
                    <a:pt x="15205" y="39392"/>
                  </a:cubicBezTo>
                  <a:cubicBezTo>
                    <a:pt x="15584" y="39924"/>
                    <a:pt x="16000" y="40428"/>
                    <a:pt x="16453" y="40902"/>
                  </a:cubicBezTo>
                  <a:cubicBezTo>
                    <a:pt x="16599" y="41055"/>
                    <a:pt x="16744" y="41201"/>
                    <a:pt x="16898" y="41340"/>
                  </a:cubicBezTo>
                  <a:cubicBezTo>
                    <a:pt x="17000" y="41442"/>
                    <a:pt x="17102" y="41544"/>
                    <a:pt x="17204" y="41646"/>
                  </a:cubicBezTo>
                  <a:cubicBezTo>
                    <a:pt x="17343" y="41778"/>
                    <a:pt x="17459" y="41887"/>
                    <a:pt x="17584" y="41997"/>
                  </a:cubicBezTo>
                  <a:cubicBezTo>
                    <a:pt x="17664" y="42062"/>
                    <a:pt x="17751" y="42121"/>
                    <a:pt x="17846" y="42172"/>
                  </a:cubicBezTo>
                  <a:cubicBezTo>
                    <a:pt x="17883" y="42194"/>
                    <a:pt x="17919" y="42215"/>
                    <a:pt x="17956" y="42230"/>
                  </a:cubicBezTo>
                  <a:cubicBezTo>
                    <a:pt x="17970" y="42237"/>
                    <a:pt x="17985" y="42245"/>
                    <a:pt x="17999" y="42252"/>
                  </a:cubicBezTo>
                  <a:cubicBezTo>
                    <a:pt x="18503" y="43923"/>
                    <a:pt x="18992" y="45411"/>
                    <a:pt x="19480" y="46797"/>
                  </a:cubicBezTo>
                  <a:cubicBezTo>
                    <a:pt x="20093" y="48505"/>
                    <a:pt x="20757" y="50161"/>
                    <a:pt x="21458" y="51715"/>
                  </a:cubicBezTo>
                  <a:cubicBezTo>
                    <a:pt x="22180" y="53305"/>
                    <a:pt x="22975" y="54859"/>
                    <a:pt x="23858" y="56370"/>
                  </a:cubicBezTo>
                  <a:cubicBezTo>
                    <a:pt x="25040" y="58398"/>
                    <a:pt x="26390" y="60317"/>
                    <a:pt x="27893" y="62119"/>
                  </a:cubicBezTo>
                  <a:cubicBezTo>
                    <a:pt x="27951" y="62192"/>
                    <a:pt x="28031" y="62243"/>
                    <a:pt x="28119" y="62258"/>
                  </a:cubicBezTo>
                  <a:lnTo>
                    <a:pt x="28177" y="62258"/>
                  </a:lnTo>
                  <a:cubicBezTo>
                    <a:pt x="28250" y="62258"/>
                    <a:pt x="28331" y="62236"/>
                    <a:pt x="28389" y="62185"/>
                  </a:cubicBezTo>
                  <a:cubicBezTo>
                    <a:pt x="28469" y="62126"/>
                    <a:pt x="28520" y="62039"/>
                    <a:pt x="28528" y="61937"/>
                  </a:cubicBezTo>
                  <a:cubicBezTo>
                    <a:pt x="28542" y="61849"/>
                    <a:pt x="28513" y="61762"/>
                    <a:pt x="28462" y="61689"/>
                  </a:cubicBezTo>
                  <a:cubicBezTo>
                    <a:pt x="27645" y="60711"/>
                    <a:pt x="26864" y="59682"/>
                    <a:pt x="26127" y="58617"/>
                  </a:cubicBezTo>
                  <a:cubicBezTo>
                    <a:pt x="25441" y="57617"/>
                    <a:pt x="24763" y="56538"/>
                    <a:pt x="24121" y="55399"/>
                  </a:cubicBezTo>
                  <a:cubicBezTo>
                    <a:pt x="23340" y="54020"/>
                    <a:pt x="22596" y="52532"/>
                    <a:pt x="21910" y="50978"/>
                  </a:cubicBezTo>
                  <a:cubicBezTo>
                    <a:pt x="21990" y="50774"/>
                    <a:pt x="22078" y="50562"/>
                    <a:pt x="22180" y="50351"/>
                  </a:cubicBezTo>
                  <a:cubicBezTo>
                    <a:pt x="22457" y="49781"/>
                    <a:pt x="22778" y="49234"/>
                    <a:pt x="23150" y="48716"/>
                  </a:cubicBezTo>
                  <a:cubicBezTo>
                    <a:pt x="23493" y="48220"/>
                    <a:pt x="23887" y="47731"/>
                    <a:pt x="24332" y="47206"/>
                  </a:cubicBezTo>
                  <a:lnTo>
                    <a:pt x="24332" y="47206"/>
                  </a:lnTo>
                  <a:lnTo>
                    <a:pt x="24318" y="47221"/>
                  </a:lnTo>
                  <a:cubicBezTo>
                    <a:pt x="24442" y="47082"/>
                    <a:pt x="24559" y="46943"/>
                    <a:pt x="24683" y="46812"/>
                  </a:cubicBezTo>
                  <a:lnTo>
                    <a:pt x="24821" y="46651"/>
                  </a:lnTo>
                  <a:cubicBezTo>
                    <a:pt x="24931" y="46535"/>
                    <a:pt x="25040" y="46411"/>
                    <a:pt x="25142" y="46294"/>
                  </a:cubicBezTo>
                  <a:cubicBezTo>
                    <a:pt x="25427" y="45973"/>
                    <a:pt x="25704" y="45652"/>
                    <a:pt x="25967" y="45324"/>
                  </a:cubicBezTo>
                  <a:cubicBezTo>
                    <a:pt x="26105" y="45156"/>
                    <a:pt x="26229" y="44995"/>
                    <a:pt x="26353" y="44835"/>
                  </a:cubicBezTo>
                  <a:cubicBezTo>
                    <a:pt x="26463" y="44689"/>
                    <a:pt x="26580" y="44521"/>
                    <a:pt x="26711" y="44324"/>
                  </a:cubicBezTo>
                  <a:cubicBezTo>
                    <a:pt x="26944" y="43981"/>
                    <a:pt x="27156" y="43616"/>
                    <a:pt x="27338" y="43244"/>
                  </a:cubicBezTo>
                  <a:cubicBezTo>
                    <a:pt x="27411" y="43091"/>
                    <a:pt x="27477" y="42952"/>
                    <a:pt x="27535" y="42814"/>
                  </a:cubicBezTo>
                  <a:cubicBezTo>
                    <a:pt x="27543" y="42792"/>
                    <a:pt x="27543" y="42777"/>
                    <a:pt x="27535" y="42755"/>
                  </a:cubicBezTo>
                  <a:cubicBezTo>
                    <a:pt x="27528" y="42741"/>
                    <a:pt x="27506" y="42726"/>
                    <a:pt x="27492" y="42719"/>
                  </a:cubicBezTo>
                  <a:cubicBezTo>
                    <a:pt x="27488" y="42715"/>
                    <a:pt x="27484" y="42713"/>
                    <a:pt x="27481" y="42713"/>
                  </a:cubicBezTo>
                  <a:cubicBezTo>
                    <a:pt x="27477" y="42713"/>
                    <a:pt x="27473" y="42715"/>
                    <a:pt x="27470" y="42719"/>
                  </a:cubicBezTo>
                  <a:cubicBezTo>
                    <a:pt x="27433" y="42719"/>
                    <a:pt x="27404" y="42741"/>
                    <a:pt x="27397" y="42770"/>
                  </a:cubicBezTo>
                  <a:cubicBezTo>
                    <a:pt x="27360" y="42850"/>
                    <a:pt x="27324" y="42938"/>
                    <a:pt x="27280" y="43018"/>
                  </a:cubicBezTo>
                  <a:cubicBezTo>
                    <a:pt x="27112" y="43368"/>
                    <a:pt x="26922" y="43704"/>
                    <a:pt x="26704" y="44025"/>
                  </a:cubicBezTo>
                  <a:cubicBezTo>
                    <a:pt x="26477" y="44346"/>
                    <a:pt x="26237" y="44652"/>
                    <a:pt x="25981" y="44944"/>
                  </a:cubicBezTo>
                  <a:cubicBezTo>
                    <a:pt x="25843" y="45105"/>
                    <a:pt x="25704" y="45258"/>
                    <a:pt x="25565" y="45411"/>
                  </a:cubicBezTo>
                  <a:cubicBezTo>
                    <a:pt x="25463" y="45521"/>
                    <a:pt x="25361" y="45623"/>
                    <a:pt x="25259" y="45725"/>
                  </a:cubicBezTo>
                  <a:lnTo>
                    <a:pt x="25128" y="45863"/>
                  </a:lnTo>
                  <a:cubicBezTo>
                    <a:pt x="24821" y="46177"/>
                    <a:pt x="24522" y="46484"/>
                    <a:pt x="24238" y="46761"/>
                  </a:cubicBezTo>
                  <a:lnTo>
                    <a:pt x="24106" y="46892"/>
                  </a:lnTo>
                  <a:cubicBezTo>
                    <a:pt x="23836" y="47162"/>
                    <a:pt x="23581" y="47403"/>
                    <a:pt x="23340" y="47658"/>
                  </a:cubicBezTo>
                  <a:cubicBezTo>
                    <a:pt x="23041" y="47972"/>
                    <a:pt x="22756" y="48308"/>
                    <a:pt x="22486" y="48651"/>
                  </a:cubicBezTo>
                  <a:cubicBezTo>
                    <a:pt x="22238" y="48972"/>
                    <a:pt x="22020" y="49314"/>
                    <a:pt x="21823" y="49672"/>
                  </a:cubicBezTo>
                  <a:cubicBezTo>
                    <a:pt x="21728" y="49840"/>
                    <a:pt x="21640" y="50022"/>
                    <a:pt x="21560" y="50205"/>
                  </a:cubicBezTo>
                  <a:cubicBezTo>
                    <a:pt x="21071" y="49037"/>
                    <a:pt x="20611" y="47848"/>
                    <a:pt x="20152" y="46557"/>
                  </a:cubicBezTo>
                  <a:lnTo>
                    <a:pt x="20152" y="46513"/>
                  </a:lnTo>
                  <a:cubicBezTo>
                    <a:pt x="20159" y="46447"/>
                    <a:pt x="20159" y="46381"/>
                    <a:pt x="20166" y="46323"/>
                  </a:cubicBezTo>
                  <a:lnTo>
                    <a:pt x="20166" y="46279"/>
                  </a:lnTo>
                  <a:cubicBezTo>
                    <a:pt x="20166" y="46141"/>
                    <a:pt x="20174" y="46009"/>
                    <a:pt x="20174" y="45863"/>
                  </a:cubicBezTo>
                  <a:cubicBezTo>
                    <a:pt x="20181" y="45564"/>
                    <a:pt x="20196" y="45265"/>
                    <a:pt x="20210" y="45075"/>
                  </a:cubicBezTo>
                  <a:cubicBezTo>
                    <a:pt x="20239" y="44536"/>
                    <a:pt x="20276" y="44010"/>
                    <a:pt x="20327" y="43507"/>
                  </a:cubicBezTo>
                  <a:cubicBezTo>
                    <a:pt x="20414" y="42573"/>
                    <a:pt x="20546" y="41588"/>
                    <a:pt x="20743" y="40486"/>
                  </a:cubicBezTo>
                  <a:cubicBezTo>
                    <a:pt x="20976" y="39166"/>
                    <a:pt x="21268" y="37801"/>
                    <a:pt x="21633" y="36320"/>
                  </a:cubicBezTo>
                  <a:cubicBezTo>
                    <a:pt x="21954" y="35022"/>
                    <a:pt x="22319" y="33672"/>
                    <a:pt x="22611" y="32592"/>
                  </a:cubicBezTo>
                  <a:lnTo>
                    <a:pt x="22720" y="32154"/>
                  </a:lnTo>
                  <a:cubicBezTo>
                    <a:pt x="23150" y="30564"/>
                    <a:pt x="23479" y="29236"/>
                    <a:pt x="23756" y="27995"/>
                  </a:cubicBezTo>
                  <a:cubicBezTo>
                    <a:pt x="24106" y="26463"/>
                    <a:pt x="24347" y="25099"/>
                    <a:pt x="24507" y="23837"/>
                  </a:cubicBezTo>
                  <a:cubicBezTo>
                    <a:pt x="24537" y="23640"/>
                    <a:pt x="24559" y="23443"/>
                    <a:pt x="24580" y="23246"/>
                  </a:cubicBezTo>
                  <a:cubicBezTo>
                    <a:pt x="24580" y="23224"/>
                    <a:pt x="24573" y="23209"/>
                    <a:pt x="24559" y="23195"/>
                  </a:cubicBezTo>
                  <a:cubicBezTo>
                    <a:pt x="24551" y="23173"/>
                    <a:pt x="24529" y="23165"/>
                    <a:pt x="24515" y="23158"/>
                  </a:cubicBezTo>
                  <a:cubicBezTo>
                    <a:pt x="24464" y="23158"/>
                    <a:pt x="24427" y="23195"/>
                    <a:pt x="24427" y="23238"/>
                  </a:cubicBezTo>
                  <a:cubicBezTo>
                    <a:pt x="24354" y="23866"/>
                    <a:pt x="24252" y="24552"/>
                    <a:pt x="24113" y="25332"/>
                  </a:cubicBezTo>
                  <a:cubicBezTo>
                    <a:pt x="23625" y="28112"/>
                    <a:pt x="22829" y="30863"/>
                    <a:pt x="22056" y="33533"/>
                  </a:cubicBezTo>
                  <a:lnTo>
                    <a:pt x="22034" y="33599"/>
                  </a:lnTo>
                  <a:lnTo>
                    <a:pt x="21888" y="34124"/>
                  </a:lnTo>
                  <a:cubicBezTo>
                    <a:pt x="21567" y="35233"/>
                    <a:pt x="21195" y="36495"/>
                    <a:pt x="20867" y="37728"/>
                  </a:cubicBezTo>
                  <a:cubicBezTo>
                    <a:pt x="20444" y="39326"/>
                    <a:pt x="20137" y="40647"/>
                    <a:pt x="19918" y="41880"/>
                  </a:cubicBezTo>
                  <a:cubicBezTo>
                    <a:pt x="19772" y="42712"/>
                    <a:pt x="19663" y="43478"/>
                    <a:pt x="19583" y="44236"/>
                  </a:cubicBezTo>
                  <a:cubicBezTo>
                    <a:pt x="19561" y="44412"/>
                    <a:pt x="19546" y="44579"/>
                    <a:pt x="19532" y="44754"/>
                  </a:cubicBezTo>
                  <a:cubicBezTo>
                    <a:pt x="19079" y="43375"/>
                    <a:pt x="18641" y="41924"/>
                    <a:pt x="18145" y="40216"/>
                  </a:cubicBezTo>
                  <a:cubicBezTo>
                    <a:pt x="17562" y="38210"/>
                    <a:pt x="17014" y="36160"/>
                    <a:pt x="16555" y="34423"/>
                  </a:cubicBezTo>
                  <a:cubicBezTo>
                    <a:pt x="16336" y="33584"/>
                    <a:pt x="16117" y="32745"/>
                    <a:pt x="15898" y="31906"/>
                  </a:cubicBezTo>
                  <a:lnTo>
                    <a:pt x="15796" y="31512"/>
                  </a:lnTo>
                  <a:cubicBezTo>
                    <a:pt x="15541" y="30549"/>
                    <a:pt x="15285" y="29579"/>
                    <a:pt x="15037" y="28616"/>
                  </a:cubicBezTo>
                  <a:cubicBezTo>
                    <a:pt x="14767" y="27601"/>
                    <a:pt x="14505" y="26624"/>
                    <a:pt x="14249" y="25712"/>
                  </a:cubicBezTo>
                  <a:cubicBezTo>
                    <a:pt x="14001" y="24807"/>
                    <a:pt x="13731" y="23859"/>
                    <a:pt x="13454" y="22896"/>
                  </a:cubicBezTo>
                  <a:cubicBezTo>
                    <a:pt x="12936" y="21093"/>
                    <a:pt x="12425" y="19299"/>
                    <a:pt x="11914" y="17460"/>
                  </a:cubicBezTo>
                  <a:cubicBezTo>
                    <a:pt x="11769" y="16942"/>
                    <a:pt x="11623" y="16431"/>
                    <a:pt x="11477" y="15921"/>
                  </a:cubicBezTo>
                  <a:lnTo>
                    <a:pt x="11302" y="15308"/>
                  </a:lnTo>
                  <a:lnTo>
                    <a:pt x="11134" y="14709"/>
                  </a:lnTo>
                  <a:cubicBezTo>
                    <a:pt x="10842" y="13673"/>
                    <a:pt x="10587" y="12798"/>
                    <a:pt x="10339" y="11959"/>
                  </a:cubicBezTo>
                  <a:cubicBezTo>
                    <a:pt x="9624" y="9529"/>
                    <a:pt x="9054" y="7676"/>
                    <a:pt x="8493" y="5961"/>
                  </a:cubicBezTo>
                  <a:cubicBezTo>
                    <a:pt x="8157" y="4940"/>
                    <a:pt x="7807" y="3933"/>
                    <a:pt x="7464" y="2963"/>
                  </a:cubicBezTo>
                  <a:cubicBezTo>
                    <a:pt x="7128" y="2051"/>
                    <a:pt x="6756" y="1095"/>
                    <a:pt x="6333" y="44"/>
                  </a:cubicBezTo>
                  <a:cubicBezTo>
                    <a:pt x="6318" y="22"/>
                    <a:pt x="6297" y="1"/>
                    <a:pt x="6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68">
              <a:extLst>
                <a:ext uri="{FF2B5EF4-FFF2-40B4-BE49-F238E27FC236}">
                  <a16:creationId xmlns:a16="http://schemas.microsoft.com/office/drawing/2014/main" id="{82D15281-6563-6061-2F97-46305DCA33D7}"/>
                </a:ext>
              </a:extLst>
            </p:cNvPr>
            <p:cNvSpPr/>
            <p:nvPr/>
          </p:nvSpPr>
          <p:spPr>
            <a:xfrm>
              <a:off x="1224813" y="543842"/>
              <a:ext cx="932214" cy="2033346"/>
            </a:xfrm>
            <a:custGeom>
              <a:avLst/>
              <a:gdLst/>
              <a:ahLst/>
              <a:cxnLst/>
              <a:rect l="l" t="t" r="r" b="b"/>
              <a:pathLst>
                <a:path w="28543" h="62258" extrusionOk="0">
                  <a:moveTo>
                    <a:pt x="6267" y="1"/>
                  </a:moveTo>
                  <a:lnTo>
                    <a:pt x="6267" y="8"/>
                  </a:lnTo>
                  <a:cubicBezTo>
                    <a:pt x="6262" y="7"/>
                    <a:pt x="6257" y="6"/>
                    <a:pt x="6253" y="6"/>
                  </a:cubicBezTo>
                  <a:cubicBezTo>
                    <a:pt x="6231" y="6"/>
                    <a:pt x="6214" y="19"/>
                    <a:pt x="6202" y="37"/>
                  </a:cubicBezTo>
                  <a:cubicBezTo>
                    <a:pt x="6187" y="59"/>
                    <a:pt x="6187" y="81"/>
                    <a:pt x="6194" y="103"/>
                  </a:cubicBezTo>
                  <a:cubicBezTo>
                    <a:pt x="6530" y="934"/>
                    <a:pt x="6880" y="1861"/>
                    <a:pt x="7260" y="2926"/>
                  </a:cubicBezTo>
                  <a:cubicBezTo>
                    <a:pt x="7595" y="3860"/>
                    <a:pt x="7916" y="4831"/>
                    <a:pt x="8230" y="5815"/>
                  </a:cubicBezTo>
                  <a:cubicBezTo>
                    <a:pt x="8828" y="7712"/>
                    <a:pt x="9375" y="9653"/>
                    <a:pt x="9923" y="11762"/>
                  </a:cubicBezTo>
                  <a:lnTo>
                    <a:pt x="9930" y="11791"/>
                  </a:lnTo>
                  <a:lnTo>
                    <a:pt x="10025" y="12185"/>
                  </a:lnTo>
                  <a:lnTo>
                    <a:pt x="10032" y="12207"/>
                  </a:lnTo>
                  <a:lnTo>
                    <a:pt x="10069" y="12338"/>
                  </a:lnTo>
                  <a:lnTo>
                    <a:pt x="10105" y="12491"/>
                  </a:lnTo>
                  <a:lnTo>
                    <a:pt x="10156" y="12688"/>
                  </a:lnTo>
                  <a:lnTo>
                    <a:pt x="10222" y="12944"/>
                  </a:lnTo>
                  <a:lnTo>
                    <a:pt x="10302" y="13272"/>
                  </a:lnTo>
                  <a:lnTo>
                    <a:pt x="10382" y="13600"/>
                  </a:lnTo>
                  <a:cubicBezTo>
                    <a:pt x="10441" y="13819"/>
                    <a:pt x="10492" y="14045"/>
                    <a:pt x="10550" y="14264"/>
                  </a:cubicBezTo>
                  <a:cubicBezTo>
                    <a:pt x="10674" y="14746"/>
                    <a:pt x="10791" y="15227"/>
                    <a:pt x="10908" y="15709"/>
                  </a:cubicBezTo>
                  <a:lnTo>
                    <a:pt x="11148" y="16694"/>
                  </a:lnTo>
                  <a:cubicBezTo>
                    <a:pt x="11294" y="17285"/>
                    <a:pt x="11440" y="17883"/>
                    <a:pt x="11586" y="18474"/>
                  </a:cubicBezTo>
                  <a:cubicBezTo>
                    <a:pt x="11790" y="19328"/>
                    <a:pt x="12009" y="20181"/>
                    <a:pt x="12272" y="21203"/>
                  </a:cubicBezTo>
                  <a:cubicBezTo>
                    <a:pt x="12520" y="22159"/>
                    <a:pt x="12761" y="23049"/>
                    <a:pt x="13002" y="23910"/>
                  </a:cubicBezTo>
                  <a:lnTo>
                    <a:pt x="13023" y="23983"/>
                  </a:lnTo>
                  <a:cubicBezTo>
                    <a:pt x="13286" y="24902"/>
                    <a:pt x="13556" y="25850"/>
                    <a:pt x="13811" y="26792"/>
                  </a:cubicBezTo>
                  <a:cubicBezTo>
                    <a:pt x="14081" y="27806"/>
                    <a:pt x="14359" y="28827"/>
                    <a:pt x="14585" y="29695"/>
                  </a:cubicBezTo>
                  <a:cubicBezTo>
                    <a:pt x="14804" y="30527"/>
                    <a:pt x="15023" y="31359"/>
                    <a:pt x="15241" y="32191"/>
                  </a:cubicBezTo>
                  <a:cubicBezTo>
                    <a:pt x="15526" y="33292"/>
                    <a:pt x="15818" y="34401"/>
                    <a:pt x="16110" y="35503"/>
                  </a:cubicBezTo>
                  <a:cubicBezTo>
                    <a:pt x="16686" y="37670"/>
                    <a:pt x="17168" y="39421"/>
                    <a:pt x="17642" y="41033"/>
                  </a:cubicBezTo>
                  <a:lnTo>
                    <a:pt x="17569" y="40968"/>
                  </a:lnTo>
                  <a:cubicBezTo>
                    <a:pt x="17284" y="40734"/>
                    <a:pt x="17014" y="40479"/>
                    <a:pt x="16759" y="40216"/>
                  </a:cubicBezTo>
                  <a:cubicBezTo>
                    <a:pt x="16307" y="39742"/>
                    <a:pt x="15876" y="39246"/>
                    <a:pt x="15482" y="38721"/>
                  </a:cubicBezTo>
                  <a:cubicBezTo>
                    <a:pt x="15125" y="38261"/>
                    <a:pt x="14760" y="37736"/>
                    <a:pt x="14308" y="37035"/>
                  </a:cubicBezTo>
                  <a:cubicBezTo>
                    <a:pt x="13921" y="36437"/>
                    <a:pt x="13534" y="35802"/>
                    <a:pt x="13228" y="35291"/>
                  </a:cubicBezTo>
                  <a:cubicBezTo>
                    <a:pt x="13082" y="35058"/>
                    <a:pt x="12943" y="34825"/>
                    <a:pt x="12797" y="34584"/>
                  </a:cubicBezTo>
                  <a:lnTo>
                    <a:pt x="12673" y="34394"/>
                  </a:lnTo>
                  <a:cubicBezTo>
                    <a:pt x="12535" y="34161"/>
                    <a:pt x="12396" y="33934"/>
                    <a:pt x="12250" y="33701"/>
                  </a:cubicBezTo>
                  <a:cubicBezTo>
                    <a:pt x="11827" y="33008"/>
                    <a:pt x="11411" y="32307"/>
                    <a:pt x="10995" y="31600"/>
                  </a:cubicBezTo>
                  <a:lnTo>
                    <a:pt x="10951" y="31527"/>
                  </a:lnTo>
                  <a:cubicBezTo>
                    <a:pt x="10120" y="30140"/>
                    <a:pt x="9266" y="28710"/>
                    <a:pt x="8376" y="27324"/>
                  </a:cubicBezTo>
                  <a:cubicBezTo>
                    <a:pt x="6720" y="24727"/>
                    <a:pt x="5319" y="22830"/>
                    <a:pt x="3845" y="21166"/>
                  </a:cubicBezTo>
                  <a:cubicBezTo>
                    <a:pt x="2627" y="19795"/>
                    <a:pt x="1423" y="18678"/>
                    <a:pt x="182" y="17781"/>
                  </a:cubicBezTo>
                  <a:cubicBezTo>
                    <a:pt x="161" y="17766"/>
                    <a:pt x="139" y="17752"/>
                    <a:pt x="117" y="17752"/>
                  </a:cubicBezTo>
                  <a:cubicBezTo>
                    <a:pt x="80" y="17752"/>
                    <a:pt x="51" y="17766"/>
                    <a:pt x="29" y="17796"/>
                  </a:cubicBezTo>
                  <a:cubicBezTo>
                    <a:pt x="7" y="17817"/>
                    <a:pt x="0" y="17854"/>
                    <a:pt x="7" y="17883"/>
                  </a:cubicBezTo>
                  <a:cubicBezTo>
                    <a:pt x="7" y="17905"/>
                    <a:pt x="22" y="17934"/>
                    <a:pt x="44" y="17949"/>
                  </a:cubicBezTo>
                  <a:cubicBezTo>
                    <a:pt x="978" y="18635"/>
                    <a:pt x="1846" y="19401"/>
                    <a:pt x="2648" y="20232"/>
                  </a:cubicBezTo>
                  <a:cubicBezTo>
                    <a:pt x="4173" y="21801"/>
                    <a:pt x="5640" y="23698"/>
                    <a:pt x="7267" y="26186"/>
                  </a:cubicBezTo>
                  <a:cubicBezTo>
                    <a:pt x="8580" y="28214"/>
                    <a:pt x="9799" y="30323"/>
                    <a:pt x="10973" y="32373"/>
                  </a:cubicBezTo>
                  <a:lnTo>
                    <a:pt x="11163" y="32701"/>
                  </a:lnTo>
                  <a:lnTo>
                    <a:pt x="11615" y="33475"/>
                  </a:lnTo>
                  <a:lnTo>
                    <a:pt x="12053" y="34241"/>
                  </a:lnTo>
                  <a:cubicBezTo>
                    <a:pt x="12206" y="34504"/>
                    <a:pt x="12360" y="34766"/>
                    <a:pt x="12513" y="35029"/>
                  </a:cubicBezTo>
                  <a:lnTo>
                    <a:pt x="12586" y="35160"/>
                  </a:lnTo>
                  <a:lnTo>
                    <a:pt x="13023" y="35904"/>
                  </a:lnTo>
                  <a:lnTo>
                    <a:pt x="13155" y="36123"/>
                  </a:lnTo>
                  <a:lnTo>
                    <a:pt x="13169" y="36152"/>
                  </a:lnTo>
                  <a:cubicBezTo>
                    <a:pt x="13461" y="36656"/>
                    <a:pt x="13760" y="37174"/>
                    <a:pt x="14067" y="37677"/>
                  </a:cubicBezTo>
                  <a:cubicBezTo>
                    <a:pt x="14446" y="38297"/>
                    <a:pt x="14818" y="38859"/>
                    <a:pt x="15205" y="39392"/>
                  </a:cubicBezTo>
                  <a:cubicBezTo>
                    <a:pt x="15584" y="39924"/>
                    <a:pt x="16000" y="40428"/>
                    <a:pt x="16453" y="40902"/>
                  </a:cubicBezTo>
                  <a:cubicBezTo>
                    <a:pt x="16599" y="41055"/>
                    <a:pt x="16744" y="41201"/>
                    <a:pt x="16898" y="41340"/>
                  </a:cubicBezTo>
                  <a:cubicBezTo>
                    <a:pt x="17000" y="41442"/>
                    <a:pt x="17102" y="41544"/>
                    <a:pt x="17204" y="41646"/>
                  </a:cubicBezTo>
                  <a:cubicBezTo>
                    <a:pt x="17343" y="41778"/>
                    <a:pt x="17459" y="41887"/>
                    <a:pt x="17584" y="41997"/>
                  </a:cubicBezTo>
                  <a:cubicBezTo>
                    <a:pt x="17664" y="42062"/>
                    <a:pt x="17751" y="42121"/>
                    <a:pt x="17846" y="42172"/>
                  </a:cubicBezTo>
                  <a:cubicBezTo>
                    <a:pt x="17883" y="42194"/>
                    <a:pt x="17919" y="42215"/>
                    <a:pt x="17956" y="42230"/>
                  </a:cubicBezTo>
                  <a:cubicBezTo>
                    <a:pt x="17970" y="42237"/>
                    <a:pt x="17985" y="42245"/>
                    <a:pt x="17999" y="42252"/>
                  </a:cubicBezTo>
                  <a:cubicBezTo>
                    <a:pt x="18503" y="43923"/>
                    <a:pt x="18992" y="45411"/>
                    <a:pt x="19480" y="46797"/>
                  </a:cubicBezTo>
                  <a:cubicBezTo>
                    <a:pt x="20093" y="48505"/>
                    <a:pt x="20757" y="50161"/>
                    <a:pt x="21458" y="51715"/>
                  </a:cubicBezTo>
                  <a:cubicBezTo>
                    <a:pt x="22180" y="53305"/>
                    <a:pt x="22975" y="54859"/>
                    <a:pt x="23858" y="56370"/>
                  </a:cubicBezTo>
                  <a:cubicBezTo>
                    <a:pt x="25040" y="58398"/>
                    <a:pt x="26390" y="60317"/>
                    <a:pt x="27893" y="62119"/>
                  </a:cubicBezTo>
                  <a:cubicBezTo>
                    <a:pt x="27951" y="62192"/>
                    <a:pt x="28031" y="62243"/>
                    <a:pt x="28119" y="62258"/>
                  </a:cubicBezTo>
                  <a:lnTo>
                    <a:pt x="28177" y="62258"/>
                  </a:lnTo>
                  <a:cubicBezTo>
                    <a:pt x="28250" y="62258"/>
                    <a:pt x="28331" y="62236"/>
                    <a:pt x="28389" y="62185"/>
                  </a:cubicBezTo>
                  <a:cubicBezTo>
                    <a:pt x="28469" y="62126"/>
                    <a:pt x="28520" y="62039"/>
                    <a:pt x="28528" y="61937"/>
                  </a:cubicBezTo>
                  <a:cubicBezTo>
                    <a:pt x="28542" y="61849"/>
                    <a:pt x="28513" y="61762"/>
                    <a:pt x="28462" y="61689"/>
                  </a:cubicBezTo>
                  <a:cubicBezTo>
                    <a:pt x="27645" y="60711"/>
                    <a:pt x="26864" y="59682"/>
                    <a:pt x="26127" y="58617"/>
                  </a:cubicBezTo>
                  <a:cubicBezTo>
                    <a:pt x="25441" y="57617"/>
                    <a:pt x="24763" y="56538"/>
                    <a:pt x="24121" y="55399"/>
                  </a:cubicBezTo>
                  <a:cubicBezTo>
                    <a:pt x="23340" y="54020"/>
                    <a:pt x="22596" y="52532"/>
                    <a:pt x="21910" y="50978"/>
                  </a:cubicBezTo>
                  <a:cubicBezTo>
                    <a:pt x="21990" y="50774"/>
                    <a:pt x="22078" y="50562"/>
                    <a:pt x="22180" y="50351"/>
                  </a:cubicBezTo>
                  <a:cubicBezTo>
                    <a:pt x="22457" y="49781"/>
                    <a:pt x="22778" y="49234"/>
                    <a:pt x="23150" y="48716"/>
                  </a:cubicBezTo>
                  <a:cubicBezTo>
                    <a:pt x="23493" y="48220"/>
                    <a:pt x="23887" y="47731"/>
                    <a:pt x="24332" y="47206"/>
                  </a:cubicBezTo>
                  <a:lnTo>
                    <a:pt x="24332" y="47206"/>
                  </a:lnTo>
                  <a:lnTo>
                    <a:pt x="24318" y="47221"/>
                  </a:lnTo>
                  <a:cubicBezTo>
                    <a:pt x="24442" y="47082"/>
                    <a:pt x="24559" y="46943"/>
                    <a:pt x="24683" y="46812"/>
                  </a:cubicBezTo>
                  <a:lnTo>
                    <a:pt x="24821" y="46651"/>
                  </a:lnTo>
                  <a:cubicBezTo>
                    <a:pt x="24931" y="46535"/>
                    <a:pt x="25040" y="46411"/>
                    <a:pt x="25142" y="46294"/>
                  </a:cubicBezTo>
                  <a:cubicBezTo>
                    <a:pt x="25427" y="45973"/>
                    <a:pt x="25704" y="45652"/>
                    <a:pt x="25967" y="45324"/>
                  </a:cubicBezTo>
                  <a:cubicBezTo>
                    <a:pt x="26105" y="45156"/>
                    <a:pt x="26229" y="44995"/>
                    <a:pt x="26353" y="44835"/>
                  </a:cubicBezTo>
                  <a:cubicBezTo>
                    <a:pt x="26463" y="44689"/>
                    <a:pt x="26580" y="44521"/>
                    <a:pt x="26711" y="44324"/>
                  </a:cubicBezTo>
                  <a:cubicBezTo>
                    <a:pt x="26944" y="43981"/>
                    <a:pt x="27156" y="43616"/>
                    <a:pt x="27338" y="43244"/>
                  </a:cubicBezTo>
                  <a:cubicBezTo>
                    <a:pt x="27411" y="43091"/>
                    <a:pt x="27477" y="42952"/>
                    <a:pt x="27535" y="42814"/>
                  </a:cubicBezTo>
                  <a:cubicBezTo>
                    <a:pt x="27543" y="42792"/>
                    <a:pt x="27543" y="42777"/>
                    <a:pt x="27535" y="42755"/>
                  </a:cubicBezTo>
                  <a:cubicBezTo>
                    <a:pt x="27528" y="42741"/>
                    <a:pt x="27506" y="42726"/>
                    <a:pt x="27492" y="42719"/>
                  </a:cubicBezTo>
                  <a:cubicBezTo>
                    <a:pt x="27488" y="42715"/>
                    <a:pt x="27484" y="42713"/>
                    <a:pt x="27481" y="42713"/>
                  </a:cubicBezTo>
                  <a:cubicBezTo>
                    <a:pt x="27477" y="42713"/>
                    <a:pt x="27473" y="42715"/>
                    <a:pt x="27470" y="42719"/>
                  </a:cubicBezTo>
                  <a:cubicBezTo>
                    <a:pt x="27433" y="42719"/>
                    <a:pt x="27404" y="42741"/>
                    <a:pt x="27397" y="42770"/>
                  </a:cubicBezTo>
                  <a:cubicBezTo>
                    <a:pt x="27360" y="42850"/>
                    <a:pt x="27324" y="42938"/>
                    <a:pt x="27280" y="43018"/>
                  </a:cubicBezTo>
                  <a:cubicBezTo>
                    <a:pt x="27112" y="43368"/>
                    <a:pt x="26922" y="43704"/>
                    <a:pt x="26704" y="44025"/>
                  </a:cubicBezTo>
                  <a:cubicBezTo>
                    <a:pt x="26477" y="44346"/>
                    <a:pt x="26237" y="44652"/>
                    <a:pt x="25981" y="44944"/>
                  </a:cubicBezTo>
                  <a:cubicBezTo>
                    <a:pt x="25843" y="45105"/>
                    <a:pt x="25704" y="45258"/>
                    <a:pt x="25565" y="45411"/>
                  </a:cubicBezTo>
                  <a:cubicBezTo>
                    <a:pt x="25463" y="45521"/>
                    <a:pt x="25361" y="45623"/>
                    <a:pt x="25259" y="45725"/>
                  </a:cubicBezTo>
                  <a:lnTo>
                    <a:pt x="25128" y="45863"/>
                  </a:lnTo>
                  <a:cubicBezTo>
                    <a:pt x="24821" y="46177"/>
                    <a:pt x="24522" y="46484"/>
                    <a:pt x="24238" y="46761"/>
                  </a:cubicBezTo>
                  <a:lnTo>
                    <a:pt x="24106" y="46892"/>
                  </a:lnTo>
                  <a:cubicBezTo>
                    <a:pt x="23836" y="47162"/>
                    <a:pt x="23581" y="47403"/>
                    <a:pt x="23340" y="47658"/>
                  </a:cubicBezTo>
                  <a:cubicBezTo>
                    <a:pt x="23041" y="47972"/>
                    <a:pt x="22756" y="48308"/>
                    <a:pt x="22486" y="48651"/>
                  </a:cubicBezTo>
                  <a:cubicBezTo>
                    <a:pt x="22238" y="48972"/>
                    <a:pt x="22020" y="49314"/>
                    <a:pt x="21823" y="49672"/>
                  </a:cubicBezTo>
                  <a:cubicBezTo>
                    <a:pt x="21728" y="49840"/>
                    <a:pt x="21640" y="50022"/>
                    <a:pt x="21560" y="50205"/>
                  </a:cubicBezTo>
                  <a:cubicBezTo>
                    <a:pt x="21071" y="49037"/>
                    <a:pt x="20611" y="47848"/>
                    <a:pt x="20152" y="46557"/>
                  </a:cubicBezTo>
                  <a:lnTo>
                    <a:pt x="20152" y="46513"/>
                  </a:lnTo>
                  <a:cubicBezTo>
                    <a:pt x="20159" y="46447"/>
                    <a:pt x="20159" y="46381"/>
                    <a:pt x="20166" y="46323"/>
                  </a:cubicBezTo>
                  <a:lnTo>
                    <a:pt x="20166" y="46279"/>
                  </a:lnTo>
                  <a:cubicBezTo>
                    <a:pt x="20166" y="46141"/>
                    <a:pt x="20174" y="46009"/>
                    <a:pt x="20174" y="45863"/>
                  </a:cubicBezTo>
                  <a:cubicBezTo>
                    <a:pt x="20181" y="45564"/>
                    <a:pt x="20196" y="45265"/>
                    <a:pt x="20210" y="45075"/>
                  </a:cubicBezTo>
                  <a:cubicBezTo>
                    <a:pt x="20239" y="44536"/>
                    <a:pt x="20276" y="44010"/>
                    <a:pt x="20327" y="43507"/>
                  </a:cubicBezTo>
                  <a:cubicBezTo>
                    <a:pt x="20414" y="42573"/>
                    <a:pt x="20546" y="41588"/>
                    <a:pt x="20743" y="40486"/>
                  </a:cubicBezTo>
                  <a:cubicBezTo>
                    <a:pt x="20976" y="39166"/>
                    <a:pt x="21268" y="37801"/>
                    <a:pt x="21633" y="36320"/>
                  </a:cubicBezTo>
                  <a:cubicBezTo>
                    <a:pt x="21954" y="35022"/>
                    <a:pt x="22319" y="33672"/>
                    <a:pt x="22611" y="32592"/>
                  </a:cubicBezTo>
                  <a:lnTo>
                    <a:pt x="22720" y="32154"/>
                  </a:lnTo>
                  <a:cubicBezTo>
                    <a:pt x="23150" y="30564"/>
                    <a:pt x="23479" y="29236"/>
                    <a:pt x="23756" y="27995"/>
                  </a:cubicBezTo>
                  <a:cubicBezTo>
                    <a:pt x="24106" y="26463"/>
                    <a:pt x="24347" y="25099"/>
                    <a:pt x="24507" y="23837"/>
                  </a:cubicBezTo>
                  <a:cubicBezTo>
                    <a:pt x="24537" y="23640"/>
                    <a:pt x="24559" y="23443"/>
                    <a:pt x="24580" y="23246"/>
                  </a:cubicBezTo>
                  <a:cubicBezTo>
                    <a:pt x="24580" y="23224"/>
                    <a:pt x="24573" y="23209"/>
                    <a:pt x="24559" y="23195"/>
                  </a:cubicBezTo>
                  <a:cubicBezTo>
                    <a:pt x="24551" y="23173"/>
                    <a:pt x="24529" y="23165"/>
                    <a:pt x="24515" y="23158"/>
                  </a:cubicBezTo>
                  <a:cubicBezTo>
                    <a:pt x="24464" y="23158"/>
                    <a:pt x="24427" y="23195"/>
                    <a:pt x="24427" y="23238"/>
                  </a:cubicBezTo>
                  <a:cubicBezTo>
                    <a:pt x="24354" y="23866"/>
                    <a:pt x="24252" y="24552"/>
                    <a:pt x="24113" y="25332"/>
                  </a:cubicBezTo>
                  <a:cubicBezTo>
                    <a:pt x="23625" y="28112"/>
                    <a:pt x="22829" y="30863"/>
                    <a:pt x="22056" y="33533"/>
                  </a:cubicBezTo>
                  <a:lnTo>
                    <a:pt x="22034" y="33599"/>
                  </a:lnTo>
                  <a:lnTo>
                    <a:pt x="21888" y="34124"/>
                  </a:lnTo>
                  <a:cubicBezTo>
                    <a:pt x="21567" y="35233"/>
                    <a:pt x="21195" y="36495"/>
                    <a:pt x="20867" y="37728"/>
                  </a:cubicBezTo>
                  <a:cubicBezTo>
                    <a:pt x="20444" y="39326"/>
                    <a:pt x="20137" y="40647"/>
                    <a:pt x="19918" y="41880"/>
                  </a:cubicBezTo>
                  <a:cubicBezTo>
                    <a:pt x="19772" y="42712"/>
                    <a:pt x="19663" y="43478"/>
                    <a:pt x="19583" y="44236"/>
                  </a:cubicBezTo>
                  <a:cubicBezTo>
                    <a:pt x="19561" y="44412"/>
                    <a:pt x="19546" y="44579"/>
                    <a:pt x="19532" y="44754"/>
                  </a:cubicBezTo>
                  <a:cubicBezTo>
                    <a:pt x="19079" y="43375"/>
                    <a:pt x="18641" y="41924"/>
                    <a:pt x="18145" y="40216"/>
                  </a:cubicBezTo>
                  <a:cubicBezTo>
                    <a:pt x="17562" y="38210"/>
                    <a:pt x="17014" y="36160"/>
                    <a:pt x="16555" y="34423"/>
                  </a:cubicBezTo>
                  <a:cubicBezTo>
                    <a:pt x="16336" y="33584"/>
                    <a:pt x="16117" y="32745"/>
                    <a:pt x="15898" y="31906"/>
                  </a:cubicBezTo>
                  <a:lnTo>
                    <a:pt x="15796" y="31512"/>
                  </a:lnTo>
                  <a:cubicBezTo>
                    <a:pt x="15541" y="30549"/>
                    <a:pt x="15285" y="29579"/>
                    <a:pt x="15037" y="28616"/>
                  </a:cubicBezTo>
                  <a:cubicBezTo>
                    <a:pt x="14767" y="27601"/>
                    <a:pt x="14505" y="26624"/>
                    <a:pt x="14249" y="25712"/>
                  </a:cubicBezTo>
                  <a:cubicBezTo>
                    <a:pt x="14001" y="24807"/>
                    <a:pt x="13731" y="23859"/>
                    <a:pt x="13454" y="22896"/>
                  </a:cubicBezTo>
                  <a:cubicBezTo>
                    <a:pt x="12936" y="21093"/>
                    <a:pt x="12425" y="19299"/>
                    <a:pt x="11914" y="17460"/>
                  </a:cubicBezTo>
                  <a:cubicBezTo>
                    <a:pt x="11769" y="16942"/>
                    <a:pt x="11623" y="16431"/>
                    <a:pt x="11477" y="15921"/>
                  </a:cubicBezTo>
                  <a:lnTo>
                    <a:pt x="11302" y="15308"/>
                  </a:lnTo>
                  <a:lnTo>
                    <a:pt x="11134" y="14709"/>
                  </a:lnTo>
                  <a:cubicBezTo>
                    <a:pt x="10842" y="13673"/>
                    <a:pt x="10587" y="12798"/>
                    <a:pt x="10339" y="11959"/>
                  </a:cubicBezTo>
                  <a:cubicBezTo>
                    <a:pt x="9624" y="9529"/>
                    <a:pt x="9054" y="7676"/>
                    <a:pt x="8493" y="5961"/>
                  </a:cubicBezTo>
                  <a:cubicBezTo>
                    <a:pt x="8157" y="4940"/>
                    <a:pt x="7807" y="3933"/>
                    <a:pt x="7464" y="2963"/>
                  </a:cubicBezTo>
                  <a:cubicBezTo>
                    <a:pt x="7128" y="2051"/>
                    <a:pt x="6756" y="1095"/>
                    <a:pt x="6333" y="44"/>
                  </a:cubicBezTo>
                  <a:cubicBezTo>
                    <a:pt x="6318" y="22"/>
                    <a:pt x="6297" y="1"/>
                    <a:pt x="6267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5" name="Google Shape;1715;p68">
            <a:extLst>
              <a:ext uri="{FF2B5EF4-FFF2-40B4-BE49-F238E27FC236}">
                <a16:creationId xmlns:a16="http://schemas.microsoft.com/office/drawing/2014/main" id="{18DA69B1-69E3-66F8-9551-0F9780F93270}"/>
              </a:ext>
            </a:extLst>
          </p:cNvPr>
          <p:cNvGrpSpPr/>
          <p:nvPr/>
        </p:nvGrpSpPr>
        <p:grpSpPr>
          <a:xfrm rot="-439482">
            <a:off x="7237185" y="3175021"/>
            <a:ext cx="1042063" cy="2172411"/>
            <a:chOff x="1117397" y="404909"/>
            <a:chExt cx="1041999" cy="2172279"/>
          </a:xfrm>
        </p:grpSpPr>
        <p:sp>
          <p:nvSpPr>
            <p:cNvPr id="1716" name="Google Shape;1716;p68">
              <a:extLst>
                <a:ext uri="{FF2B5EF4-FFF2-40B4-BE49-F238E27FC236}">
                  <a16:creationId xmlns:a16="http://schemas.microsoft.com/office/drawing/2014/main" id="{24FB7CBE-474E-19DF-7930-C6780924F14B}"/>
                </a:ext>
              </a:extLst>
            </p:cNvPr>
            <p:cNvSpPr/>
            <p:nvPr/>
          </p:nvSpPr>
          <p:spPr>
            <a:xfrm>
              <a:off x="1117397" y="1040426"/>
              <a:ext cx="680275" cy="856443"/>
            </a:xfrm>
            <a:custGeom>
              <a:avLst/>
              <a:gdLst/>
              <a:ahLst/>
              <a:cxnLst/>
              <a:rect l="l" t="t" r="r" b="b"/>
              <a:pathLst>
                <a:path w="20829" h="26223" extrusionOk="0">
                  <a:moveTo>
                    <a:pt x="252" y="0"/>
                  </a:moveTo>
                  <a:cubicBezTo>
                    <a:pt x="83" y="0"/>
                    <a:pt x="1" y="200"/>
                    <a:pt x="123" y="322"/>
                  </a:cubicBezTo>
                  <a:cubicBezTo>
                    <a:pt x="378" y="613"/>
                    <a:pt x="655" y="891"/>
                    <a:pt x="932" y="1161"/>
                  </a:cubicBezTo>
                  <a:cubicBezTo>
                    <a:pt x="1042" y="1270"/>
                    <a:pt x="1151" y="1379"/>
                    <a:pt x="1261" y="1489"/>
                  </a:cubicBezTo>
                  <a:cubicBezTo>
                    <a:pt x="1596" y="1825"/>
                    <a:pt x="1903" y="2189"/>
                    <a:pt x="2187" y="2576"/>
                  </a:cubicBezTo>
                  <a:cubicBezTo>
                    <a:pt x="2917" y="3561"/>
                    <a:pt x="3530" y="4699"/>
                    <a:pt x="4062" y="6064"/>
                  </a:cubicBezTo>
                  <a:cubicBezTo>
                    <a:pt x="4551" y="7326"/>
                    <a:pt x="4909" y="8624"/>
                    <a:pt x="5237" y="9836"/>
                  </a:cubicBezTo>
                  <a:cubicBezTo>
                    <a:pt x="5325" y="10164"/>
                    <a:pt x="5412" y="10492"/>
                    <a:pt x="5500" y="10813"/>
                  </a:cubicBezTo>
                  <a:cubicBezTo>
                    <a:pt x="5580" y="11142"/>
                    <a:pt x="5668" y="11470"/>
                    <a:pt x="5755" y="11791"/>
                  </a:cubicBezTo>
                  <a:cubicBezTo>
                    <a:pt x="5937" y="12491"/>
                    <a:pt x="6120" y="13119"/>
                    <a:pt x="6310" y="13717"/>
                  </a:cubicBezTo>
                  <a:cubicBezTo>
                    <a:pt x="6682" y="14928"/>
                    <a:pt x="7156" y="16103"/>
                    <a:pt x="7740" y="17234"/>
                  </a:cubicBezTo>
                  <a:cubicBezTo>
                    <a:pt x="8258" y="18233"/>
                    <a:pt x="8885" y="19182"/>
                    <a:pt x="9615" y="20050"/>
                  </a:cubicBezTo>
                  <a:cubicBezTo>
                    <a:pt x="10308" y="20860"/>
                    <a:pt x="11081" y="21604"/>
                    <a:pt x="11935" y="22253"/>
                  </a:cubicBezTo>
                  <a:cubicBezTo>
                    <a:pt x="12781" y="22903"/>
                    <a:pt x="13693" y="23479"/>
                    <a:pt x="14649" y="23968"/>
                  </a:cubicBezTo>
                  <a:cubicBezTo>
                    <a:pt x="16232" y="24785"/>
                    <a:pt x="18078" y="25478"/>
                    <a:pt x="20442" y="26164"/>
                  </a:cubicBezTo>
                  <a:lnTo>
                    <a:pt x="20479" y="26164"/>
                  </a:lnTo>
                  <a:cubicBezTo>
                    <a:pt x="20515" y="26201"/>
                    <a:pt x="20559" y="26222"/>
                    <a:pt x="20610" y="26222"/>
                  </a:cubicBezTo>
                  <a:cubicBezTo>
                    <a:pt x="20639" y="26222"/>
                    <a:pt x="20676" y="26215"/>
                    <a:pt x="20697" y="26201"/>
                  </a:cubicBezTo>
                  <a:cubicBezTo>
                    <a:pt x="20792" y="26142"/>
                    <a:pt x="20829" y="26033"/>
                    <a:pt x="20778" y="25938"/>
                  </a:cubicBezTo>
                  <a:cubicBezTo>
                    <a:pt x="20537" y="25471"/>
                    <a:pt x="20296" y="24982"/>
                    <a:pt x="20077" y="24479"/>
                  </a:cubicBezTo>
                  <a:cubicBezTo>
                    <a:pt x="19895" y="24077"/>
                    <a:pt x="19712" y="23640"/>
                    <a:pt x="19479" y="23056"/>
                  </a:cubicBezTo>
                  <a:lnTo>
                    <a:pt x="19472" y="23041"/>
                  </a:lnTo>
                  <a:cubicBezTo>
                    <a:pt x="19464" y="23019"/>
                    <a:pt x="19457" y="23012"/>
                    <a:pt x="19457" y="22998"/>
                  </a:cubicBezTo>
                  <a:cubicBezTo>
                    <a:pt x="19129" y="22144"/>
                    <a:pt x="18815" y="21261"/>
                    <a:pt x="18516" y="20400"/>
                  </a:cubicBezTo>
                  <a:cubicBezTo>
                    <a:pt x="18304" y="19817"/>
                    <a:pt x="18093" y="19218"/>
                    <a:pt x="17874" y="18627"/>
                  </a:cubicBezTo>
                  <a:cubicBezTo>
                    <a:pt x="17567" y="17788"/>
                    <a:pt x="17290" y="17095"/>
                    <a:pt x="17013" y="16453"/>
                  </a:cubicBezTo>
                  <a:cubicBezTo>
                    <a:pt x="16728" y="15811"/>
                    <a:pt x="16415" y="15154"/>
                    <a:pt x="16086" y="14527"/>
                  </a:cubicBezTo>
                  <a:cubicBezTo>
                    <a:pt x="15444" y="13294"/>
                    <a:pt x="14707" y="12105"/>
                    <a:pt x="13883" y="10981"/>
                  </a:cubicBezTo>
                  <a:cubicBezTo>
                    <a:pt x="13051" y="9850"/>
                    <a:pt x="12139" y="8785"/>
                    <a:pt x="11154" y="7785"/>
                  </a:cubicBezTo>
                  <a:cubicBezTo>
                    <a:pt x="10680" y="7304"/>
                    <a:pt x="10155" y="6815"/>
                    <a:pt x="9600" y="6319"/>
                  </a:cubicBezTo>
                  <a:cubicBezTo>
                    <a:pt x="9126" y="5896"/>
                    <a:pt x="8659" y="5487"/>
                    <a:pt x="8214" y="5108"/>
                  </a:cubicBezTo>
                  <a:cubicBezTo>
                    <a:pt x="7360" y="4371"/>
                    <a:pt x="6229" y="3408"/>
                    <a:pt x="5011" y="2525"/>
                  </a:cubicBezTo>
                  <a:cubicBezTo>
                    <a:pt x="4259" y="1970"/>
                    <a:pt x="3479" y="1467"/>
                    <a:pt x="2669" y="1007"/>
                  </a:cubicBezTo>
                  <a:cubicBezTo>
                    <a:pt x="1917" y="584"/>
                    <a:pt x="1129" y="249"/>
                    <a:pt x="305" y="8"/>
                  </a:cubicBezTo>
                  <a:cubicBezTo>
                    <a:pt x="290" y="0"/>
                    <a:pt x="276" y="0"/>
                    <a:pt x="254" y="0"/>
                  </a:cubicBezTo>
                  <a:lnTo>
                    <a:pt x="261" y="0"/>
                  </a:lnTo>
                  <a:cubicBezTo>
                    <a:pt x="258" y="0"/>
                    <a:pt x="255" y="0"/>
                    <a:pt x="2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68">
              <a:extLst>
                <a:ext uri="{FF2B5EF4-FFF2-40B4-BE49-F238E27FC236}">
                  <a16:creationId xmlns:a16="http://schemas.microsoft.com/office/drawing/2014/main" id="{E7E4332C-CE20-3FAD-1C47-371FC4509B6D}"/>
                </a:ext>
              </a:extLst>
            </p:cNvPr>
            <p:cNvSpPr/>
            <p:nvPr/>
          </p:nvSpPr>
          <p:spPr>
            <a:xfrm>
              <a:off x="1385399" y="404909"/>
              <a:ext cx="313373" cy="1024218"/>
            </a:xfrm>
            <a:custGeom>
              <a:avLst/>
              <a:gdLst/>
              <a:ahLst/>
              <a:cxnLst/>
              <a:rect l="l" t="t" r="r" b="b"/>
              <a:pathLst>
                <a:path w="9595" h="31360" extrusionOk="0">
                  <a:moveTo>
                    <a:pt x="548" y="1"/>
                  </a:moveTo>
                  <a:cubicBezTo>
                    <a:pt x="533" y="1"/>
                    <a:pt x="526" y="1"/>
                    <a:pt x="511" y="8"/>
                  </a:cubicBezTo>
                  <a:cubicBezTo>
                    <a:pt x="475" y="16"/>
                    <a:pt x="446" y="37"/>
                    <a:pt x="424" y="74"/>
                  </a:cubicBezTo>
                  <a:cubicBezTo>
                    <a:pt x="402" y="110"/>
                    <a:pt x="395" y="147"/>
                    <a:pt x="402" y="183"/>
                  </a:cubicBezTo>
                  <a:cubicBezTo>
                    <a:pt x="402" y="220"/>
                    <a:pt x="416" y="249"/>
                    <a:pt x="416" y="286"/>
                  </a:cubicBezTo>
                  <a:lnTo>
                    <a:pt x="416" y="264"/>
                  </a:lnTo>
                  <a:lnTo>
                    <a:pt x="416" y="264"/>
                  </a:lnTo>
                  <a:cubicBezTo>
                    <a:pt x="519" y="1270"/>
                    <a:pt x="453" y="2277"/>
                    <a:pt x="373" y="3204"/>
                  </a:cubicBezTo>
                  <a:cubicBezTo>
                    <a:pt x="343" y="3569"/>
                    <a:pt x="307" y="3934"/>
                    <a:pt x="271" y="4306"/>
                  </a:cubicBezTo>
                  <a:cubicBezTo>
                    <a:pt x="212" y="4904"/>
                    <a:pt x="146" y="5531"/>
                    <a:pt x="110" y="6144"/>
                  </a:cubicBezTo>
                  <a:cubicBezTo>
                    <a:pt x="1" y="8056"/>
                    <a:pt x="95" y="9982"/>
                    <a:pt x="409" y="11879"/>
                  </a:cubicBezTo>
                  <a:cubicBezTo>
                    <a:pt x="723" y="13761"/>
                    <a:pt x="1219" y="15614"/>
                    <a:pt x="1876" y="17417"/>
                  </a:cubicBezTo>
                  <a:cubicBezTo>
                    <a:pt x="2510" y="19153"/>
                    <a:pt x="3276" y="20838"/>
                    <a:pt x="4174" y="22458"/>
                  </a:cubicBezTo>
                  <a:cubicBezTo>
                    <a:pt x="4539" y="23129"/>
                    <a:pt x="4955" y="23823"/>
                    <a:pt x="5392" y="24523"/>
                  </a:cubicBezTo>
                  <a:cubicBezTo>
                    <a:pt x="5823" y="25201"/>
                    <a:pt x="6282" y="25873"/>
                    <a:pt x="6684" y="26449"/>
                  </a:cubicBezTo>
                  <a:cubicBezTo>
                    <a:pt x="7530" y="27675"/>
                    <a:pt x="8413" y="28937"/>
                    <a:pt x="8982" y="30382"/>
                  </a:cubicBezTo>
                  <a:cubicBezTo>
                    <a:pt x="9055" y="30571"/>
                    <a:pt x="9128" y="30768"/>
                    <a:pt x="9194" y="30973"/>
                  </a:cubicBezTo>
                  <a:lnTo>
                    <a:pt x="9194" y="31067"/>
                  </a:lnTo>
                  <a:lnTo>
                    <a:pt x="9201" y="31170"/>
                  </a:lnTo>
                  <a:cubicBezTo>
                    <a:pt x="9201" y="31221"/>
                    <a:pt x="9223" y="31264"/>
                    <a:pt x="9259" y="31301"/>
                  </a:cubicBezTo>
                  <a:cubicBezTo>
                    <a:pt x="9288" y="31337"/>
                    <a:pt x="9340" y="31359"/>
                    <a:pt x="9383" y="31359"/>
                  </a:cubicBezTo>
                  <a:cubicBezTo>
                    <a:pt x="9485" y="31359"/>
                    <a:pt x="9573" y="31279"/>
                    <a:pt x="9580" y="31177"/>
                  </a:cubicBezTo>
                  <a:cubicBezTo>
                    <a:pt x="9595" y="30433"/>
                    <a:pt x="9580" y="29681"/>
                    <a:pt x="9515" y="28937"/>
                  </a:cubicBezTo>
                  <a:cubicBezTo>
                    <a:pt x="9500" y="28667"/>
                    <a:pt x="9478" y="28390"/>
                    <a:pt x="9464" y="28120"/>
                  </a:cubicBezTo>
                  <a:lnTo>
                    <a:pt x="9464" y="28025"/>
                  </a:lnTo>
                  <a:cubicBezTo>
                    <a:pt x="9434" y="27551"/>
                    <a:pt x="9412" y="27069"/>
                    <a:pt x="9398" y="26588"/>
                  </a:cubicBezTo>
                  <a:cubicBezTo>
                    <a:pt x="9391" y="26223"/>
                    <a:pt x="9391" y="25858"/>
                    <a:pt x="9391" y="25501"/>
                  </a:cubicBezTo>
                  <a:lnTo>
                    <a:pt x="9391" y="25136"/>
                  </a:lnTo>
                  <a:cubicBezTo>
                    <a:pt x="9376" y="23348"/>
                    <a:pt x="9347" y="21437"/>
                    <a:pt x="9143" y="19569"/>
                  </a:cubicBezTo>
                  <a:cubicBezTo>
                    <a:pt x="9048" y="18642"/>
                    <a:pt x="8902" y="17730"/>
                    <a:pt x="8712" y="16818"/>
                  </a:cubicBezTo>
                  <a:cubicBezTo>
                    <a:pt x="8515" y="15914"/>
                    <a:pt x="8252" y="15031"/>
                    <a:pt x="7924" y="14163"/>
                  </a:cubicBezTo>
                  <a:cubicBezTo>
                    <a:pt x="7596" y="13316"/>
                    <a:pt x="7224" y="12484"/>
                    <a:pt x="6808" y="11675"/>
                  </a:cubicBezTo>
                  <a:cubicBezTo>
                    <a:pt x="6443" y="10952"/>
                    <a:pt x="6027" y="10172"/>
                    <a:pt x="5524" y="9289"/>
                  </a:cubicBezTo>
                  <a:cubicBezTo>
                    <a:pt x="5159" y="8639"/>
                    <a:pt x="4772" y="7990"/>
                    <a:pt x="4400" y="7355"/>
                  </a:cubicBezTo>
                  <a:cubicBezTo>
                    <a:pt x="3933" y="6567"/>
                    <a:pt x="3452" y="5743"/>
                    <a:pt x="2999" y="4926"/>
                  </a:cubicBezTo>
                  <a:cubicBezTo>
                    <a:pt x="2051" y="3233"/>
                    <a:pt x="1343" y="1781"/>
                    <a:pt x="789" y="358"/>
                  </a:cubicBezTo>
                  <a:lnTo>
                    <a:pt x="752" y="271"/>
                  </a:lnTo>
                  <a:cubicBezTo>
                    <a:pt x="730" y="205"/>
                    <a:pt x="708" y="147"/>
                    <a:pt x="679" y="81"/>
                  </a:cubicBezTo>
                  <a:cubicBezTo>
                    <a:pt x="657" y="30"/>
                    <a:pt x="606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68">
              <a:extLst>
                <a:ext uri="{FF2B5EF4-FFF2-40B4-BE49-F238E27FC236}">
                  <a16:creationId xmlns:a16="http://schemas.microsoft.com/office/drawing/2014/main" id="{70820EEF-5EF3-C931-0D17-11A8E56CFFE4}"/>
                </a:ext>
              </a:extLst>
            </p:cNvPr>
            <p:cNvSpPr/>
            <p:nvPr/>
          </p:nvSpPr>
          <p:spPr>
            <a:xfrm>
              <a:off x="1855529" y="1165021"/>
              <a:ext cx="231167" cy="884596"/>
            </a:xfrm>
            <a:custGeom>
              <a:avLst/>
              <a:gdLst/>
              <a:ahLst/>
              <a:cxnLst/>
              <a:rect l="l" t="t" r="r" b="b"/>
              <a:pathLst>
                <a:path w="7078" h="27085" extrusionOk="0">
                  <a:moveTo>
                    <a:pt x="5501" y="1"/>
                  </a:moveTo>
                  <a:cubicBezTo>
                    <a:pt x="5434" y="1"/>
                    <a:pt x="5376" y="43"/>
                    <a:pt x="5356" y="111"/>
                  </a:cubicBezTo>
                  <a:cubicBezTo>
                    <a:pt x="5210" y="556"/>
                    <a:pt x="5093" y="1015"/>
                    <a:pt x="4998" y="1475"/>
                  </a:cubicBezTo>
                  <a:cubicBezTo>
                    <a:pt x="4884" y="1995"/>
                    <a:pt x="4784" y="2418"/>
                    <a:pt x="4685" y="2818"/>
                  </a:cubicBezTo>
                  <a:lnTo>
                    <a:pt x="4685" y="2818"/>
                  </a:lnTo>
                  <a:cubicBezTo>
                    <a:pt x="4480" y="3577"/>
                    <a:pt x="4247" y="4350"/>
                    <a:pt x="3992" y="5116"/>
                  </a:cubicBezTo>
                  <a:cubicBezTo>
                    <a:pt x="3714" y="5933"/>
                    <a:pt x="3415" y="6728"/>
                    <a:pt x="3160" y="7400"/>
                  </a:cubicBezTo>
                  <a:cubicBezTo>
                    <a:pt x="2905" y="8071"/>
                    <a:pt x="2635" y="8757"/>
                    <a:pt x="2372" y="9413"/>
                  </a:cubicBezTo>
                  <a:cubicBezTo>
                    <a:pt x="2051" y="10238"/>
                    <a:pt x="1715" y="11084"/>
                    <a:pt x="1402" y="11930"/>
                  </a:cubicBezTo>
                  <a:cubicBezTo>
                    <a:pt x="1256" y="12310"/>
                    <a:pt x="1117" y="12696"/>
                    <a:pt x="978" y="13076"/>
                  </a:cubicBezTo>
                  <a:cubicBezTo>
                    <a:pt x="847" y="13455"/>
                    <a:pt x="708" y="13864"/>
                    <a:pt x="584" y="14287"/>
                  </a:cubicBezTo>
                  <a:cubicBezTo>
                    <a:pt x="351" y="15090"/>
                    <a:pt x="198" y="15921"/>
                    <a:pt x="110" y="16753"/>
                  </a:cubicBezTo>
                  <a:cubicBezTo>
                    <a:pt x="37" y="17563"/>
                    <a:pt x="1" y="18373"/>
                    <a:pt x="23" y="19183"/>
                  </a:cubicBezTo>
                  <a:cubicBezTo>
                    <a:pt x="30" y="19890"/>
                    <a:pt x="66" y="20656"/>
                    <a:pt x="132" y="21590"/>
                  </a:cubicBezTo>
                  <a:lnTo>
                    <a:pt x="132" y="21619"/>
                  </a:lnTo>
                  <a:cubicBezTo>
                    <a:pt x="205" y="22670"/>
                    <a:pt x="278" y="23750"/>
                    <a:pt x="293" y="24815"/>
                  </a:cubicBezTo>
                  <a:cubicBezTo>
                    <a:pt x="300" y="25523"/>
                    <a:pt x="278" y="26172"/>
                    <a:pt x="227" y="26800"/>
                  </a:cubicBezTo>
                  <a:cubicBezTo>
                    <a:pt x="241" y="26843"/>
                    <a:pt x="256" y="26895"/>
                    <a:pt x="278" y="26938"/>
                  </a:cubicBezTo>
                  <a:cubicBezTo>
                    <a:pt x="314" y="27026"/>
                    <a:pt x="402" y="27084"/>
                    <a:pt x="497" y="27084"/>
                  </a:cubicBezTo>
                  <a:cubicBezTo>
                    <a:pt x="526" y="27084"/>
                    <a:pt x="555" y="27077"/>
                    <a:pt x="584" y="27062"/>
                  </a:cubicBezTo>
                  <a:cubicBezTo>
                    <a:pt x="643" y="27040"/>
                    <a:pt x="687" y="26989"/>
                    <a:pt x="716" y="26938"/>
                  </a:cubicBezTo>
                  <a:lnTo>
                    <a:pt x="876" y="26646"/>
                  </a:lnTo>
                  <a:lnTo>
                    <a:pt x="854" y="26676"/>
                  </a:lnTo>
                  <a:cubicBezTo>
                    <a:pt x="1205" y="26099"/>
                    <a:pt x="1591" y="25537"/>
                    <a:pt x="2007" y="25005"/>
                  </a:cubicBezTo>
                  <a:cubicBezTo>
                    <a:pt x="2365" y="24538"/>
                    <a:pt x="2751" y="24078"/>
                    <a:pt x="3123" y="23640"/>
                  </a:cubicBezTo>
                  <a:lnTo>
                    <a:pt x="3350" y="23371"/>
                  </a:lnTo>
                  <a:cubicBezTo>
                    <a:pt x="3780" y="22853"/>
                    <a:pt x="4240" y="22291"/>
                    <a:pt x="4641" y="21700"/>
                  </a:cubicBezTo>
                  <a:cubicBezTo>
                    <a:pt x="4845" y="21408"/>
                    <a:pt x="5035" y="21101"/>
                    <a:pt x="5210" y="20780"/>
                  </a:cubicBezTo>
                  <a:cubicBezTo>
                    <a:pt x="5385" y="20459"/>
                    <a:pt x="5546" y="20116"/>
                    <a:pt x="5721" y="19708"/>
                  </a:cubicBezTo>
                  <a:cubicBezTo>
                    <a:pt x="6363" y="18227"/>
                    <a:pt x="6771" y="16658"/>
                    <a:pt x="6932" y="15060"/>
                  </a:cubicBezTo>
                  <a:cubicBezTo>
                    <a:pt x="7078" y="13703"/>
                    <a:pt x="7071" y="12208"/>
                    <a:pt x="6910" y="10486"/>
                  </a:cubicBezTo>
                  <a:cubicBezTo>
                    <a:pt x="6837" y="9705"/>
                    <a:pt x="6728" y="8910"/>
                    <a:pt x="6626" y="8209"/>
                  </a:cubicBezTo>
                  <a:cubicBezTo>
                    <a:pt x="6545" y="7677"/>
                    <a:pt x="6465" y="7144"/>
                    <a:pt x="6385" y="6619"/>
                  </a:cubicBezTo>
                  <a:lnTo>
                    <a:pt x="6275" y="5918"/>
                  </a:lnTo>
                  <a:cubicBezTo>
                    <a:pt x="6042" y="4437"/>
                    <a:pt x="5816" y="2839"/>
                    <a:pt x="5728" y="1249"/>
                  </a:cubicBezTo>
                  <a:cubicBezTo>
                    <a:pt x="5706" y="913"/>
                    <a:pt x="5692" y="614"/>
                    <a:pt x="5692" y="337"/>
                  </a:cubicBezTo>
                  <a:lnTo>
                    <a:pt x="5692" y="257"/>
                  </a:lnTo>
                  <a:lnTo>
                    <a:pt x="5692" y="198"/>
                  </a:lnTo>
                  <a:cubicBezTo>
                    <a:pt x="5699" y="118"/>
                    <a:pt x="5655" y="45"/>
                    <a:pt x="5582" y="16"/>
                  </a:cubicBezTo>
                  <a:cubicBezTo>
                    <a:pt x="5560" y="9"/>
                    <a:pt x="5538" y="1"/>
                    <a:pt x="5517" y="1"/>
                  </a:cubicBezTo>
                  <a:cubicBezTo>
                    <a:pt x="5511" y="1"/>
                    <a:pt x="5506" y="1"/>
                    <a:pt x="5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68">
              <a:extLst>
                <a:ext uri="{FF2B5EF4-FFF2-40B4-BE49-F238E27FC236}">
                  <a16:creationId xmlns:a16="http://schemas.microsoft.com/office/drawing/2014/main" id="{AC72E466-D8CF-73A8-EFCE-1624B6466111}"/>
                </a:ext>
              </a:extLst>
            </p:cNvPr>
            <p:cNvSpPr/>
            <p:nvPr/>
          </p:nvSpPr>
          <p:spPr>
            <a:xfrm>
              <a:off x="1913923" y="1876079"/>
              <a:ext cx="245473" cy="349593"/>
            </a:xfrm>
            <a:custGeom>
              <a:avLst/>
              <a:gdLst/>
              <a:ahLst/>
              <a:cxnLst/>
              <a:rect l="l" t="t" r="r" b="b"/>
              <a:pathLst>
                <a:path w="7516" h="10704" extrusionOk="0">
                  <a:moveTo>
                    <a:pt x="7340" y="1"/>
                  </a:moveTo>
                  <a:cubicBezTo>
                    <a:pt x="7282" y="1"/>
                    <a:pt x="7238" y="23"/>
                    <a:pt x="7201" y="66"/>
                  </a:cubicBezTo>
                  <a:cubicBezTo>
                    <a:pt x="6844" y="548"/>
                    <a:pt x="6450" y="1008"/>
                    <a:pt x="6027" y="1438"/>
                  </a:cubicBezTo>
                  <a:lnTo>
                    <a:pt x="6005" y="1460"/>
                  </a:lnTo>
                  <a:cubicBezTo>
                    <a:pt x="5421" y="2044"/>
                    <a:pt x="4779" y="2591"/>
                    <a:pt x="4166" y="3123"/>
                  </a:cubicBezTo>
                  <a:cubicBezTo>
                    <a:pt x="3692" y="3532"/>
                    <a:pt x="3203" y="3948"/>
                    <a:pt x="2744" y="4386"/>
                  </a:cubicBezTo>
                  <a:cubicBezTo>
                    <a:pt x="2226" y="4860"/>
                    <a:pt x="1751" y="5378"/>
                    <a:pt x="1328" y="5940"/>
                  </a:cubicBezTo>
                  <a:cubicBezTo>
                    <a:pt x="905" y="6501"/>
                    <a:pt x="577" y="7129"/>
                    <a:pt x="343" y="7793"/>
                  </a:cubicBezTo>
                  <a:cubicBezTo>
                    <a:pt x="205" y="8201"/>
                    <a:pt x="110" y="8625"/>
                    <a:pt x="51" y="9055"/>
                  </a:cubicBezTo>
                  <a:cubicBezTo>
                    <a:pt x="22" y="9318"/>
                    <a:pt x="0" y="9580"/>
                    <a:pt x="0" y="9850"/>
                  </a:cubicBezTo>
                  <a:cubicBezTo>
                    <a:pt x="29" y="9916"/>
                    <a:pt x="66" y="9989"/>
                    <a:pt x="95" y="10062"/>
                  </a:cubicBezTo>
                  <a:lnTo>
                    <a:pt x="139" y="10157"/>
                  </a:lnTo>
                  <a:cubicBezTo>
                    <a:pt x="219" y="10339"/>
                    <a:pt x="299" y="10522"/>
                    <a:pt x="372" y="10704"/>
                  </a:cubicBezTo>
                  <a:lnTo>
                    <a:pt x="387" y="10697"/>
                  </a:lnTo>
                  <a:cubicBezTo>
                    <a:pt x="810" y="10507"/>
                    <a:pt x="1262" y="10288"/>
                    <a:pt x="1759" y="10018"/>
                  </a:cubicBezTo>
                  <a:cubicBezTo>
                    <a:pt x="2262" y="9748"/>
                    <a:pt x="2700" y="9493"/>
                    <a:pt x="3123" y="9216"/>
                  </a:cubicBezTo>
                  <a:cubicBezTo>
                    <a:pt x="4086" y="8574"/>
                    <a:pt x="4830" y="7902"/>
                    <a:pt x="5392" y="7151"/>
                  </a:cubicBezTo>
                  <a:cubicBezTo>
                    <a:pt x="6589" y="5560"/>
                    <a:pt x="6931" y="3517"/>
                    <a:pt x="7238" y="1715"/>
                  </a:cubicBezTo>
                  <a:lnTo>
                    <a:pt x="7274" y="1467"/>
                  </a:lnTo>
                  <a:cubicBezTo>
                    <a:pt x="7347" y="1051"/>
                    <a:pt x="7420" y="614"/>
                    <a:pt x="7501" y="190"/>
                  </a:cubicBezTo>
                  <a:cubicBezTo>
                    <a:pt x="7515" y="88"/>
                    <a:pt x="7435" y="1"/>
                    <a:pt x="7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68">
              <a:extLst>
                <a:ext uri="{FF2B5EF4-FFF2-40B4-BE49-F238E27FC236}">
                  <a16:creationId xmlns:a16="http://schemas.microsoft.com/office/drawing/2014/main" id="{5B30C4D9-C5F9-128F-4C27-908192EC7904}"/>
                </a:ext>
              </a:extLst>
            </p:cNvPr>
            <p:cNvSpPr/>
            <p:nvPr/>
          </p:nvSpPr>
          <p:spPr>
            <a:xfrm>
              <a:off x="1224813" y="543842"/>
              <a:ext cx="932214" cy="2033346"/>
            </a:xfrm>
            <a:custGeom>
              <a:avLst/>
              <a:gdLst/>
              <a:ahLst/>
              <a:cxnLst/>
              <a:rect l="l" t="t" r="r" b="b"/>
              <a:pathLst>
                <a:path w="28543" h="62258" extrusionOk="0">
                  <a:moveTo>
                    <a:pt x="6267" y="1"/>
                  </a:moveTo>
                  <a:lnTo>
                    <a:pt x="6267" y="8"/>
                  </a:lnTo>
                  <a:cubicBezTo>
                    <a:pt x="6262" y="7"/>
                    <a:pt x="6257" y="6"/>
                    <a:pt x="6253" y="6"/>
                  </a:cubicBezTo>
                  <a:cubicBezTo>
                    <a:pt x="6231" y="6"/>
                    <a:pt x="6214" y="19"/>
                    <a:pt x="6202" y="37"/>
                  </a:cubicBezTo>
                  <a:cubicBezTo>
                    <a:pt x="6187" y="59"/>
                    <a:pt x="6187" y="81"/>
                    <a:pt x="6194" y="103"/>
                  </a:cubicBezTo>
                  <a:cubicBezTo>
                    <a:pt x="6530" y="934"/>
                    <a:pt x="6880" y="1861"/>
                    <a:pt x="7260" y="2926"/>
                  </a:cubicBezTo>
                  <a:cubicBezTo>
                    <a:pt x="7595" y="3860"/>
                    <a:pt x="7916" y="4831"/>
                    <a:pt x="8230" y="5815"/>
                  </a:cubicBezTo>
                  <a:cubicBezTo>
                    <a:pt x="8828" y="7712"/>
                    <a:pt x="9375" y="9653"/>
                    <a:pt x="9923" y="11762"/>
                  </a:cubicBezTo>
                  <a:lnTo>
                    <a:pt x="9930" y="11791"/>
                  </a:lnTo>
                  <a:lnTo>
                    <a:pt x="10025" y="12185"/>
                  </a:lnTo>
                  <a:lnTo>
                    <a:pt x="10032" y="12207"/>
                  </a:lnTo>
                  <a:lnTo>
                    <a:pt x="10069" y="12338"/>
                  </a:lnTo>
                  <a:lnTo>
                    <a:pt x="10105" y="12491"/>
                  </a:lnTo>
                  <a:lnTo>
                    <a:pt x="10156" y="12688"/>
                  </a:lnTo>
                  <a:lnTo>
                    <a:pt x="10222" y="12944"/>
                  </a:lnTo>
                  <a:lnTo>
                    <a:pt x="10302" y="13272"/>
                  </a:lnTo>
                  <a:lnTo>
                    <a:pt x="10382" y="13600"/>
                  </a:lnTo>
                  <a:cubicBezTo>
                    <a:pt x="10441" y="13819"/>
                    <a:pt x="10492" y="14045"/>
                    <a:pt x="10550" y="14264"/>
                  </a:cubicBezTo>
                  <a:cubicBezTo>
                    <a:pt x="10674" y="14746"/>
                    <a:pt x="10791" y="15227"/>
                    <a:pt x="10908" y="15709"/>
                  </a:cubicBezTo>
                  <a:lnTo>
                    <a:pt x="11148" y="16694"/>
                  </a:lnTo>
                  <a:cubicBezTo>
                    <a:pt x="11294" y="17285"/>
                    <a:pt x="11440" y="17883"/>
                    <a:pt x="11586" y="18474"/>
                  </a:cubicBezTo>
                  <a:cubicBezTo>
                    <a:pt x="11790" y="19328"/>
                    <a:pt x="12009" y="20181"/>
                    <a:pt x="12272" y="21203"/>
                  </a:cubicBezTo>
                  <a:cubicBezTo>
                    <a:pt x="12520" y="22159"/>
                    <a:pt x="12761" y="23049"/>
                    <a:pt x="13002" y="23910"/>
                  </a:cubicBezTo>
                  <a:lnTo>
                    <a:pt x="13023" y="23983"/>
                  </a:lnTo>
                  <a:cubicBezTo>
                    <a:pt x="13286" y="24902"/>
                    <a:pt x="13556" y="25850"/>
                    <a:pt x="13811" y="26792"/>
                  </a:cubicBezTo>
                  <a:cubicBezTo>
                    <a:pt x="14081" y="27806"/>
                    <a:pt x="14359" y="28827"/>
                    <a:pt x="14585" y="29695"/>
                  </a:cubicBezTo>
                  <a:cubicBezTo>
                    <a:pt x="14804" y="30527"/>
                    <a:pt x="15023" y="31359"/>
                    <a:pt x="15241" y="32191"/>
                  </a:cubicBezTo>
                  <a:cubicBezTo>
                    <a:pt x="15526" y="33292"/>
                    <a:pt x="15818" y="34401"/>
                    <a:pt x="16110" y="35503"/>
                  </a:cubicBezTo>
                  <a:cubicBezTo>
                    <a:pt x="16686" y="37670"/>
                    <a:pt x="17168" y="39421"/>
                    <a:pt x="17642" y="41033"/>
                  </a:cubicBezTo>
                  <a:lnTo>
                    <a:pt x="17569" y="40968"/>
                  </a:lnTo>
                  <a:cubicBezTo>
                    <a:pt x="17284" y="40734"/>
                    <a:pt x="17014" y="40479"/>
                    <a:pt x="16759" y="40216"/>
                  </a:cubicBezTo>
                  <a:cubicBezTo>
                    <a:pt x="16307" y="39742"/>
                    <a:pt x="15876" y="39246"/>
                    <a:pt x="15482" y="38721"/>
                  </a:cubicBezTo>
                  <a:cubicBezTo>
                    <a:pt x="15125" y="38261"/>
                    <a:pt x="14760" y="37736"/>
                    <a:pt x="14308" y="37035"/>
                  </a:cubicBezTo>
                  <a:cubicBezTo>
                    <a:pt x="13921" y="36437"/>
                    <a:pt x="13534" y="35802"/>
                    <a:pt x="13228" y="35291"/>
                  </a:cubicBezTo>
                  <a:cubicBezTo>
                    <a:pt x="13082" y="35058"/>
                    <a:pt x="12943" y="34825"/>
                    <a:pt x="12797" y="34584"/>
                  </a:cubicBezTo>
                  <a:lnTo>
                    <a:pt x="12673" y="34394"/>
                  </a:lnTo>
                  <a:cubicBezTo>
                    <a:pt x="12535" y="34161"/>
                    <a:pt x="12396" y="33934"/>
                    <a:pt x="12250" y="33701"/>
                  </a:cubicBezTo>
                  <a:cubicBezTo>
                    <a:pt x="11827" y="33008"/>
                    <a:pt x="11411" y="32307"/>
                    <a:pt x="10995" y="31600"/>
                  </a:cubicBezTo>
                  <a:lnTo>
                    <a:pt x="10951" y="31527"/>
                  </a:lnTo>
                  <a:cubicBezTo>
                    <a:pt x="10120" y="30140"/>
                    <a:pt x="9266" y="28710"/>
                    <a:pt x="8376" y="27324"/>
                  </a:cubicBezTo>
                  <a:cubicBezTo>
                    <a:pt x="6720" y="24727"/>
                    <a:pt x="5319" y="22830"/>
                    <a:pt x="3845" y="21166"/>
                  </a:cubicBezTo>
                  <a:cubicBezTo>
                    <a:pt x="2627" y="19795"/>
                    <a:pt x="1423" y="18678"/>
                    <a:pt x="182" y="17781"/>
                  </a:cubicBezTo>
                  <a:cubicBezTo>
                    <a:pt x="161" y="17766"/>
                    <a:pt x="139" y="17752"/>
                    <a:pt x="117" y="17752"/>
                  </a:cubicBezTo>
                  <a:cubicBezTo>
                    <a:pt x="80" y="17752"/>
                    <a:pt x="51" y="17766"/>
                    <a:pt x="29" y="17796"/>
                  </a:cubicBezTo>
                  <a:cubicBezTo>
                    <a:pt x="7" y="17817"/>
                    <a:pt x="0" y="17854"/>
                    <a:pt x="7" y="17883"/>
                  </a:cubicBezTo>
                  <a:cubicBezTo>
                    <a:pt x="7" y="17905"/>
                    <a:pt x="22" y="17934"/>
                    <a:pt x="44" y="17949"/>
                  </a:cubicBezTo>
                  <a:cubicBezTo>
                    <a:pt x="978" y="18635"/>
                    <a:pt x="1846" y="19401"/>
                    <a:pt x="2648" y="20232"/>
                  </a:cubicBezTo>
                  <a:cubicBezTo>
                    <a:pt x="4173" y="21801"/>
                    <a:pt x="5640" y="23698"/>
                    <a:pt x="7267" y="26186"/>
                  </a:cubicBezTo>
                  <a:cubicBezTo>
                    <a:pt x="8580" y="28214"/>
                    <a:pt x="9799" y="30323"/>
                    <a:pt x="10973" y="32373"/>
                  </a:cubicBezTo>
                  <a:lnTo>
                    <a:pt x="11163" y="32701"/>
                  </a:lnTo>
                  <a:lnTo>
                    <a:pt x="11615" y="33475"/>
                  </a:lnTo>
                  <a:lnTo>
                    <a:pt x="12053" y="34241"/>
                  </a:lnTo>
                  <a:cubicBezTo>
                    <a:pt x="12206" y="34504"/>
                    <a:pt x="12360" y="34766"/>
                    <a:pt x="12513" y="35029"/>
                  </a:cubicBezTo>
                  <a:lnTo>
                    <a:pt x="12586" y="35160"/>
                  </a:lnTo>
                  <a:lnTo>
                    <a:pt x="13023" y="35904"/>
                  </a:lnTo>
                  <a:lnTo>
                    <a:pt x="13155" y="36123"/>
                  </a:lnTo>
                  <a:lnTo>
                    <a:pt x="13169" y="36152"/>
                  </a:lnTo>
                  <a:cubicBezTo>
                    <a:pt x="13461" y="36656"/>
                    <a:pt x="13760" y="37174"/>
                    <a:pt x="14067" y="37677"/>
                  </a:cubicBezTo>
                  <a:cubicBezTo>
                    <a:pt x="14446" y="38297"/>
                    <a:pt x="14818" y="38859"/>
                    <a:pt x="15205" y="39392"/>
                  </a:cubicBezTo>
                  <a:cubicBezTo>
                    <a:pt x="15584" y="39924"/>
                    <a:pt x="16000" y="40428"/>
                    <a:pt x="16453" y="40902"/>
                  </a:cubicBezTo>
                  <a:cubicBezTo>
                    <a:pt x="16599" y="41055"/>
                    <a:pt x="16744" y="41201"/>
                    <a:pt x="16898" y="41340"/>
                  </a:cubicBezTo>
                  <a:cubicBezTo>
                    <a:pt x="17000" y="41442"/>
                    <a:pt x="17102" y="41544"/>
                    <a:pt x="17204" y="41646"/>
                  </a:cubicBezTo>
                  <a:cubicBezTo>
                    <a:pt x="17343" y="41778"/>
                    <a:pt x="17459" y="41887"/>
                    <a:pt x="17584" y="41997"/>
                  </a:cubicBezTo>
                  <a:cubicBezTo>
                    <a:pt x="17664" y="42062"/>
                    <a:pt x="17751" y="42121"/>
                    <a:pt x="17846" y="42172"/>
                  </a:cubicBezTo>
                  <a:cubicBezTo>
                    <a:pt x="17883" y="42194"/>
                    <a:pt x="17919" y="42215"/>
                    <a:pt x="17956" y="42230"/>
                  </a:cubicBezTo>
                  <a:cubicBezTo>
                    <a:pt x="17970" y="42237"/>
                    <a:pt x="17985" y="42245"/>
                    <a:pt x="17999" y="42252"/>
                  </a:cubicBezTo>
                  <a:cubicBezTo>
                    <a:pt x="18503" y="43923"/>
                    <a:pt x="18992" y="45411"/>
                    <a:pt x="19480" y="46797"/>
                  </a:cubicBezTo>
                  <a:cubicBezTo>
                    <a:pt x="20093" y="48505"/>
                    <a:pt x="20757" y="50161"/>
                    <a:pt x="21458" y="51715"/>
                  </a:cubicBezTo>
                  <a:cubicBezTo>
                    <a:pt x="22180" y="53305"/>
                    <a:pt x="22975" y="54859"/>
                    <a:pt x="23858" y="56370"/>
                  </a:cubicBezTo>
                  <a:cubicBezTo>
                    <a:pt x="25040" y="58398"/>
                    <a:pt x="26390" y="60317"/>
                    <a:pt x="27893" y="62119"/>
                  </a:cubicBezTo>
                  <a:cubicBezTo>
                    <a:pt x="27951" y="62192"/>
                    <a:pt x="28031" y="62243"/>
                    <a:pt x="28119" y="62258"/>
                  </a:cubicBezTo>
                  <a:lnTo>
                    <a:pt x="28177" y="62258"/>
                  </a:lnTo>
                  <a:cubicBezTo>
                    <a:pt x="28250" y="62258"/>
                    <a:pt x="28331" y="62236"/>
                    <a:pt x="28389" y="62185"/>
                  </a:cubicBezTo>
                  <a:cubicBezTo>
                    <a:pt x="28469" y="62126"/>
                    <a:pt x="28520" y="62039"/>
                    <a:pt x="28528" y="61937"/>
                  </a:cubicBezTo>
                  <a:cubicBezTo>
                    <a:pt x="28542" y="61849"/>
                    <a:pt x="28513" y="61762"/>
                    <a:pt x="28462" y="61689"/>
                  </a:cubicBezTo>
                  <a:cubicBezTo>
                    <a:pt x="27645" y="60711"/>
                    <a:pt x="26864" y="59682"/>
                    <a:pt x="26127" y="58617"/>
                  </a:cubicBezTo>
                  <a:cubicBezTo>
                    <a:pt x="25441" y="57617"/>
                    <a:pt x="24763" y="56538"/>
                    <a:pt x="24121" y="55399"/>
                  </a:cubicBezTo>
                  <a:cubicBezTo>
                    <a:pt x="23340" y="54020"/>
                    <a:pt x="22596" y="52532"/>
                    <a:pt x="21910" y="50978"/>
                  </a:cubicBezTo>
                  <a:cubicBezTo>
                    <a:pt x="21990" y="50774"/>
                    <a:pt x="22078" y="50562"/>
                    <a:pt x="22180" y="50351"/>
                  </a:cubicBezTo>
                  <a:cubicBezTo>
                    <a:pt x="22457" y="49781"/>
                    <a:pt x="22778" y="49234"/>
                    <a:pt x="23150" y="48716"/>
                  </a:cubicBezTo>
                  <a:cubicBezTo>
                    <a:pt x="23493" y="48220"/>
                    <a:pt x="23887" y="47731"/>
                    <a:pt x="24332" y="47206"/>
                  </a:cubicBezTo>
                  <a:lnTo>
                    <a:pt x="24332" y="47206"/>
                  </a:lnTo>
                  <a:lnTo>
                    <a:pt x="24318" y="47221"/>
                  </a:lnTo>
                  <a:cubicBezTo>
                    <a:pt x="24442" y="47082"/>
                    <a:pt x="24559" y="46943"/>
                    <a:pt x="24683" y="46812"/>
                  </a:cubicBezTo>
                  <a:lnTo>
                    <a:pt x="24821" y="46651"/>
                  </a:lnTo>
                  <a:cubicBezTo>
                    <a:pt x="24931" y="46535"/>
                    <a:pt x="25040" y="46411"/>
                    <a:pt x="25142" y="46294"/>
                  </a:cubicBezTo>
                  <a:cubicBezTo>
                    <a:pt x="25427" y="45973"/>
                    <a:pt x="25704" y="45652"/>
                    <a:pt x="25967" y="45324"/>
                  </a:cubicBezTo>
                  <a:cubicBezTo>
                    <a:pt x="26105" y="45156"/>
                    <a:pt x="26229" y="44995"/>
                    <a:pt x="26353" y="44835"/>
                  </a:cubicBezTo>
                  <a:cubicBezTo>
                    <a:pt x="26463" y="44689"/>
                    <a:pt x="26580" y="44521"/>
                    <a:pt x="26711" y="44324"/>
                  </a:cubicBezTo>
                  <a:cubicBezTo>
                    <a:pt x="26944" y="43981"/>
                    <a:pt x="27156" y="43616"/>
                    <a:pt x="27338" y="43244"/>
                  </a:cubicBezTo>
                  <a:cubicBezTo>
                    <a:pt x="27411" y="43091"/>
                    <a:pt x="27477" y="42952"/>
                    <a:pt x="27535" y="42814"/>
                  </a:cubicBezTo>
                  <a:cubicBezTo>
                    <a:pt x="27543" y="42792"/>
                    <a:pt x="27543" y="42777"/>
                    <a:pt x="27535" y="42755"/>
                  </a:cubicBezTo>
                  <a:cubicBezTo>
                    <a:pt x="27528" y="42741"/>
                    <a:pt x="27506" y="42726"/>
                    <a:pt x="27492" y="42719"/>
                  </a:cubicBezTo>
                  <a:cubicBezTo>
                    <a:pt x="27488" y="42715"/>
                    <a:pt x="27484" y="42713"/>
                    <a:pt x="27481" y="42713"/>
                  </a:cubicBezTo>
                  <a:cubicBezTo>
                    <a:pt x="27477" y="42713"/>
                    <a:pt x="27473" y="42715"/>
                    <a:pt x="27470" y="42719"/>
                  </a:cubicBezTo>
                  <a:cubicBezTo>
                    <a:pt x="27433" y="42719"/>
                    <a:pt x="27404" y="42741"/>
                    <a:pt x="27397" y="42770"/>
                  </a:cubicBezTo>
                  <a:cubicBezTo>
                    <a:pt x="27360" y="42850"/>
                    <a:pt x="27324" y="42938"/>
                    <a:pt x="27280" y="43018"/>
                  </a:cubicBezTo>
                  <a:cubicBezTo>
                    <a:pt x="27112" y="43368"/>
                    <a:pt x="26922" y="43704"/>
                    <a:pt x="26704" y="44025"/>
                  </a:cubicBezTo>
                  <a:cubicBezTo>
                    <a:pt x="26477" y="44346"/>
                    <a:pt x="26237" y="44652"/>
                    <a:pt x="25981" y="44944"/>
                  </a:cubicBezTo>
                  <a:cubicBezTo>
                    <a:pt x="25843" y="45105"/>
                    <a:pt x="25704" y="45258"/>
                    <a:pt x="25565" y="45411"/>
                  </a:cubicBezTo>
                  <a:cubicBezTo>
                    <a:pt x="25463" y="45521"/>
                    <a:pt x="25361" y="45623"/>
                    <a:pt x="25259" y="45725"/>
                  </a:cubicBezTo>
                  <a:lnTo>
                    <a:pt x="25128" y="45863"/>
                  </a:lnTo>
                  <a:cubicBezTo>
                    <a:pt x="24821" y="46177"/>
                    <a:pt x="24522" y="46484"/>
                    <a:pt x="24238" y="46761"/>
                  </a:cubicBezTo>
                  <a:lnTo>
                    <a:pt x="24106" y="46892"/>
                  </a:lnTo>
                  <a:cubicBezTo>
                    <a:pt x="23836" y="47162"/>
                    <a:pt x="23581" y="47403"/>
                    <a:pt x="23340" y="47658"/>
                  </a:cubicBezTo>
                  <a:cubicBezTo>
                    <a:pt x="23041" y="47972"/>
                    <a:pt x="22756" y="48308"/>
                    <a:pt x="22486" y="48651"/>
                  </a:cubicBezTo>
                  <a:cubicBezTo>
                    <a:pt x="22238" y="48972"/>
                    <a:pt x="22020" y="49314"/>
                    <a:pt x="21823" y="49672"/>
                  </a:cubicBezTo>
                  <a:cubicBezTo>
                    <a:pt x="21728" y="49840"/>
                    <a:pt x="21640" y="50022"/>
                    <a:pt x="21560" y="50205"/>
                  </a:cubicBezTo>
                  <a:cubicBezTo>
                    <a:pt x="21071" y="49037"/>
                    <a:pt x="20611" y="47848"/>
                    <a:pt x="20152" y="46557"/>
                  </a:cubicBezTo>
                  <a:lnTo>
                    <a:pt x="20152" y="46513"/>
                  </a:lnTo>
                  <a:cubicBezTo>
                    <a:pt x="20159" y="46447"/>
                    <a:pt x="20159" y="46381"/>
                    <a:pt x="20166" y="46323"/>
                  </a:cubicBezTo>
                  <a:lnTo>
                    <a:pt x="20166" y="46279"/>
                  </a:lnTo>
                  <a:cubicBezTo>
                    <a:pt x="20166" y="46141"/>
                    <a:pt x="20174" y="46009"/>
                    <a:pt x="20174" y="45863"/>
                  </a:cubicBezTo>
                  <a:cubicBezTo>
                    <a:pt x="20181" y="45564"/>
                    <a:pt x="20196" y="45265"/>
                    <a:pt x="20210" y="45075"/>
                  </a:cubicBezTo>
                  <a:cubicBezTo>
                    <a:pt x="20239" y="44536"/>
                    <a:pt x="20276" y="44010"/>
                    <a:pt x="20327" y="43507"/>
                  </a:cubicBezTo>
                  <a:cubicBezTo>
                    <a:pt x="20414" y="42573"/>
                    <a:pt x="20546" y="41588"/>
                    <a:pt x="20743" y="40486"/>
                  </a:cubicBezTo>
                  <a:cubicBezTo>
                    <a:pt x="20976" y="39166"/>
                    <a:pt x="21268" y="37801"/>
                    <a:pt x="21633" y="36320"/>
                  </a:cubicBezTo>
                  <a:cubicBezTo>
                    <a:pt x="21954" y="35022"/>
                    <a:pt x="22319" y="33672"/>
                    <a:pt x="22611" y="32592"/>
                  </a:cubicBezTo>
                  <a:lnTo>
                    <a:pt x="22720" y="32154"/>
                  </a:lnTo>
                  <a:cubicBezTo>
                    <a:pt x="23150" y="30564"/>
                    <a:pt x="23479" y="29236"/>
                    <a:pt x="23756" y="27995"/>
                  </a:cubicBezTo>
                  <a:cubicBezTo>
                    <a:pt x="24106" y="26463"/>
                    <a:pt x="24347" y="25099"/>
                    <a:pt x="24507" y="23837"/>
                  </a:cubicBezTo>
                  <a:cubicBezTo>
                    <a:pt x="24537" y="23640"/>
                    <a:pt x="24559" y="23443"/>
                    <a:pt x="24580" y="23246"/>
                  </a:cubicBezTo>
                  <a:cubicBezTo>
                    <a:pt x="24580" y="23224"/>
                    <a:pt x="24573" y="23209"/>
                    <a:pt x="24559" y="23195"/>
                  </a:cubicBezTo>
                  <a:cubicBezTo>
                    <a:pt x="24551" y="23173"/>
                    <a:pt x="24529" y="23165"/>
                    <a:pt x="24515" y="23158"/>
                  </a:cubicBezTo>
                  <a:cubicBezTo>
                    <a:pt x="24464" y="23158"/>
                    <a:pt x="24427" y="23195"/>
                    <a:pt x="24427" y="23238"/>
                  </a:cubicBezTo>
                  <a:cubicBezTo>
                    <a:pt x="24354" y="23866"/>
                    <a:pt x="24252" y="24552"/>
                    <a:pt x="24113" y="25332"/>
                  </a:cubicBezTo>
                  <a:cubicBezTo>
                    <a:pt x="23625" y="28112"/>
                    <a:pt x="22829" y="30863"/>
                    <a:pt x="22056" y="33533"/>
                  </a:cubicBezTo>
                  <a:lnTo>
                    <a:pt x="22034" y="33599"/>
                  </a:lnTo>
                  <a:lnTo>
                    <a:pt x="21888" y="34124"/>
                  </a:lnTo>
                  <a:cubicBezTo>
                    <a:pt x="21567" y="35233"/>
                    <a:pt x="21195" y="36495"/>
                    <a:pt x="20867" y="37728"/>
                  </a:cubicBezTo>
                  <a:cubicBezTo>
                    <a:pt x="20444" y="39326"/>
                    <a:pt x="20137" y="40647"/>
                    <a:pt x="19918" y="41880"/>
                  </a:cubicBezTo>
                  <a:cubicBezTo>
                    <a:pt x="19772" y="42712"/>
                    <a:pt x="19663" y="43478"/>
                    <a:pt x="19583" y="44236"/>
                  </a:cubicBezTo>
                  <a:cubicBezTo>
                    <a:pt x="19561" y="44412"/>
                    <a:pt x="19546" y="44579"/>
                    <a:pt x="19532" y="44754"/>
                  </a:cubicBezTo>
                  <a:cubicBezTo>
                    <a:pt x="19079" y="43375"/>
                    <a:pt x="18641" y="41924"/>
                    <a:pt x="18145" y="40216"/>
                  </a:cubicBezTo>
                  <a:cubicBezTo>
                    <a:pt x="17562" y="38210"/>
                    <a:pt x="17014" y="36160"/>
                    <a:pt x="16555" y="34423"/>
                  </a:cubicBezTo>
                  <a:cubicBezTo>
                    <a:pt x="16336" y="33584"/>
                    <a:pt x="16117" y="32745"/>
                    <a:pt x="15898" y="31906"/>
                  </a:cubicBezTo>
                  <a:lnTo>
                    <a:pt x="15796" y="31512"/>
                  </a:lnTo>
                  <a:cubicBezTo>
                    <a:pt x="15541" y="30549"/>
                    <a:pt x="15285" y="29579"/>
                    <a:pt x="15037" y="28616"/>
                  </a:cubicBezTo>
                  <a:cubicBezTo>
                    <a:pt x="14767" y="27601"/>
                    <a:pt x="14505" y="26624"/>
                    <a:pt x="14249" y="25712"/>
                  </a:cubicBezTo>
                  <a:cubicBezTo>
                    <a:pt x="14001" y="24807"/>
                    <a:pt x="13731" y="23859"/>
                    <a:pt x="13454" y="22896"/>
                  </a:cubicBezTo>
                  <a:cubicBezTo>
                    <a:pt x="12936" y="21093"/>
                    <a:pt x="12425" y="19299"/>
                    <a:pt x="11914" y="17460"/>
                  </a:cubicBezTo>
                  <a:cubicBezTo>
                    <a:pt x="11769" y="16942"/>
                    <a:pt x="11623" y="16431"/>
                    <a:pt x="11477" y="15921"/>
                  </a:cubicBezTo>
                  <a:lnTo>
                    <a:pt x="11302" y="15308"/>
                  </a:lnTo>
                  <a:lnTo>
                    <a:pt x="11134" y="14709"/>
                  </a:lnTo>
                  <a:cubicBezTo>
                    <a:pt x="10842" y="13673"/>
                    <a:pt x="10587" y="12798"/>
                    <a:pt x="10339" y="11959"/>
                  </a:cubicBezTo>
                  <a:cubicBezTo>
                    <a:pt x="9624" y="9529"/>
                    <a:pt x="9054" y="7676"/>
                    <a:pt x="8493" y="5961"/>
                  </a:cubicBezTo>
                  <a:cubicBezTo>
                    <a:pt x="8157" y="4940"/>
                    <a:pt x="7807" y="3933"/>
                    <a:pt x="7464" y="2963"/>
                  </a:cubicBezTo>
                  <a:cubicBezTo>
                    <a:pt x="7128" y="2051"/>
                    <a:pt x="6756" y="1095"/>
                    <a:pt x="6333" y="44"/>
                  </a:cubicBezTo>
                  <a:cubicBezTo>
                    <a:pt x="6318" y="22"/>
                    <a:pt x="6297" y="1"/>
                    <a:pt x="6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68">
              <a:extLst>
                <a:ext uri="{FF2B5EF4-FFF2-40B4-BE49-F238E27FC236}">
                  <a16:creationId xmlns:a16="http://schemas.microsoft.com/office/drawing/2014/main" id="{579FAF90-B2F6-7D0C-BE36-C2BE38699283}"/>
                </a:ext>
              </a:extLst>
            </p:cNvPr>
            <p:cNvSpPr/>
            <p:nvPr/>
          </p:nvSpPr>
          <p:spPr>
            <a:xfrm>
              <a:off x="1224813" y="543842"/>
              <a:ext cx="932214" cy="2033346"/>
            </a:xfrm>
            <a:custGeom>
              <a:avLst/>
              <a:gdLst/>
              <a:ahLst/>
              <a:cxnLst/>
              <a:rect l="l" t="t" r="r" b="b"/>
              <a:pathLst>
                <a:path w="28543" h="62258" extrusionOk="0">
                  <a:moveTo>
                    <a:pt x="6267" y="1"/>
                  </a:moveTo>
                  <a:lnTo>
                    <a:pt x="6267" y="8"/>
                  </a:lnTo>
                  <a:cubicBezTo>
                    <a:pt x="6262" y="7"/>
                    <a:pt x="6257" y="6"/>
                    <a:pt x="6253" y="6"/>
                  </a:cubicBezTo>
                  <a:cubicBezTo>
                    <a:pt x="6231" y="6"/>
                    <a:pt x="6214" y="19"/>
                    <a:pt x="6202" y="37"/>
                  </a:cubicBezTo>
                  <a:cubicBezTo>
                    <a:pt x="6187" y="59"/>
                    <a:pt x="6187" y="81"/>
                    <a:pt x="6194" y="103"/>
                  </a:cubicBezTo>
                  <a:cubicBezTo>
                    <a:pt x="6530" y="934"/>
                    <a:pt x="6880" y="1861"/>
                    <a:pt x="7260" y="2926"/>
                  </a:cubicBezTo>
                  <a:cubicBezTo>
                    <a:pt x="7595" y="3860"/>
                    <a:pt x="7916" y="4831"/>
                    <a:pt x="8230" y="5815"/>
                  </a:cubicBezTo>
                  <a:cubicBezTo>
                    <a:pt x="8828" y="7712"/>
                    <a:pt x="9375" y="9653"/>
                    <a:pt x="9923" y="11762"/>
                  </a:cubicBezTo>
                  <a:lnTo>
                    <a:pt x="9930" y="11791"/>
                  </a:lnTo>
                  <a:lnTo>
                    <a:pt x="10025" y="12185"/>
                  </a:lnTo>
                  <a:lnTo>
                    <a:pt x="10032" y="12207"/>
                  </a:lnTo>
                  <a:lnTo>
                    <a:pt x="10069" y="12338"/>
                  </a:lnTo>
                  <a:lnTo>
                    <a:pt x="10105" y="12491"/>
                  </a:lnTo>
                  <a:lnTo>
                    <a:pt x="10156" y="12688"/>
                  </a:lnTo>
                  <a:lnTo>
                    <a:pt x="10222" y="12944"/>
                  </a:lnTo>
                  <a:lnTo>
                    <a:pt x="10302" y="13272"/>
                  </a:lnTo>
                  <a:lnTo>
                    <a:pt x="10382" y="13600"/>
                  </a:lnTo>
                  <a:cubicBezTo>
                    <a:pt x="10441" y="13819"/>
                    <a:pt x="10492" y="14045"/>
                    <a:pt x="10550" y="14264"/>
                  </a:cubicBezTo>
                  <a:cubicBezTo>
                    <a:pt x="10674" y="14746"/>
                    <a:pt x="10791" y="15227"/>
                    <a:pt x="10908" y="15709"/>
                  </a:cubicBezTo>
                  <a:lnTo>
                    <a:pt x="11148" y="16694"/>
                  </a:lnTo>
                  <a:cubicBezTo>
                    <a:pt x="11294" y="17285"/>
                    <a:pt x="11440" y="17883"/>
                    <a:pt x="11586" y="18474"/>
                  </a:cubicBezTo>
                  <a:cubicBezTo>
                    <a:pt x="11790" y="19328"/>
                    <a:pt x="12009" y="20181"/>
                    <a:pt x="12272" y="21203"/>
                  </a:cubicBezTo>
                  <a:cubicBezTo>
                    <a:pt x="12520" y="22159"/>
                    <a:pt x="12761" y="23049"/>
                    <a:pt x="13002" y="23910"/>
                  </a:cubicBezTo>
                  <a:lnTo>
                    <a:pt x="13023" y="23983"/>
                  </a:lnTo>
                  <a:cubicBezTo>
                    <a:pt x="13286" y="24902"/>
                    <a:pt x="13556" y="25850"/>
                    <a:pt x="13811" y="26792"/>
                  </a:cubicBezTo>
                  <a:cubicBezTo>
                    <a:pt x="14081" y="27806"/>
                    <a:pt x="14359" y="28827"/>
                    <a:pt x="14585" y="29695"/>
                  </a:cubicBezTo>
                  <a:cubicBezTo>
                    <a:pt x="14804" y="30527"/>
                    <a:pt x="15023" y="31359"/>
                    <a:pt x="15241" y="32191"/>
                  </a:cubicBezTo>
                  <a:cubicBezTo>
                    <a:pt x="15526" y="33292"/>
                    <a:pt x="15818" y="34401"/>
                    <a:pt x="16110" y="35503"/>
                  </a:cubicBezTo>
                  <a:cubicBezTo>
                    <a:pt x="16686" y="37670"/>
                    <a:pt x="17168" y="39421"/>
                    <a:pt x="17642" y="41033"/>
                  </a:cubicBezTo>
                  <a:lnTo>
                    <a:pt x="17569" y="40968"/>
                  </a:lnTo>
                  <a:cubicBezTo>
                    <a:pt x="17284" y="40734"/>
                    <a:pt x="17014" y="40479"/>
                    <a:pt x="16759" y="40216"/>
                  </a:cubicBezTo>
                  <a:cubicBezTo>
                    <a:pt x="16307" y="39742"/>
                    <a:pt x="15876" y="39246"/>
                    <a:pt x="15482" y="38721"/>
                  </a:cubicBezTo>
                  <a:cubicBezTo>
                    <a:pt x="15125" y="38261"/>
                    <a:pt x="14760" y="37736"/>
                    <a:pt x="14308" y="37035"/>
                  </a:cubicBezTo>
                  <a:cubicBezTo>
                    <a:pt x="13921" y="36437"/>
                    <a:pt x="13534" y="35802"/>
                    <a:pt x="13228" y="35291"/>
                  </a:cubicBezTo>
                  <a:cubicBezTo>
                    <a:pt x="13082" y="35058"/>
                    <a:pt x="12943" y="34825"/>
                    <a:pt x="12797" y="34584"/>
                  </a:cubicBezTo>
                  <a:lnTo>
                    <a:pt x="12673" y="34394"/>
                  </a:lnTo>
                  <a:cubicBezTo>
                    <a:pt x="12535" y="34161"/>
                    <a:pt x="12396" y="33934"/>
                    <a:pt x="12250" y="33701"/>
                  </a:cubicBezTo>
                  <a:cubicBezTo>
                    <a:pt x="11827" y="33008"/>
                    <a:pt x="11411" y="32307"/>
                    <a:pt x="10995" y="31600"/>
                  </a:cubicBezTo>
                  <a:lnTo>
                    <a:pt x="10951" y="31527"/>
                  </a:lnTo>
                  <a:cubicBezTo>
                    <a:pt x="10120" y="30140"/>
                    <a:pt x="9266" y="28710"/>
                    <a:pt x="8376" y="27324"/>
                  </a:cubicBezTo>
                  <a:cubicBezTo>
                    <a:pt x="6720" y="24727"/>
                    <a:pt x="5319" y="22830"/>
                    <a:pt x="3845" y="21166"/>
                  </a:cubicBezTo>
                  <a:cubicBezTo>
                    <a:pt x="2627" y="19795"/>
                    <a:pt x="1423" y="18678"/>
                    <a:pt x="182" y="17781"/>
                  </a:cubicBezTo>
                  <a:cubicBezTo>
                    <a:pt x="161" y="17766"/>
                    <a:pt x="139" y="17752"/>
                    <a:pt x="117" y="17752"/>
                  </a:cubicBezTo>
                  <a:cubicBezTo>
                    <a:pt x="80" y="17752"/>
                    <a:pt x="51" y="17766"/>
                    <a:pt x="29" y="17796"/>
                  </a:cubicBezTo>
                  <a:cubicBezTo>
                    <a:pt x="7" y="17817"/>
                    <a:pt x="0" y="17854"/>
                    <a:pt x="7" y="17883"/>
                  </a:cubicBezTo>
                  <a:cubicBezTo>
                    <a:pt x="7" y="17905"/>
                    <a:pt x="22" y="17934"/>
                    <a:pt x="44" y="17949"/>
                  </a:cubicBezTo>
                  <a:cubicBezTo>
                    <a:pt x="978" y="18635"/>
                    <a:pt x="1846" y="19401"/>
                    <a:pt x="2648" y="20232"/>
                  </a:cubicBezTo>
                  <a:cubicBezTo>
                    <a:pt x="4173" y="21801"/>
                    <a:pt x="5640" y="23698"/>
                    <a:pt x="7267" y="26186"/>
                  </a:cubicBezTo>
                  <a:cubicBezTo>
                    <a:pt x="8580" y="28214"/>
                    <a:pt x="9799" y="30323"/>
                    <a:pt x="10973" y="32373"/>
                  </a:cubicBezTo>
                  <a:lnTo>
                    <a:pt x="11163" y="32701"/>
                  </a:lnTo>
                  <a:lnTo>
                    <a:pt x="11615" y="33475"/>
                  </a:lnTo>
                  <a:lnTo>
                    <a:pt x="12053" y="34241"/>
                  </a:lnTo>
                  <a:cubicBezTo>
                    <a:pt x="12206" y="34504"/>
                    <a:pt x="12360" y="34766"/>
                    <a:pt x="12513" y="35029"/>
                  </a:cubicBezTo>
                  <a:lnTo>
                    <a:pt x="12586" y="35160"/>
                  </a:lnTo>
                  <a:lnTo>
                    <a:pt x="13023" y="35904"/>
                  </a:lnTo>
                  <a:lnTo>
                    <a:pt x="13155" y="36123"/>
                  </a:lnTo>
                  <a:lnTo>
                    <a:pt x="13169" y="36152"/>
                  </a:lnTo>
                  <a:cubicBezTo>
                    <a:pt x="13461" y="36656"/>
                    <a:pt x="13760" y="37174"/>
                    <a:pt x="14067" y="37677"/>
                  </a:cubicBezTo>
                  <a:cubicBezTo>
                    <a:pt x="14446" y="38297"/>
                    <a:pt x="14818" y="38859"/>
                    <a:pt x="15205" y="39392"/>
                  </a:cubicBezTo>
                  <a:cubicBezTo>
                    <a:pt x="15584" y="39924"/>
                    <a:pt x="16000" y="40428"/>
                    <a:pt x="16453" y="40902"/>
                  </a:cubicBezTo>
                  <a:cubicBezTo>
                    <a:pt x="16599" y="41055"/>
                    <a:pt x="16744" y="41201"/>
                    <a:pt x="16898" y="41340"/>
                  </a:cubicBezTo>
                  <a:cubicBezTo>
                    <a:pt x="17000" y="41442"/>
                    <a:pt x="17102" y="41544"/>
                    <a:pt x="17204" y="41646"/>
                  </a:cubicBezTo>
                  <a:cubicBezTo>
                    <a:pt x="17343" y="41778"/>
                    <a:pt x="17459" y="41887"/>
                    <a:pt x="17584" y="41997"/>
                  </a:cubicBezTo>
                  <a:cubicBezTo>
                    <a:pt x="17664" y="42062"/>
                    <a:pt x="17751" y="42121"/>
                    <a:pt x="17846" y="42172"/>
                  </a:cubicBezTo>
                  <a:cubicBezTo>
                    <a:pt x="17883" y="42194"/>
                    <a:pt x="17919" y="42215"/>
                    <a:pt x="17956" y="42230"/>
                  </a:cubicBezTo>
                  <a:cubicBezTo>
                    <a:pt x="17970" y="42237"/>
                    <a:pt x="17985" y="42245"/>
                    <a:pt x="17999" y="42252"/>
                  </a:cubicBezTo>
                  <a:cubicBezTo>
                    <a:pt x="18503" y="43923"/>
                    <a:pt x="18992" y="45411"/>
                    <a:pt x="19480" y="46797"/>
                  </a:cubicBezTo>
                  <a:cubicBezTo>
                    <a:pt x="20093" y="48505"/>
                    <a:pt x="20757" y="50161"/>
                    <a:pt x="21458" y="51715"/>
                  </a:cubicBezTo>
                  <a:cubicBezTo>
                    <a:pt x="22180" y="53305"/>
                    <a:pt x="22975" y="54859"/>
                    <a:pt x="23858" y="56370"/>
                  </a:cubicBezTo>
                  <a:cubicBezTo>
                    <a:pt x="25040" y="58398"/>
                    <a:pt x="26390" y="60317"/>
                    <a:pt x="27893" y="62119"/>
                  </a:cubicBezTo>
                  <a:cubicBezTo>
                    <a:pt x="27951" y="62192"/>
                    <a:pt x="28031" y="62243"/>
                    <a:pt x="28119" y="62258"/>
                  </a:cubicBezTo>
                  <a:lnTo>
                    <a:pt x="28177" y="62258"/>
                  </a:lnTo>
                  <a:cubicBezTo>
                    <a:pt x="28250" y="62258"/>
                    <a:pt x="28331" y="62236"/>
                    <a:pt x="28389" y="62185"/>
                  </a:cubicBezTo>
                  <a:cubicBezTo>
                    <a:pt x="28469" y="62126"/>
                    <a:pt x="28520" y="62039"/>
                    <a:pt x="28528" y="61937"/>
                  </a:cubicBezTo>
                  <a:cubicBezTo>
                    <a:pt x="28542" y="61849"/>
                    <a:pt x="28513" y="61762"/>
                    <a:pt x="28462" y="61689"/>
                  </a:cubicBezTo>
                  <a:cubicBezTo>
                    <a:pt x="27645" y="60711"/>
                    <a:pt x="26864" y="59682"/>
                    <a:pt x="26127" y="58617"/>
                  </a:cubicBezTo>
                  <a:cubicBezTo>
                    <a:pt x="25441" y="57617"/>
                    <a:pt x="24763" y="56538"/>
                    <a:pt x="24121" y="55399"/>
                  </a:cubicBezTo>
                  <a:cubicBezTo>
                    <a:pt x="23340" y="54020"/>
                    <a:pt x="22596" y="52532"/>
                    <a:pt x="21910" y="50978"/>
                  </a:cubicBezTo>
                  <a:cubicBezTo>
                    <a:pt x="21990" y="50774"/>
                    <a:pt x="22078" y="50562"/>
                    <a:pt x="22180" y="50351"/>
                  </a:cubicBezTo>
                  <a:cubicBezTo>
                    <a:pt x="22457" y="49781"/>
                    <a:pt x="22778" y="49234"/>
                    <a:pt x="23150" y="48716"/>
                  </a:cubicBezTo>
                  <a:cubicBezTo>
                    <a:pt x="23493" y="48220"/>
                    <a:pt x="23887" y="47731"/>
                    <a:pt x="24332" y="47206"/>
                  </a:cubicBezTo>
                  <a:lnTo>
                    <a:pt x="24332" y="47206"/>
                  </a:lnTo>
                  <a:lnTo>
                    <a:pt x="24318" y="47221"/>
                  </a:lnTo>
                  <a:cubicBezTo>
                    <a:pt x="24442" y="47082"/>
                    <a:pt x="24559" y="46943"/>
                    <a:pt x="24683" y="46812"/>
                  </a:cubicBezTo>
                  <a:lnTo>
                    <a:pt x="24821" y="46651"/>
                  </a:lnTo>
                  <a:cubicBezTo>
                    <a:pt x="24931" y="46535"/>
                    <a:pt x="25040" y="46411"/>
                    <a:pt x="25142" y="46294"/>
                  </a:cubicBezTo>
                  <a:cubicBezTo>
                    <a:pt x="25427" y="45973"/>
                    <a:pt x="25704" y="45652"/>
                    <a:pt x="25967" y="45324"/>
                  </a:cubicBezTo>
                  <a:cubicBezTo>
                    <a:pt x="26105" y="45156"/>
                    <a:pt x="26229" y="44995"/>
                    <a:pt x="26353" y="44835"/>
                  </a:cubicBezTo>
                  <a:cubicBezTo>
                    <a:pt x="26463" y="44689"/>
                    <a:pt x="26580" y="44521"/>
                    <a:pt x="26711" y="44324"/>
                  </a:cubicBezTo>
                  <a:cubicBezTo>
                    <a:pt x="26944" y="43981"/>
                    <a:pt x="27156" y="43616"/>
                    <a:pt x="27338" y="43244"/>
                  </a:cubicBezTo>
                  <a:cubicBezTo>
                    <a:pt x="27411" y="43091"/>
                    <a:pt x="27477" y="42952"/>
                    <a:pt x="27535" y="42814"/>
                  </a:cubicBezTo>
                  <a:cubicBezTo>
                    <a:pt x="27543" y="42792"/>
                    <a:pt x="27543" y="42777"/>
                    <a:pt x="27535" y="42755"/>
                  </a:cubicBezTo>
                  <a:cubicBezTo>
                    <a:pt x="27528" y="42741"/>
                    <a:pt x="27506" y="42726"/>
                    <a:pt x="27492" y="42719"/>
                  </a:cubicBezTo>
                  <a:cubicBezTo>
                    <a:pt x="27488" y="42715"/>
                    <a:pt x="27484" y="42713"/>
                    <a:pt x="27481" y="42713"/>
                  </a:cubicBezTo>
                  <a:cubicBezTo>
                    <a:pt x="27477" y="42713"/>
                    <a:pt x="27473" y="42715"/>
                    <a:pt x="27470" y="42719"/>
                  </a:cubicBezTo>
                  <a:cubicBezTo>
                    <a:pt x="27433" y="42719"/>
                    <a:pt x="27404" y="42741"/>
                    <a:pt x="27397" y="42770"/>
                  </a:cubicBezTo>
                  <a:cubicBezTo>
                    <a:pt x="27360" y="42850"/>
                    <a:pt x="27324" y="42938"/>
                    <a:pt x="27280" y="43018"/>
                  </a:cubicBezTo>
                  <a:cubicBezTo>
                    <a:pt x="27112" y="43368"/>
                    <a:pt x="26922" y="43704"/>
                    <a:pt x="26704" y="44025"/>
                  </a:cubicBezTo>
                  <a:cubicBezTo>
                    <a:pt x="26477" y="44346"/>
                    <a:pt x="26237" y="44652"/>
                    <a:pt x="25981" y="44944"/>
                  </a:cubicBezTo>
                  <a:cubicBezTo>
                    <a:pt x="25843" y="45105"/>
                    <a:pt x="25704" y="45258"/>
                    <a:pt x="25565" y="45411"/>
                  </a:cubicBezTo>
                  <a:cubicBezTo>
                    <a:pt x="25463" y="45521"/>
                    <a:pt x="25361" y="45623"/>
                    <a:pt x="25259" y="45725"/>
                  </a:cubicBezTo>
                  <a:lnTo>
                    <a:pt x="25128" y="45863"/>
                  </a:lnTo>
                  <a:cubicBezTo>
                    <a:pt x="24821" y="46177"/>
                    <a:pt x="24522" y="46484"/>
                    <a:pt x="24238" y="46761"/>
                  </a:cubicBezTo>
                  <a:lnTo>
                    <a:pt x="24106" y="46892"/>
                  </a:lnTo>
                  <a:cubicBezTo>
                    <a:pt x="23836" y="47162"/>
                    <a:pt x="23581" y="47403"/>
                    <a:pt x="23340" y="47658"/>
                  </a:cubicBezTo>
                  <a:cubicBezTo>
                    <a:pt x="23041" y="47972"/>
                    <a:pt x="22756" y="48308"/>
                    <a:pt x="22486" y="48651"/>
                  </a:cubicBezTo>
                  <a:cubicBezTo>
                    <a:pt x="22238" y="48972"/>
                    <a:pt x="22020" y="49314"/>
                    <a:pt x="21823" y="49672"/>
                  </a:cubicBezTo>
                  <a:cubicBezTo>
                    <a:pt x="21728" y="49840"/>
                    <a:pt x="21640" y="50022"/>
                    <a:pt x="21560" y="50205"/>
                  </a:cubicBezTo>
                  <a:cubicBezTo>
                    <a:pt x="21071" y="49037"/>
                    <a:pt x="20611" y="47848"/>
                    <a:pt x="20152" y="46557"/>
                  </a:cubicBezTo>
                  <a:lnTo>
                    <a:pt x="20152" y="46513"/>
                  </a:lnTo>
                  <a:cubicBezTo>
                    <a:pt x="20159" y="46447"/>
                    <a:pt x="20159" y="46381"/>
                    <a:pt x="20166" y="46323"/>
                  </a:cubicBezTo>
                  <a:lnTo>
                    <a:pt x="20166" y="46279"/>
                  </a:lnTo>
                  <a:cubicBezTo>
                    <a:pt x="20166" y="46141"/>
                    <a:pt x="20174" y="46009"/>
                    <a:pt x="20174" y="45863"/>
                  </a:cubicBezTo>
                  <a:cubicBezTo>
                    <a:pt x="20181" y="45564"/>
                    <a:pt x="20196" y="45265"/>
                    <a:pt x="20210" y="45075"/>
                  </a:cubicBezTo>
                  <a:cubicBezTo>
                    <a:pt x="20239" y="44536"/>
                    <a:pt x="20276" y="44010"/>
                    <a:pt x="20327" y="43507"/>
                  </a:cubicBezTo>
                  <a:cubicBezTo>
                    <a:pt x="20414" y="42573"/>
                    <a:pt x="20546" y="41588"/>
                    <a:pt x="20743" y="40486"/>
                  </a:cubicBezTo>
                  <a:cubicBezTo>
                    <a:pt x="20976" y="39166"/>
                    <a:pt x="21268" y="37801"/>
                    <a:pt x="21633" y="36320"/>
                  </a:cubicBezTo>
                  <a:cubicBezTo>
                    <a:pt x="21954" y="35022"/>
                    <a:pt x="22319" y="33672"/>
                    <a:pt x="22611" y="32592"/>
                  </a:cubicBezTo>
                  <a:lnTo>
                    <a:pt x="22720" y="32154"/>
                  </a:lnTo>
                  <a:cubicBezTo>
                    <a:pt x="23150" y="30564"/>
                    <a:pt x="23479" y="29236"/>
                    <a:pt x="23756" y="27995"/>
                  </a:cubicBezTo>
                  <a:cubicBezTo>
                    <a:pt x="24106" y="26463"/>
                    <a:pt x="24347" y="25099"/>
                    <a:pt x="24507" y="23837"/>
                  </a:cubicBezTo>
                  <a:cubicBezTo>
                    <a:pt x="24537" y="23640"/>
                    <a:pt x="24559" y="23443"/>
                    <a:pt x="24580" y="23246"/>
                  </a:cubicBezTo>
                  <a:cubicBezTo>
                    <a:pt x="24580" y="23224"/>
                    <a:pt x="24573" y="23209"/>
                    <a:pt x="24559" y="23195"/>
                  </a:cubicBezTo>
                  <a:cubicBezTo>
                    <a:pt x="24551" y="23173"/>
                    <a:pt x="24529" y="23165"/>
                    <a:pt x="24515" y="23158"/>
                  </a:cubicBezTo>
                  <a:cubicBezTo>
                    <a:pt x="24464" y="23158"/>
                    <a:pt x="24427" y="23195"/>
                    <a:pt x="24427" y="23238"/>
                  </a:cubicBezTo>
                  <a:cubicBezTo>
                    <a:pt x="24354" y="23866"/>
                    <a:pt x="24252" y="24552"/>
                    <a:pt x="24113" y="25332"/>
                  </a:cubicBezTo>
                  <a:cubicBezTo>
                    <a:pt x="23625" y="28112"/>
                    <a:pt x="22829" y="30863"/>
                    <a:pt x="22056" y="33533"/>
                  </a:cubicBezTo>
                  <a:lnTo>
                    <a:pt x="22034" y="33599"/>
                  </a:lnTo>
                  <a:lnTo>
                    <a:pt x="21888" y="34124"/>
                  </a:lnTo>
                  <a:cubicBezTo>
                    <a:pt x="21567" y="35233"/>
                    <a:pt x="21195" y="36495"/>
                    <a:pt x="20867" y="37728"/>
                  </a:cubicBezTo>
                  <a:cubicBezTo>
                    <a:pt x="20444" y="39326"/>
                    <a:pt x="20137" y="40647"/>
                    <a:pt x="19918" y="41880"/>
                  </a:cubicBezTo>
                  <a:cubicBezTo>
                    <a:pt x="19772" y="42712"/>
                    <a:pt x="19663" y="43478"/>
                    <a:pt x="19583" y="44236"/>
                  </a:cubicBezTo>
                  <a:cubicBezTo>
                    <a:pt x="19561" y="44412"/>
                    <a:pt x="19546" y="44579"/>
                    <a:pt x="19532" y="44754"/>
                  </a:cubicBezTo>
                  <a:cubicBezTo>
                    <a:pt x="19079" y="43375"/>
                    <a:pt x="18641" y="41924"/>
                    <a:pt x="18145" y="40216"/>
                  </a:cubicBezTo>
                  <a:cubicBezTo>
                    <a:pt x="17562" y="38210"/>
                    <a:pt x="17014" y="36160"/>
                    <a:pt x="16555" y="34423"/>
                  </a:cubicBezTo>
                  <a:cubicBezTo>
                    <a:pt x="16336" y="33584"/>
                    <a:pt x="16117" y="32745"/>
                    <a:pt x="15898" y="31906"/>
                  </a:cubicBezTo>
                  <a:lnTo>
                    <a:pt x="15796" y="31512"/>
                  </a:lnTo>
                  <a:cubicBezTo>
                    <a:pt x="15541" y="30549"/>
                    <a:pt x="15285" y="29579"/>
                    <a:pt x="15037" y="28616"/>
                  </a:cubicBezTo>
                  <a:cubicBezTo>
                    <a:pt x="14767" y="27601"/>
                    <a:pt x="14505" y="26624"/>
                    <a:pt x="14249" y="25712"/>
                  </a:cubicBezTo>
                  <a:cubicBezTo>
                    <a:pt x="14001" y="24807"/>
                    <a:pt x="13731" y="23859"/>
                    <a:pt x="13454" y="22896"/>
                  </a:cubicBezTo>
                  <a:cubicBezTo>
                    <a:pt x="12936" y="21093"/>
                    <a:pt x="12425" y="19299"/>
                    <a:pt x="11914" y="17460"/>
                  </a:cubicBezTo>
                  <a:cubicBezTo>
                    <a:pt x="11769" y="16942"/>
                    <a:pt x="11623" y="16431"/>
                    <a:pt x="11477" y="15921"/>
                  </a:cubicBezTo>
                  <a:lnTo>
                    <a:pt x="11302" y="15308"/>
                  </a:lnTo>
                  <a:lnTo>
                    <a:pt x="11134" y="14709"/>
                  </a:lnTo>
                  <a:cubicBezTo>
                    <a:pt x="10842" y="13673"/>
                    <a:pt x="10587" y="12798"/>
                    <a:pt x="10339" y="11959"/>
                  </a:cubicBezTo>
                  <a:cubicBezTo>
                    <a:pt x="9624" y="9529"/>
                    <a:pt x="9054" y="7676"/>
                    <a:pt x="8493" y="5961"/>
                  </a:cubicBezTo>
                  <a:cubicBezTo>
                    <a:pt x="8157" y="4940"/>
                    <a:pt x="7807" y="3933"/>
                    <a:pt x="7464" y="2963"/>
                  </a:cubicBezTo>
                  <a:cubicBezTo>
                    <a:pt x="7128" y="2051"/>
                    <a:pt x="6756" y="1095"/>
                    <a:pt x="6333" y="44"/>
                  </a:cubicBezTo>
                  <a:cubicBezTo>
                    <a:pt x="6318" y="22"/>
                    <a:pt x="6297" y="1"/>
                    <a:pt x="6267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3350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>
          <a:extLst>
            <a:ext uri="{FF2B5EF4-FFF2-40B4-BE49-F238E27FC236}">
              <a16:creationId xmlns:a16="http://schemas.microsoft.com/office/drawing/2014/main" id="{8D394795-9BF8-96B8-4267-C0F431DD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5">
            <a:extLst>
              <a:ext uri="{FF2B5EF4-FFF2-40B4-BE49-F238E27FC236}">
                <a16:creationId xmlns:a16="http://schemas.microsoft.com/office/drawing/2014/main" id="{A544E638-8C90-8574-C3C9-90BCBCE6E8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Code Quality &amp; Organization</a:t>
            </a:r>
            <a:endParaRPr dirty="0"/>
          </a:p>
        </p:txBody>
      </p:sp>
      <p:grpSp>
        <p:nvGrpSpPr>
          <p:cNvPr id="1207" name="Google Shape;1207;p55">
            <a:extLst>
              <a:ext uri="{FF2B5EF4-FFF2-40B4-BE49-F238E27FC236}">
                <a16:creationId xmlns:a16="http://schemas.microsoft.com/office/drawing/2014/main" id="{CF4546FC-B1DA-ECA7-12BF-0AEDC3CA2A0C}"/>
              </a:ext>
            </a:extLst>
          </p:cNvPr>
          <p:cNvGrpSpPr/>
          <p:nvPr/>
        </p:nvGrpSpPr>
        <p:grpSpPr>
          <a:xfrm rot="-1686007">
            <a:off x="540122" y="439032"/>
            <a:ext cx="915622" cy="954958"/>
            <a:chOff x="6665225" y="1304096"/>
            <a:chExt cx="915649" cy="954986"/>
          </a:xfrm>
        </p:grpSpPr>
        <p:sp>
          <p:nvSpPr>
            <p:cNvPr id="1208" name="Google Shape;1208;p55">
              <a:extLst>
                <a:ext uri="{FF2B5EF4-FFF2-40B4-BE49-F238E27FC236}">
                  <a16:creationId xmlns:a16="http://schemas.microsoft.com/office/drawing/2014/main" id="{9D30D193-DAA0-2DB1-BF92-A892E11959F1}"/>
                </a:ext>
              </a:extLst>
            </p:cNvPr>
            <p:cNvSpPr/>
            <p:nvPr/>
          </p:nvSpPr>
          <p:spPr>
            <a:xfrm>
              <a:off x="6665225" y="1688512"/>
              <a:ext cx="877540" cy="570570"/>
            </a:xfrm>
            <a:custGeom>
              <a:avLst/>
              <a:gdLst/>
              <a:ahLst/>
              <a:cxnLst/>
              <a:rect l="l" t="t" r="r" b="b"/>
              <a:pathLst>
                <a:path w="15520" h="10091" extrusionOk="0">
                  <a:moveTo>
                    <a:pt x="268" y="0"/>
                  </a:moveTo>
                  <a:cubicBezTo>
                    <a:pt x="0" y="1501"/>
                    <a:pt x="123" y="3040"/>
                    <a:pt x="636" y="4471"/>
                  </a:cubicBezTo>
                  <a:cubicBezTo>
                    <a:pt x="1095" y="5819"/>
                    <a:pt x="1853" y="7044"/>
                    <a:pt x="2856" y="8054"/>
                  </a:cubicBezTo>
                  <a:cubicBezTo>
                    <a:pt x="3721" y="8927"/>
                    <a:pt x="4808" y="9555"/>
                    <a:pt x="6003" y="9869"/>
                  </a:cubicBezTo>
                  <a:cubicBezTo>
                    <a:pt x="6118" y="9899"/>
                    <a:pt x="6232" y="9930"/>
                    <a:pt x="6355" y="9953"/>
                  </a:cubicBezTo>
                  <a:cubicBezTo>
                    <a:pt x="6803" y="10045"/>
                    <a:pt x="7256" y="10091"/>
                    <a:pt x="7709" y="10091"/>
                  </a:cubicBezTo>
                  <a:cubicBezTo>
                    <a:pt x="8309" y="10091"/>
                    <a:pt x="8909" y="10011"/>
                    <a:pt x="9494" y="9853"/>
                  </a:cubicBezTo>
                  <a:cubicBezTo>
                    <a:pt x="11760" y="9264"/>
                    <a:pt x="14310" y="7733"/>
                    <a:pt x="15297" y="5099"/>
                  </a:cubicBezTo>
                  <a:cubicBezTo>
                    <a:pt x="15389" y="4839"/>
                    <a:pt x="15466" y="4571"/>
                    <a:pt x="15519" y="4303"/>
                  </a:cubicBezTo>
                  <a:lnTo>
                    <a:pt x="15519" y="4303"/>
                  </a:lnTo>
                  <a:cubicBezTo>
                    <a:pt x="14604" y="4470"/>
                    <a:pt x="13630" y="4557"/>
                    <a:pt x="12616" y="4557"/>
                  </a:cubicBezTo>
                  <a:cubicBezTo>
                    <a:pt x="11128" y="4557"/>
                    <a:pt x="9554" y="4370"/>
                    <a:pt x="7955" y="3974"/>
                  </a:cubicBezTo>
                  <a:cubicBezTo>
                    <a:pt x="4824" y="3200"/>
                    <a:pt x="2152" y="1753"/>
                    <a:pt x="26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55">
              <a:extLst>
                <a:ext uri="{FF2B5EF4-FFF2-40B4-BE49-F238E27FC236}">
                  <a16:creationId xmlns:a16="http://schemas.microsoft.com/office/drawing/2014/main" id="{89179726-8AB3-C4E9-88D2-48B8705820FC}"/>
                </a:ext>
              </a:extLst>
            </p:cNvPr>
            <p:cNvSpPr/>
            <p:nvPr/>
          </p:nvSpPr>
          <p:spPr>
            <a:xfrm>
              <a:off x="6680378" y="1304096"/>
              <a:ext cx="900496" cy="642266"/>
            </a:xfrm>
            <a:custGeom>
              <a:avLst/>
              <a:gdLst/>
              <a:ahLst/>
              <a:cxnLst/>
              <a:rect l="l" t="t" r="r" b="b"/>
              <a:pathLst>
                <a:path w="15926" h="11359" extrusionOk="0">
                  <a:moveTo>
                    <a:pt x="5995" y="0"/>
                  </a:moveTo>
                  <a:cubicBezTo>
                    <a:pt x="5605" y="8"/>
                    <a:pt x="5214" y="115"/>
                    <a:pt x="4870" y="307"/>
                  </a:cubicBezTo>
                  <a:cubicBezTo>
                    <a:pt x="4181" y="659"/>
                    <a:pt x="3530" y="1248"/>
                    <a:pt x="2948" y="1823"/>
                  </a:cubicBezTo>
                  <a:cubicBezTo>
                    <a:pt x="2642" y="2129"/>
                    <a:pt x="2312" y="2435"/>
                    <a:pt x="2029" y="2764"/>
                  </a:cubicBezTo>
                  <a:cubicBezTo>
                    <a:pt x="827" y="4142"/>
                    <a:pt x="245" y="5536"/>
                    <a:pt x="0" y="6799"/>
                  </a:cubicBezTo>
                  <a:cubicBezTo>
                    <a:pt x="1884" y="8552"/>
                    <a:pt x="4556" y="9999"/>
                    <a:pt x="7687" y="10773"/>
                  </a:cubicBezTo>
                  <a:cubicBezTo>
                    <a:pt x="9279" y="11172"/>
                    <a:pt x="10847" y="11359"/>
                    <a:pt x="12331" y="11359"/>
                  </a:cubicBezTo>
                  <a:cubicBezTo>
                    <a:pt x="13351" y="11359"/>
                    <a:pt x="14331" y="11270"/>
                    <a:pt x="15251" y="11102"/>
                  </a:cubicBezTo>
                  <a:cubicBezTo>
                    <a:pt x="15649" y="9379"/>
                    <a:pt x="15925" y="6141"/>
                    <a:pt x="14784" y="3629"/>
                  </a:cubicBezTo>
                  <a:cubicBezTo>
                    <a:pt x="14516" y="3048"/>
                    <a:pt x="14317" y="2550"/>
                    <a:pt x="14057" y="2167"/>
                  </a:cubicBezTo>
                  <a:cubicBezTo>
                    <a:pt x="13789" y="1738"/>
                    <a:pt x="13422" y="1386"/>
                    <a:pt x="12985" y="1134"/>
                  </a:cubicBezTo>
                  <a:cubicBezTo>
                    <a:pt x="12824" y="1042"/>
                    <a:pt x="12648" y="980"/>
                    <a:pt x="12465" y="942"/>
                  </a:cubicBezTo>
                  <a:cubicBezTo>
                    <a:pt x="12332" y="913"/>
                    <a:pt x="12196" y="899"/>
                    <a:pt x="12062" y="899"/>
                  </a:cubicBezTo>
                  <a:cubicBezTo>
                    <a:pt x="11986" y="899"/>
                    <a:pt x="11911" y="903"/>
                    <a:pt x="11837" y="912"/>
                  </a:cubicBezTo>
                  <a:cubicBezTo>
                    <a:pt x="11400" y="973"/>
                    <a:pt x="10987" y="1134"/>
                    <a:pt x="10619" y="1379"/>
                  </a:cubicBezTo>
                  <a:cubicBezTo>
                    <a:pt x="10191" y="1669"/>
                    <a:pt x="9808" y="2022"/>
                    <a:pt x="9494" y="2435"/>
                  </a:cubicBezTo>
                  <a:cubicBezTo>
                    <a:pt x="9310" y="2657"/>
                    <a:pt x="9149" y="2894"/>
                    <a:pt x="9004" y="3139"/>
                  </a:cubicBezTo>
                  <a:cubicBezTo>
                    <a:pt x="8920" y="2887"/>
                    <a:pt x="8820" y="2642"/>
                    <a:pt x="8713" y="2404"/>
                  </a:cubicBezTo>
                  <a:cubicBezTo>
                    <a:pt x="8575" y="2098"/>
                    <a:pt x="8407" y="1800"/>
                    <a:pt x="8215" y="1524"/>
                  </a:cubicBezTo>
                  <a:cubicBezTo>
                    <a:pt x="7932" y="1057"/>
                    <a:pt x="7549" y="659"/>
                    <a:pt x="7113" y="345"/>
                  </a:cubicBezTo>
                  <a:cubicBezTo>
                    <a:pt x="6891" y="199"/>
                    <a:pt x="6646" y="92"/>
                    <a:pt x="6393" y="39"/>
                  </a:cubicBezTo>
                  <a:cubicBezTo>
                    <a:pt x="6263" y="8"/>
                    <a:pt x="6125" y="0"/>
                    <a:pt x="599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55">
              <a:extLst>
                <a:ext uri="{FF2B5EF4-FFF2-40B4-BE49-F238E27FC236}">
                  <a16:creationId xmlns:a16="http://schemas.microsoft.com/office/drawing/2014/main" id="{F25FBE53-3509-A25A-1D40-DE192B934FDB}"/>
                </a:ext>
              </a:extLst>
            </p:cNvPr>
            <p:cNvSpPr/>
            <p:nvPr/>
          </p:nvSpPr>
          <p:spPr>
            <a:xfrm>
              <a:off x="6800302" y="1552137"/>
              <a:ext cx="629883" cy="567630"/>
            </a:xfrm>
            <a:custGeom>
              <a:avLst/>
              <a:gdLst/>
              <a:ahLst/>
              <a:cxnLst/>
              <a:rect l="l" t="t" r="r" b="b"/>
              <a:pathLst>
                <a:path w="11140" h="10039" extrusionOk="0">
                  <a:moveTo>
                    <a:pt x="5701" y="0"/>
                  </a:moveTo>
                  <a:cubicBezTo>
                    <a:pt x="3764" y="0"/>
                    <a:pt x="1176" y="1656"/>
                    <a:pt x="620" y="4104"/>
                  </a:cubicBezTo>
                  <a:cubicBezTo>
                    <a:pt x="0" y="6830"/>
                    <a:pt x="2151" y="9509"/>
                    <a:pt x="4111" y="9953"/>
                  </a:cubicBezTo>
                  <a:cubicBezTo>
                    <a:pt x="4362" y="10010"/>
                    <a:pt x="4643" y="10038"/>
                    <a:pt x="4944" y="10038"/>
                  </a:cubicBezTo>
                  <a:cubicBezTo>
                    <a:pt x="6999" y="10038"/>
                    <a:pt x="9986" y="8732"/>
                    <a:pt x="10527" y="6355"/>
                  </a:cubicBezTo>
                  <a:cubicBezTo>
                    <a:pt x="11140" y="3622"/>
                    <a:pt x="8307" y="513"/>
                    <a:pt x="6347" y="69"/>
                  </a:cubicBezTo>
                  <a:cubicBezTo>
                    <a:pt x="6143" y="23"/>
                    <a:pt x="5926" y="0"/>
                    <a:pt x="5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5">
              <a:extLst>
                <a:ext uri="{FF2B5EF4-FFF2-40B4-BE49-F238E27FC236}">
                  <a16:creationId xmlns:a16="http://schemas.microsoft.com/office/drawing/2014/main" id="{35094B4B-F37B-7D2F-0907-263AFD87E3EF}"/>
                </a:ext>
              </a:extLst>
            </p:cNvPr>
            <p:cNvSpPr/>
            <p:nvPr/>
          </p:nvSpPr>
          <p:spPr>
            <a:xfrm>
              <a:off x="6821901" y="1884876"/>
              <a:ext cx="550724" cy="237309"/>
            </a:xfrm>
            <a:custGeom>
              <a:avLst/>
              <a:gdLst/>
              <a:ahLst/>
              <a:cxnLst/>
              <a:rect l="l" t="t" r="r" b="b"/>
              <a:pathLst>
                <a:path w="9740" h="4197" extrusionOk="0">
                  <a:moveTo>
                    <a:pt x="3324" y="1"/>
                  </a:moveTo>
                  <a:cubicBezTo>
                    <a:pt x="2135" y="1"/>
                    <a:pt x="737" y="188"/>
                    <a:pt x="1" y="485"/>
                  </a:cubicBezTo>
                  <a:cubicBezTo>
                    <a:pt x="146" y="2353"/>
                    <a:pt x="2282" y="3739"/>
                    <a:pt x="3737" y="4068"/>
                  </a:cubicBezTo>
                  <a:cubicBezTo>
                    <a:pt x="4094" y="4150"/>
                    <a:pt x="4582" y="4196"/>
                    <a:pt x="5130" y="4196"/>
                  </a:cubicBezTo>
                  <a:cubicBezTo>
                    <a:pt x="6804" y="4196"/>
                    <a:pt x="9030" y="3760"/>
                    <a:pt x="9740" y="2537"/>
                  </a:cubicBezTo>
                  <a:cubicBezTo>
                    <a:pt x="8974" y="1710"/>
                    <a:pt x="7045" y="577"/>
                    <a:pt x="4633" y="102"/>
                  </a:cubicBezTo>
                  <a:cubicBezTo>
                    <a:pt x="4274" y="33"/>
                    <a:pt x="3817" y="1"/>
                    <a:pt x="3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5">
              <a:extLst>
                <a:ext uri="{FF2B5EF4-FFF2-40B4-BE49-F238E27FC236}">
                  <a16:creationId xmlns:a16="http://schemas.microsoft.com/office/drawing/2014/main" id="{259AD1EA-09F5-4EA6-7CDF-0225A8E31BF2}"/>
                </a:ext>
              </a:extLst>
            </p:cNvPr>
            <p:cNvSpPr/>
            <p:nvPr/>
          </p:nvSpPr>
          <p:spPr>
            <a:xfrm>
              <a:off x="6870866" y="1550498"/>
              <a:ext cx="546370" cy="249974"/>
            </a:xfrm>
            <a:custGeom>
              <a:avLst/>
              <a:gdLst/>
              <a:ahLst/>
              <a:cxnLst/>
              <a:rect l="l" t="t" r="r" b="b"/>
              <a:pathLst>
                <a:path w="9663" h="4421" extrusionOk="0">
                  <a:moveTo>
                    <a:pt x="4143" y="1"/>
                  </a:moveTo>
                  <a:cubicBezTo>
                    <a:pt x="2655" y="1"/>
                    <a:pt x="756" y="600"/>
                    <a:pt x="0" y="1982"/>
                  </a:cubicBezTo>
                  <a:cubicBezTo>
                    <a:pt x="766" y="2832"/>
                    <a:pt x="3047" y="3329"/>
                    <a:pt x="4287" y="3612"/>
                  </a:cubicBezTo>
                  <a:cubicBezTo>
                    <a:pt x="5467" y="3875"/>
                    <a:pt x="7901" y="4421"/>
                    <a:pt x="9433" y="4421"/>
                  </a:cubicBezTo>
                  <a:cubicBezTo>
                    <a:pt x="9512" y="4421"/>
                    <a:pt x="9588" y="4419"/>
                    <a:pt x="9662" y="4416"/>
                  </a:cubicBezTo>
                  <a:cubicBezTo>
                    <a:pt x="9563" y="2472"/>
                    <a:pt x="6600" y="435"/>
                    <a:pt x="5107" y="98"/>
                  </a:cubicBezTo>
                  <a:cubicBezTo>
                    <a:pt x="4822" y="34"/>
                    <a:pt x="4494" y="1"/>
                    <a:pt x="41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55">
              <a:extLst>
                <a:ext uri="{FF2B5EF4-FFF2-40B4-BE49-F238E27FC236}">
                  <a16:creationId xmlns:a16="http://schemas.microsoft.com/office/drawing/2014/main" id="{13C89C7C-A87B-EC94-D41C-8BF88942BFF7}"/>
                </a:ext>
              </a:extLst>
            </p:cNvPr>
            <p:cNvSpPr/>
            <p:nvPr/>
          </p:nvSpPr>
          <p:spPr>
            <a:xfrm>
              <a:off x="6821901" y="1884876"/>
              <a:ext cx="550724" cy="237309"/>
            </a:xfrm>
            <a:custGeom>
              <a:avLst/>
              <a:gdLst/>
              <a:ahLst/>
              <a:cxnLst/>
              <a:rect l="l" t="t" r="r" b="b"/>
              <a:pathLst>
                <a:path w="9740" h="4197" extrusionOk="0">
                  <a:moveTo>
                    <a:pt x="3324" y="1"/>
                  </a:moveTo>
                  <a:cubicBezTo>
                    <a:pt x="2135" y="1"/>
                    <a:pt x="737" y="188"/>
                    <a:pt x="1" y="485"/>
                  </a:cubicBezTo>
                  <a:cubicBezTo>
                    <a:pt x="146" y="2353"/>
                    <a:pt x="2282" y="3739"/>
                    <a:pt x="3737" y="4068"/>
                  </a:cubicBezTo>
                  <a:cubicBezTo>
                    <a:pt x="4094" y="4150"/>
                    <a:pt x="4582" y="4196"/>
                    <a:pt x="5130" y="4196"/>
                  </a:cubicBezTo>
                  <a:cubicBezTo>
                    <a:pt x="6804" y="4196"/>
                    <a:pt x="9030" y="3760"/>
                    <a:pt x="9740" y="2537"/>
                  </a:cubicBezTo>
                  <a:cubicBezTo>
                    <a:pt x="8974" y="1710"/>
                    <a:pt x="7045" y="577"/>
                    <a:pt x="4633" y="102"/>
                  </a:cubicBezTo>
                  <a:cubicBezTo>
                    <a:pt x="4274" y="33"/>
                    <a:pt x="3817" y="1"/>
                    <a:pt x="3324" y="1"/>
                  </a:cubicBezTo>
                  <a:close/>
                </a:path>
              </a:pathLst>
            </a:custGeom>
            <a:solidFill>
              <a:srgbClr val="191919">
                <a:alpha val="17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55">
            <a:extLst>
              <a:ext uri="{FF2B5EF4-FFF2-40B4-BE49-F238E27FC236}">
                <a16:creationId xmlns:a16="http://schemas.microsoft.com/office/drawing/2014/main" id="{CE43062C-E908-13AF-FEBB-B1F7AD1F3276}"/>
              </a:ext>
            </a:extLst>
          </p:cNvPr>
          <p:cNvGrpSpPr/>
          <p:nvPr/>
        </p:nvGrpSpPr>
        <p:grpSpPr>
          <a:xfrm rot="-9600074">
            <a:off x="7657676" y="280797"/>
            <a:ext cx="942698" cy="986984"/>
            <a:chOff x="4458798" y="3801637"/>
            <a:chExt cx="942698" cy="986984"/>
          </a:xfrm>
        </p:grpSpPr>
        <p:sp>
          <p:nvSpPr>
            <p:cNvPr id="1215" name="Google Shape;1215;p55">
              <a:extLst>
                <a:ext uri="{FF2B5EF4-FFF2-40B4-BE49-F238E27FC236}">
                  <a16:creationId xmlns:a16="http://schemas.microsoft.com/office/drawing/2014/main" id="{2ED529D3-A14A-CBC9-0E4B-8A48AC4888FD}"/>
                </a:ext>
              </a:extLst>
            </p:cNvPr>
            <p:cNvSpPr/>
            <p:nvPr/>
          </p:nvSpPr>
          <p:spPr>
            <a:xfrm>
              <a:off x="4459027" y="3801637"/>
              <a:ext cx="942470" cy="921763"/>
            </a:xfrm>
            <a:custGeom>
              <a:avLst/>
              <a:gdLst/>
              <a:ahLst/>
              <a:cxnLst/>
              <a:rect l="l" t="t" r="r" b="b"/>
              <a:pathLst>
                <a:path w="28857" h="28223" extrusionOk="0">
                  <a:moveTo>
                    <a:pt x="6939" y="1"/>
                  </a:moveTo>
                  <a:lnTo>
                    <a:pt x="6910" y="8"/>
                  </a:lnTo>
                  <a:cubicBezTo>
                    <a:pt x="6800" y="8"/>
                    <a:pt x="6684" y="16"/>
                    <a:pt x="6567" y="37"/>
                  </a:cubicBezTo>
                  <a:cubicBezTo>
                    <a:pt x="6450" y="59"/>
                    <a:pt x="6326" y="103"/>
                    <a:pt x="6209" y="147"/>
                  </a:cubicBezTo>
                  <a:cubicBezTo>
                    <a:pt x="6100" y="191"/>
                    <a:pt x="5990" y="249"/>
                    <a:pt x="5881" y="315"/>
                  </a:cubicBezTo>
                  <a:cubicBezTo>
                    <a:pt x="5662" y="439"/>
                    <a:pt x="5458" y="592"/>
                    <a:pt x="5268" y="767"/>
                  </a:cubicBezTo>
                  <a:cubicBezTo>
                    <a:pt x="5078" y="949"/>
                    <a:pt x="4903" y="1146"/>
                    <a:pt x="4750" y="1365"/>
                  </a:cubicBezTo>
                  <a:cubicBezTo>
                    <a:pt x="4597" y="1577"/>
                    <a:pt x="4458" y="1796"/>
                    <a:pt x="4334" y="2029"/>
                  </a:cubicBezTo>
                  <a:cubicBezTo>
                    <a:pt x="4072" y="2540"/>
                    <a:pt x="3853" y="3080"/>
                    <a:pt x="3692" y="3634"/>
                  </a:cubicBezTo>
                  <a:cubicBezTo>
                    <a:pt x="3532" y="4218"/>
                    <a:pt x="3400" y="4809"/>
                    <a:pt x="3305" y="5407"/>
                  </a:cubicBezTo>
                  <a:cubicBezTo>
                    <a:pt x="3225" y="5940"/>
                    <a:pt x="3160" y="6502"/>
                    <a:pt x="3116" y="7122"/>
                  </a:cubicBezTo>
                  <a:cubicBezTo>
                    <a:pt x="3087" y="7611"/>
                    <a:pt x="3072" y="8121"/>
                    <a:pt x="3072" y="8625"/>
                  </a:cubicBezTo>
                  <a:cubicBezTo>
                    <a:pt x="3072" y="9106"/>
                    <a:pt x="3109" y="9617"/>
                    <a:pt x="3167" y="10237"/>
                  </a:cubicBezTo>
                  <a:lnTo>
                    <a:pt x="3189" y="10500"/>
                  </a:lnTo>
                  <a:cubicBezTo>
                    <a:pt x="3203" y="10675"/>
                    <a:pt x="3225" y="10850"/>
                    <a:pt x="3240" y="11025"/>
                  </a:cubicBezTo>
                  <a:lnTo>
                    <a:pt x="3240" y="10989"/>
                  </a:lnTo>
                  <a:lnTo>
                    <a:pt x="3240" y="10989"/>
                  </a:lnTo>
                  <a:cubicBezTo>
                    <a:pt x="3276" y="11361"/>
                    <a:pt x="3276" y="11733"/>
                    <a:pt x="3233" y="12098"/>
                  </a:cubicBezTo>
                  <a:cubicBezTo>
                    <a:pt x="3203" y="12222"/>
                    <a:pt x="3167" y="12346"/>
                    <a:pt x="3116" y="12463"/>
                  </a:cubicBezTo>
                  <a:cubicBezTo>
                    <a:pt x="3079" y="12550"/>
                    <a:pt x="3028" y="12630"/>
                    <a:pt x="2970" y="12703"/>
                  </a:cubicBezTo>
                  <a:cubicBezTo>
                    <a:pt x="2890" y="12791"/>
                    <a:pt x="2809" y="12864"/>
                    <a:pt x="2715" y="12937"/>
                  </a:cubicBezTo>
                  <a:cubicBezTo>
                    <a:pt x="2547" y="13039"/>
                    <a:pt x="2364" y="13127"/>
                    <a:pt x="2182" y="13192"/>
                  </a:cubicBezTo>
                  <a:cubicBezTo>
                    <a:pt x="1890" y="13294"/>
                    <a:pt x="1584" y="13360"/>
                    <a:pt x="1277" y="13411"/>
                  </a:cubicBezTo>
                  <a:lnTo>
                    <a:pt x="1095" y="13433"/>
                  </a:lnTo>
                  <a:cubicBezTo>
                    <a:pt x="912" y="13455"/>
                    <a:pt x="730" y="13491"/>
                    <a:pt x="548" y="13550"/>
                  </a:cubicBezTo>
                  <a:cubicBezTo>
                    <a:pt x="489" y="13564"/>
                    <a:pt x="438" y="13586"/>
                    <a:pt x="380" y="13615"/>
                  </a:cubicBezTo>
                  <a:cubicBezTo>
                    <a:pt x="336" y="13637"/>
                    <a:pt x="285" y="13666"/>
                    <a:pt x="241" y="13703"/>
                  </a:cubicBezTo>
                  <a:cubicBezTo>
                    <a:pt x="146" y="13783"/>
                    <a:pt x="81" y="13878"/>
                    <a:pt x="37" y="13995"/>
                  </a:cubicBezTo>
                  <a:cubicBezTo>
                    <a:pt x="22" y="14046"/>
                    <a:pt x="8" y="14097"/>
                    <a:pt x="8" y="14148"/>
                  </a:cubicBezTo>
                  <a:lnTo>
                    <a:pt x="8" y="14170"/>
                  </a:lnTo>
                  <a:cubicBezTo>
                    <a:pt x="0" y="14221"/>
                    <a:pt x="0" y="14272"/>
                    <a:pt x="8" y="14330"/>
                  </a:cubicBezTo>
                  <a:cubicBezTo>
                    <a:pt x="15" y="14498"/>
                    <a:pt x="51" y="14666"/>
                    <a:pt x="95" y="14827"/>
                  </a:cubicBezTo>
                  <a:cubicBezTo>
                    <a:pt x="190" y="15118"/>
                    <a:pt x="351" y="15396"/>
                    <a:pt x="562" y="15622"/>
                  </a:cubicBezTo>
                  <a:cubicBezTo>
                    <a:pt x="788" y="15877"/>
                    <a:pt x="1051" y="16103"/>
                    <a:pt x="1328" y="16300"/>
                  </a:cubicBezTo>
                  <a:cubicBezTo>
                    <a:pt x="1854" y="16672"/>
                    <a:pt x="2408" y="16986"/>
                    <a:pt x="2999" y="17242"/>
                  </a:cubicBezTo>
                  <a:cubicBezTo>
                    <a:pt x="3181" y="17322"/>
                    <a:pt x="3364" y="17387"/>
                    <a:pt x="3539" y="17446"/>
                  </a:cubicBezTo>
                  <a:cubicBezTo>
                    <a:pt x="3714" y="17504"/>
                    <a:pt x="3875" y="17563"/>
                    <a:pt x="4050" y="17621"/>
                  </a:cubicBezTo>
                  <a:lnTo>
                    <a:pt x="4276" y="17694"/>
                  </a:lnTo>
                  <a:cubicBezTo>
                    <a:pt x="4772" y="17862"/>
                    <a:pt x="5341" y="18051"/>
                    <a:pt x="5866" y="18292"/>
                  </a:cubicBezTo>
                  <a:cubicBezTo>
                    <a:pt x="6063" y="18372"/>
                    <a:pt x="6246" y="18482"/>
                    <a:pt x="6421" y="18613"/>
                  </a:cubicBezTo>
                  <a:cubicBezTo>
                    <a:pt x="6443" y="18628"/>
                    <a:pt x="6450" y="18635"/>
                    <a:pt x="6457" y="18650"/>
                  </a:cubicBezTo>
                  <a:cubicBezTo>
                    <a:pt x="6392" y="18679"/>
                    <a:pt x="6326" y="18708"/>
                    <a:pt x="6253" y="18737"/>
                  </a:cubicBezTo>
                  <a:cubicBezTo>
                    <a:pt x="6005" y="18817"/>
                    <a:pt x="5750" y="18876"/>
                    <a:pt x="5494" y="18920"/>
                  </a:cubicBezTo>
                  <a:cubicBezTo>
                    <a:pt x="5297" y="18956"/>
                    <a:pt x="5078" y="18978"/>
                    <a:pt x="4808" y="19007"/>
                  </a:cubicBezTo>
                  <a:lnTo>
                    <a:pt x="4575" y="19022"/>
                  </a:lnTo>
                  <a:cubicBezTo>
                    <a:pt x="4181" y="19044"/>
                    <a:pt x="3780" y="19095"/>
                    <a:pt x="3393" y="19160"/>
                  </a:cubicBezTo>
                  <a:cubicBezTo>
                    <a:pt x="3181" y="19197"/>
                    <a:pt x="2977" y="19263"/>
                    <a:pt x="2787" y="19357"/>
                  </a:cubicBezTo>
                  <a:cubicBezTo>
                    <a:pt x="2612" y="19430"/>
                    <a:pt x="2459" y="19562"/>
                    <a:pt x="2364" y="19729"/>
                  </a:cubicBezTo>
                  <a:cubicBezTo>
                    <a:pt x="2262" y="19912"/>
                    <a:pt x="2233" y="20123"/>
                    <a:pt x="2291" y="20328"/>
                  </a:cubicBezTo>
                  <a:cubicBezTo>
                    <a:pt x="2364" y="20590"/>
                    <a:pt x="2503" y="20838"/>
                    <a:pt x="2678" y="21043"/>
                  </a:cubicBezTo>
                  <a:cubicBezTo>
                    <a:pt x="2751" y="21145"/>
                    <a:pt x="2831" y="21240"/>
                    <a:pt x="2926" y="21327"/>
                  </a:cubicBezTo>
                  <a:cubicBezTo>
                    <a:pt x="2977" y="21386"/>
                    <a:pt x="3043" y="21437"/>
                    <a:pt x="3109" y="21488"/>
                  </a:cubicBezTo>
                  <a:cubicBezTo>
                    <a:pt x="3233" y="21575"/>
                    <a:pt x="3364" y="21663"/>
                    <a:pt x="3502" y="21743"/>
                  </a:cubicBezTo>
                  <a:cubicBezTo>
                    <a:pt x="3882" y="21962"/>
                    <a:pt x="4276" y="22159"/>
                    <a:pt x="4684" y="22356"/>
                  </a:cubicBezTo>
                  <a:cubicBezTo>
                    <a:pt x="5159" y="22582"/>
                    <a:pt x="5648" y="22816"/>
                    <a:pt x="6122" y="23027"/>
                  </a:cubicBezTo>
                  <a:cubicBezTo>
                    <a:pt x="6596" y="23239"/>
                    <a:pt x="7041" y="23450"/>
                    <a:pt x="7486" y="23662"/>
                  </a:cubicBezTo>
                  <a:lnTo>
                    <a:pt x="7508" y="23677"/>
                  </a:lnTo>
                  <a:cubicBezTo>
                    <a:pt x="7836" y="23823"/>
                    <a:pt x="8150" y="23998"/>
                    <a:pt x="8457" y="24180"/>
                  </a:cubicBezTo>
                  <a:cubicBezTo>
                    <a:pt x="8500" y="24209"/>
                    <a:pt x="8544" y="24238"/>
                    <a:pt x="8581" y="24275"/>
                  </a:cubicBezTo>
                  <a:lnTo>
                    <a:pt x="8610" y="24304"/>
                  </a:lnTo>
                  <a:cubicBezTo>
                    <a:pt x="8610" y="24319"/>
                    <a:pt x="8602" y="24326"/>
                    <a:pt x="8602" y="24333"/>
                  </a:cubicBezTo>
                  <a:cubicBezTo>
                    <a:pt x="8595" y="24341"/>
                    <a:pt x="8595" y="24348"/>
                    <a:pt x="8588" y="24355"/>
                  </a:cubicBezTo>
                  <a:cubicBezTo>
                    <a:pt x="8581" y="24370"/>
                    <a:pt x="8559" y="24384"/>
                    <a:pt x="8544" y="24392"/>
                  </a:cubicBezTo>
                  <a:cubicBezTo>
                    <a:pt x="8493" y="24428"/>
                    <a:pt x="8442" y="24450"/>
                    <a:pt x="8384" y="24472"/>
                  </a:cubicBezTo>
                  <a:cubicBezTo>
                    <a:pt x="8245" y="24516"/>
                    <a:pt x="8099" y="24552"/>
                    <a:pt x="7960" y="24581"/>
                  </a:cubicBezTo>
                  <a:cubicBezTo>
                    <a:pt x="7887" y="24596"/>
                    <a:pt x="7814" y="24611"/>
                    <a:pt x="7734" y="24632"/>
                  </a:cubicBezTo>
                  <a:cubicBezTo>
                    <a:pt x="7508" y="24691"/>
                    <a:pt x="7282" y="24764"/>
                    <a:pt x="7114" y="24924"/>
                  </a:cubicBezTo>
                  <a:cubicBezTo>
                    <a:pt x="7034" y="25012"/>
                    <a:pt x="6968" y="25121"/>
                    <a:pt x="6932" y="25231"/>
                  </a:cubicBezTo>
                  <a:cubicBezTo>
                    <a:pt x="6888" y="25347"/>
                    <a:pt x="6873" y="25464"/>
                    <a:pt x="6873" y="25581"/>
                  </a:cubicBezTo>
                  <a:cubicBezTo>
                    <a:pt x="6888" y="25814"/>
                    <a:pt x="6983" y="26026"/>
                    <a:pt x="7136" y="26194"/>
                  </a:cubicBezTo>
                  <a:cubicBezTo>
                    <a:pt x="7216" y="26281"/>
                    <a:pt x="7296" y="26362"/>
                    <a:pt x="7391" y="26435"/>
                  </a:cubicBezTo>
                  <a:cubicBezTo>
                    <a:pt x="7493" y="26515"/>
                    <a:pt x="7596" y="26588"/>
                    <a:pt x="7712" y="26653"/>
                  </a:cubicBezTo>
                  <a:cubicBezTo>
                    <a:pt x="7946" y="26785"/>
                    <a:pt x="8187" y="26901"/>
                    <a:pt x="8435" y="27004"/>
                  </a:cubicBezTo>
                  <a:cubicBezTo>
                    <a:pt x="8894" y="27179"/>
                    <a:pt x="9369" y="27332"/>
                    <a:pt x="9850" y="27456"/>
                  </a:cubicBezTo>
                  <a:cubicBezTo>
                    <a:pt x="11287" y="27835"/>
                    <a:pt x="12768" y="28069"/>
                    <a:pt x="14257" y="28164"/>
                  </a:cubicBezTo>
                  <a:cubicBezTo>
                    <a:pt x="14841" y="28200"/>
                    <a:pt x="15424" y="28222"/>
                    <a:pt x="15979" y="28222"/>
                  </a:cubicBezTo>
                  <a:cubicBezTo>
                    <a:pt x="16949" y="28222"/>
                    <a:pt x="17912" y="28164"/>
                    <a:pt x="18868" y="28032"/>
                  </a:cubicBezTo>
                  <a:cubicBezTo>
                    <a:pt x="19422" y="27952"/>
                    <a:pt x="19962" y="27843"/>
                    <a:pt x="20502" y="27704"/>
                  </a:cubicBezTo>
                  <a:cubicBezTo>
                    <a:pt x="20860" y="27697"/>
                    <a:pt x="21225" y="27646"/>
                    <a:pt x="21575" y="27551"/>
                  </a:cubicBezTo>
                  <a:cubicBezTo>
                    <a:pt x="21874" y="27471"/>
                    <a:pt x="22173" y="27368"/>
                    <a:pt x="22458" y="27252"/>
                  </a:cubicBezTo>
                  <a:cubicBezTo>
                    <a:pt x="22757" y="27135"/>
                    <a:pt x="23049" y="26996"/>
                    <a:pt x="23326" y="26843"/>
                  </a:cubicBezTo>
                  <a:cubicBezTo>
                    <a:pt x="23931" y="26529"/>
                    <a:pt x="24508" y="26157"/>
                    <a:pt x="25048" y="25749"/>
                  </a:cubicBezTo>
                  <a:cubicBezTo>
                    <a:pt x="25573" y="25369"/>
                    <a:pt x="26069" y="24946"/>
                    <a:pt x="26536" y="24494"/>
                  </a:cubicBezTo>
                  <a:cubicBezTo>
                    <a:pt x="26952" y="24100"/>
                    <a:pt x="27331" y="23677"/>
                    <a:pt x="27674" y="23217"/>
                  </a:cubicBezTo>
                  <a:cubicBezTo>
                    <a:pt x="27806" y="23042"/>
                    <a:pt x="27922" y="22859"/>
                    <a:pt x="28032" y="22662"/>
                  </a:cubicBezTo>
                  <a:cubicBezTo>
                    <a:pt x="28141" y="22444"/>
                    <a:pt x="28243" y="22210"/>
                    <a:pt x="28331" y="21977"/>
                  </a:cubicBezTo>
                  <a:cubicBezTo>
                    <a:pt x="28703" y="20875"/>
                    <a:pt x="28856" y="19715"/>
                    <a:pt x="28776" y="18562"/>
                  </a:cubicBezTo>
                  <a:cubicBezTo>
                    <a:pt x="28754" y="18263"/>
                    <a:pt x="28710" y="17971"/>
                    <a:pt x="28652" y="17679"/>
                  </a:cubicBezTo>
                  <a:cubicBezTo>
                    <a:pt x="28586" y="17402"/>
                    <a:pt x="28499" y="17132"/>
                    <a:pt x="28389" y="16869"/>
                  </a:cubicBezTo>
                  <a:cubicBezTo>
                    <a:pt x="28287" y="16621"/>
                    <a:pt x="28149" y="16388"/>
                    <a:pt x="27988" y="16176"/>
                  </a:cubicBezTo>
                  <a:cubicBezTo>
                    <a:pt x="27828" y="15965"/>
                    <a:pt x="27645" y="15782"/>
                    <a:pt x="27434" y="15636"/>
                  </a:cubicBezTo>
                  <a:cubicBezTo>
                    <a:pt x="27317" y="15556"/>
                    <a:pt x="27193" y="15483"/>
                    <a:pt x="27061" y="15425"/>
                  </a:cubicBezTo>
                  <a:cubicBezTo>
                    <a:pt x="26945" y="15381"/>
                    <a:pt x="26821" y="15345"/>
                    <a:pt x="26697" y="15323"/>
                  </a:cubicBezTo>
                  <a:cubicBezTo>
                    <a:pt x="26587" y="15301"/>
                    <a:pt x="26478" y="15286"/>
                    <a:pt x="26376" y="15286"/>
                  </a:cubicBezTo>
                  <a:lnTo>
                    <a:pt x="26325" y="15286"/>
                  </a:lnTo>
                  <a:cubicBezTo>
                    <a:pt x="26186" y="15293"/>
                    <a:pt x="26055" y="15308"/>
                    <a:pt x="25923" y="15337"/>
                  </a:cubicBezTo>
                  <a:cubicBezTo>
                    <a:pt x="25683" y="15396"/>
                    <a:pt x="25449" y="15476"/>
                    <a:pt x="25230" y="15585"/>
                  </a:cubicBezTo>
                  <a:cubicBezTo>
                    <a:pt x="25062" y="15666"/>
                    <a:pt x="24902" y="15753"/>
                    <a:pt x="24741" y="15833"/>
                  </a:cubicBezTo>
                  <a:lnTo>
                    <a:pt x="24617" y="15899"/>
                  </a:lnTo>
                  <a:cubicBezTo>
                    <a:pt x="24457" y="15987"/>
                    <a:pt x="24296" y="16060"/>
                    <a:pt x="24128" y="16125"/>
                  </a:cubicBezTo>
                  <a:cubicBezTo>
                    <a:pt x="24041" y="16162"/>
                    <a:pt x="23953" y="16176"/>
                    <a:pt x="23858" y="16191"/>
                  </a:cubicBezTo>
                  <a:lnTo>
                    <a:pt x="23829" y="16191"/>
                  </a:lnTo>
                  <a:cubicBezTo>
                    <a:pt x="23800" y="16191"/>
                    <a:pt x="23764" y="16191"/>
                    <a:pt x="23734" y="16184"/>
                  </a:cubicBezTo>
                  <a:cubicBezTo>
                    <a:pt x="23698" y="16176"/>
                    <a:pt x="23669" y="16169"/>
                    <a:pt x="23640" y="16154"/>
                  </a:cubicBezTo>
                  <a:cubicBezTo>
                    <a:pt x="23610" y="16140"/>
                    <a:pt x="23581" y="16118"/>
                    <a:pt x="23552" y="16096"/>
                  </a:cubicBezTo>
                  <a:cubicBezTo>
                    <a:pt x="23501" y="16052"/>
                    <a:pt x="23457" y="16001"/>
                    <a:pt x="23413" y="15943"/>
                  </a:cubicBezTo>
                  <a:cubicBezTo>
                    <a:pt x="23348" y="15848"/>
                    <a:pt x="23297" y="15753"/>
                    <a:pt x="23253" y="15644"/>
                  </a:cubicBezTo>
                  <a:cubicBezTo>
                    <a:pt x="23216" y="15505"/>
                    <a:pt x="23187" y="15359"/>
                    <a:pt x="23180" y="15213"/>
                  </a:cubicBezTo>
                  <a:cubicBezTo>
                    <a:pt x="23151" y="14863"/>
                    <a:pt x="23143" y="14513"/>
                    <a:pt x="23143" y="14126"/>
                  </a:cubicBezTo>
                  <a:lnTo>
                    <a:pt x="23143" y="13652"/>
                  </a:lnTo>
                  <a:lnTo>
                    <a:pt x="23143" y="12776"/>
                  </a:lnTo>
                  <a:cubicBezTo>
                    <a:pt x="23143" y="12251"/>
                    <a:pt x="23114" y="11777"/>
                    <a:pt x="23078" y="11332"/>
                  </a:cubicBezTo>
                  <a:cubicBezTo>
                    <a:pt x="23049" y="10901"/>
                    <a:pt x="22976" y="10471"/>
                    <a:pt x="22866" y="10055"/>
                  </a:cubicBezTo>
                  <a:cubicBezTo>
                    <a:pt x="22808" y="9858"/>
                    <a:pt x="22735" y="9661"/>
                    <a:pt x="22655" y="9471"/>
                  </a:cubicBezTo>
                  <a:cubicBezTo>
                    <a:pt x="22574" y="9303"/>
                    <a:pt x="22472" y="9143"/>
                    <a:pt x="22356" y="8997"/>
                  </a:cubicBezTo>
                  <a:cubicBezTo>
                    <a:pt x="22137" y="8712"/>
                    <a:pt x="21830" y="8523"/>
                    <a:pt x="21480" y="8450"/>
                  </a:cubicBezTo>
                  <a:cubicBezTo>
                    <a:pt x="21385" y="8428"/>
                    <a:pt x="21283" y="8413"/>
                    <a:pt x="21188" y="8413"/>
                  </a:cubicBezTo>
                  <a:lnTo>
                    <a:pt x="21144" y="8413"/>
                  </a:lnTo>
                  <a:cubicBezTo>
                    <a:pt x="21042" y="8413"/>
                    <a:pt x="20947" y="8421"/>
                    <a:pt x="20845" y="8435"/>
                  </a:cubicBezTo>
                  <a:cubicBezTo>
                    <a:pt x="20743" y="8450"/>
                    <a:pt x="20641" y="8479"/>
                    <a:pt x="20546" y="8515"/>
                  </a:cubicBezTo>
                  <a:cubicBezTo>
                    <a:pt x="20444" y="8559"/>
                    <a:pt x="20342" y="8610"/>
                    <a:pt x="20254" y="8676"/>
                  </a:cubicBezTo>
                  <a:cubicBezTo>
                    <a:pt x="20086" y="8815"/>
                    <a:pt x="19933" y="8968"/>
                    <a:pt x="19809" y="9143"/>
                  </a:cubicBezTo>
                  <a:cubicBezTo>
                    <a:pt x="19671" y="9333"/>
                    <a:pt x="19547" y="9522"/>
                    <a:pt x="19437" y="9727"/>
                  </a:cubicBezTo>
                  <a:cubicBezTo>
                    <a:pt x="19328" y="9916"/>
                    <a:pt x="19225" y="10106"/>
                    <a:pt x="19123" y="10303"/>
                  </a:cubicBezTo>
                  <a:cubicBezTo>
                    <a:pt x="19065" y="10420"/>
                    <a:pt x="18999" y="10544"/>
                    <a:pt x="18934" y="10660"/>
                  </a:cubicBezTo>
                  <a:cubicBezTo>
                    <a:pt x="18802" y="10923"/>
                    <a:pt x="18642" y="11179"/>
                    <a:pt x="18459" y="11419"/>
                  </a:cubicBezTo>
                  <a:cubicBezTo>
                    <a:pt x="18394" y="11500"/>
                    <a:pt x="18313" y="11580"/>
                    <a:pt x="18226" y="11645"/>
                  </a:cubicBezTo>
                  <a:cubicBezTo>
                    <a:pt x="18182" y="11667"/>
                    <a:pt x="18138" y="11689"/>
                    <a:pt x="18095" y="11711"/>
                  </a:cubicBezTo>
                  <a:cubicBezTo>
                    <a:pt x="18065" y="11718"/>
                    <a:pt x="18036" y="11726"/>
                    <a:pt x="18007" y="11733"/>
                  </a:cubicBezTo>
                  <a:cubicBezTo>
                    <a:pt x="17978" y="11733"/>
                    <a:pt x="17941" y="11733"/>
                    <a:pt x="17912" y="11726"/>
                  </a:cubicBezTo>
                  <a:cubicBezTo>
                    <a:pt x="17876" y="11718"/>
                    <a:pt x="17839" y="11711"/>
                    <a:pt x="17803" y="11697"/>
                  </a:cubicBezTo>
                  <a:cubicBezTo>
                    <a:pt x="17774" y="11675"/>
                    <a:pt x="17737" y="11660"/>
                    <a:pt x="17715" y="11638"/>
                  </a:cubicBezTo>
                  <a:cubicBezTo>
                    <a:pt x="17679" y="11602"/>
                    <a:pt x="17642" y="11565"/>
                    <a:pt x="17613" y="11529"/>
                  </a:cubicBezTo>
                  <a:cubicBezTo>
                    <a:pt x="17562" y="11441"/>
                    <a:pt x="17511" y="11346"/>
                    <a:pt x="17482" y="11251"/>
                  </a:cubicBezTo>
                  <a:cubicBezTo>
                    <a:pt x="17394" y="10989"/>
                    <a:pt x="17343" y="10712"/>
                    <a:pt x="17329" y="10442"/>
                  </a:cubicBezTo>
                  <a:lnTo>
                    <a:pt x="17329" y="10420"/>
                  </a:lnTo>
                  <a:cubicBezTo>
                    <a:pt x="17270" y="9690"/>
                    <a:pt x="17314" y="8939"/>
                    <a:pt x="17358" y="8224"/>
                  </a:cubicBezTo>
                  <a:cubicBezTo>
                    <a:pt x="17372" y="7946"/>
                    <a:pt x="17387" y="7662"/>
                    <a:pt x="17401" y="7385"/>
                  </a:cubicBezTo>
                  <a:cubicBezTo>
                    <a:pt x="17409" y="7217"/>
                    <a:pt x="17409" y="7012"/>
                    <a:pt x="17401" y="6808"/>
                  </a:cubicBezTo>
                  <a:cubicBezTo>
                    <a:pt x="17394" y="6721"/>
                    <a:pt x="17387" y="6626"/>
                    <a:pt x="17380" y="6531"/>
                  </a:cubicBezTo>
                  <a:cubicBezTo>
                    <a:pt x="17358" y="6429"/>
                    <a:pt x="17336" y="6327"/>
                    <a:pt x="17307" y="6217"/>
                  </a:cubicBezTo>
                  <a:cubicBezTo>
                    <a:pt x="17212" y="5867"/>
                    <a:pt x="17059" y="5531"/>
                    <a:pt x="16862" y="5218"/>
                  </a:cubicBezTo>
                  <a:cubicBezTo>
                    <a:pt x="16694" y="4948"/>
                    <a:pt x="16468" y="4714"/>
                    <a:pt x="16198" y="4546"/>
                  </a:cubicBezTo>
                  <a:cubicBezTo>
                    <a:pt x="16015" y="4444"/>
                    <a:pt x="15811" y="4379"/>
                    <a:pt x="15599" y="4364"/>
                  </a:cubicBezTo>
                  <a:lnTo>
                    <a:pt x="15534" y="4364"/>
                  </a:lnTo>
                  <a:cubicBezTo>
                    <a:pt x="15329" y="4371"/>
                    <a:pt x="15125" y="4422"/>
                    <a:pt x="14943" y="4517"/>
                  </a:cubicBezTo>
                  <a:cubicBezTo>
                    <a:pt x="14833" y="4576"/>
                    <a:pt x="14724" y="4641"/>
                    <a:pt x="14629" y="4722"/>
                  </a:cubicBezTo>
                  <a:cubicBezTo>
                    <a:pt x="14512" y="4809"/>
                    <a:pt x="14410" y="4911"/>
                    <a:pt x="14315" y="5021"/>
                  </a:cubicBezTo>
                  <a:cubicBezTo>
                    <a:pt x="14213" y="5145"/>
                    <a:pt x="14111" y="5276"/>
                    <a:pt x="14023" y="5400"/>
                  </a:cubicBezTo>
                  <a:cubicBezTo>
                    <a:pt x="13929" y="5524"/>
                    <a:pt x="13848" y="5634"/>
                    <a:pt x="13746" y="5758"/>
                  </a:cubicBezTo>
                  <a:cubicBezTo>
                    <a:pt x="13578" y="5962"/>
                    <a:pt x="13389" y="6152"/>
                    <a:pt x="13177" y="6305"/>
                  </a:cubicBezTo>
                  <a:cubicBezTo>
                    <a:pt x="13090" y="6363"/>
                    <a:pt x="13002" y="6414"/>
                    <a:pt x="12907" y="6451"/>
                  </a:cubicBezTo>
                  <a:cubicBezTo>
                    <a:pt x="12841" y="6473"/>
                    <a:pt x="12783" y="6487"/>
                    <a:pt x="12717" y="6494"/>
                  </a:cubicBezTo>
                  <a:lnTo>
                    <a:pt x="12681" y="6494"/>
                  </a:lnTo>
                  <a:cubicBezTo>
                    <a:pt x="12637" y="6494"/>
                    <a:pt x="12601" y="6494"/>
                    <a:pt x="12564" y="6487"/>
                  </a:cubicBezTo>
                  <a:cubicBezTo>
                    <a:pt x="12499" y="6473"/>
                    <a:pt x="12433" y="6451"/>
                    <a:pt x="12367" y="6429"/>
                  </a:cubicBezTo>
                  <a:cubicBezTo>
                    <a:pt x="12258" y="6370"/>
                    <a:pt x="12156" y="6305"/>
                    <a:pt x="12061" y="6232"/>
                  </a:cubicBezTo>
                  <a:cubicBezTo>
                    <a:pt x="11813" y="5998"/>
                    <a:pt x="11587" y="5736"/>
                    <a:pt x="11390" y="5451"/>
                  </a:cubicBezTo>
                  <a:cubicBezTo>
                    <a:pt x="11200" y="5174"/>
                    <a:pt x="11047" y="4926"/>
                    <a:pt x="10915" y="4700"/>
                  </a:cubicBezTo>
                  <a:cubicBezTo>
                    <a:pt x="10813" y="4517"/>
                    <a:pt x="10726" y="4335"/>
                    <a:pt x="10631" y="4152"/>
                  </a:cubicBezTo>
                  <a:lnTo>
                    <a:pt x="10623" y="4131"/>
                  </a:lnTo>
                  <a:lnTo>
                    <a:pt x="10507" y="3904"/>
                  </a:lnTo>
                  <a:cubicBezTo>
                    <a:pt x="10317" y="3518"/>
                    <a:pt x="10113" y="3124"/>
                    <a:pt x="9908" y="2744"/>
                  </a:cubicBezTo>
                  <a:cubicBezTo>
                    <a:pt x="9646" y="2248"/>
                    <a:pt x="9339" y="1774"/>
                    <a:pt x="9011" y="1322"/>
                  </a:cubicBezTo>
                  <a:cubicBezTo>
                    <a:pt x="8858" y="1117"/>
                    <a:pt x="8690" y="928"/>
                    <a:pt x="8515" y="752"/>
                  </a:cubicBezTo>
                  <a:cubicBezTo>
                    <a:pt x="8340" y="577"/>
                    <a:pt x="8143" y="424"/>
                    <a:pt x="7931" y="293"/>
                  </a:cubicBezTo>
                  <a:cubicBezTo>
                    <a:pt x="7742" y="176"/>
                    <a:pt x="7530" y="89"/>
                    <a:pt x="7311" y="45"/>
                  </a:cubicBezTo>
                  <a:cubicBezTo>
                    <a:pt x="7187" y="16"/>
                    <a:pt x="7063" y="1"/>
                    <a:pt x="6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55">
              <a:extLst>
                <a:ext uri="{FF2B5EF4-FFF2-40B4-BE49-F238E27FC236}">
                  <a16:creationId xmlns:a16="http://schemas.microsoft.com/office/drawing/2014/main" id="{434DB5FE-2CD2-92ED-363A-47775DD1E4B7}"/>
                </a:ext>
              </a:extLst>
            </p:cNvPr>
            <p:cNvSpPr/>
            <p:nvPr/>
          </p:nvSpPr>
          <p:spPr>
            <a:xfrm>
              <a:off x="4458798" y="3807124"/>
              <a:ext cx="732988" cy="916276"/>
            </a:xfrm>
            <a:custGeom>
              <a:avLst/>
              <a:gdLst/>
              <a:ahLst/>
              <a:cxnLst/>
              <a:rect l="l" t="t" r="r" b="b"/>
              <a:pathLst>
                <a:path w="22443" h="28055" extrusionOk="0">
                  <a:moveTo>
                    <a:pt x="6158" y="1"/>
                  </a:moveTo>
                  <a:lnTo>
                    <a:pt x="6158" y="1"/>
                  </a:lnTo>
                  <a:cubicBezTo>
                    <a:pt x="6063" y="37"/>
                    <a:pt x="5976" y="88"/>
                    <a:pt x="5888" y="139"/>
                  </a:cubicBezTo>
                  <a:cubicBezTo>
                    <a:pt x="5662" y="263"/>
                    <a:pt x="5458" y="417"/>
                    <a:pt x="5275" y="592"/>
                  </a:cubicBezTo>
                  <a:cubicBezTo>
                    <a:pt x="5078" y="774"/>
                    <a:pt x="4903" y="978"/>
                    <a:pt x="4750" y="1190"/>
                  </a:cubicBezTo>
                  <a:cubicBezTo>
                    <a:pt x="4597" y="1402"/>
                    <a:pt x="4458" y="1628"/>
                    <a:pt x="4334" y="1854"/>
                  </a:cubicBezTo>
                  <a:cubicBezTo>
                    <a:pt x="4071" y="2372"/>
                    <a:pt x="3852" y="2912"/>
                    <a:pt x="3699" y="3466"/>
                  </a:cubicBezTo>
                  <a:cubicBezTo>
                    <a:pt x="3531" y="4050"/>
                    <a:pt x="3400" y="4641"/>
                    <a:pt x="3312" y="5239"/>
                  </a:cubicBezTo>
                  <a:cubicBezTo>
                    <a:pt x="3225" y="5779"/>
                    <a:pt x="3159" y="6341"/>
                    <a:pt x="3123" y="6947"/>
                  </a:cubicBezTo>
                  <a:cubicBezTo>
                    <a:pt x="3086" y="7443"/>
                    <a:pt x="3072" y="7953"/>
                    <a:pt x="3072" y="8450"/>
                  </a:cubicBezTo>
                  <a:cubicBezTo>
                    <a:pt x="3072" y="8924"/>
                    <a:pt x="3108" y="9442"/>
                    <a:pt x="3167" y="10069"/>
                  </a:cubicBezTo>
                  <a:lnTo>
                    <a:pt x="3188" y="10325"/>
                  </a:lnTo>
                  <a:cubicBezTo>
                    <a:pt x="3210" y="10500"/>
                    <a:pt x="3225" y="10675"/>
                    <a:pt x="3240" y="10850"/>
                  </a:cubicBezTo>
                  <a:lnTo>
                    <a:pt x="3247" y="10821"/>
                  </a:lnTo>
                  <a:lnTo>
                    <a:pt x="3247" y="10821"/>
                  </a:lnTo>
                  <a:cubicBezTo>
                    <a:pt x="3276" y="11193"/>
                    <a:pt x="3276" y="11558"/>
                    <a:pt x="3232" y="11930"/>
                  </a:cubicBezTo>
                  <a:cubicBezTo>
                    <a:pt x="3210" y="12054"/>
                    <a:pt x="3174" y="12178"/>
                    <a:pt x="3123" y="12295"/>
                  </a:cubicBezTo>
                  <a:cubicBezTo>
                    <a:pt x="3079" y="12375"/>
                    <a:pt x="3028" y="12455"/>
                    <a:pt x="2970" y="12535"/>
                  </a:cubicBezTo>
                  <a:cubicBezTo>
                    <a:pt x="2897" y="12616"/>
                    <a:pt x="2809" y="12696"/>
                    <a:pt x="2714" y="12762"/>
                  </a:cubicBezTo>
                  <a:cubicBezTo>
                    <a:pt x="2554" y="12871"/>
                    <a:pt x="2371" y="12959"/>
                    <a:pt x="2189" y="13024"/>
                  </a:cubicBezTo>
                  <a:cubicBezTo>
                    <a:pt x="1890" y="13119"/>
                    <a:pt x="1591" y="13192"/>
                    <a:pt x="1284" y="13236"/>
                  </a:cubicBezTo>
                  <a:cubicBezTo>
                    <a:pt x="1233" y="13243"/>
                    <a:pt x="1189" y="13250"/>
                    <a:pt x="1138" y="13258"/>
                  </a:cubicBezTo>
                  <a:lnTo>
                    <a:pt x="1094" y="13265"/>
                  </a:lnTo>
                  <a:cubicBezTo>
                    <a:pt x="912" y="13287"/>
                    <a:pt x="730" y="13323"/>
                    <a:pt x="547" y="13374"/>
                  </a:cubicBezTo>
                  <a:cubicBezTo>
                    <a:pt x="489" y="13396"/>
                    <a:pt x="438" y="13418"/>
                    <a:pt x="379" y="13440"/>
                  </a:cubicBezTo>
                  <a:cubicBezTo>
                    <a:pt x="336" y="13469"/>
                    <a:pt x="292" y="13498"/>
                    <a:pt x="248" y="13528"/>
                  </a:cubicBezTo>
                  <a:cubicBezTo>
                    <a:pt x="153" y="13601"/>
                    <a:pt x="80" y="13710"/>
                    <a:pt x="37" y="13827"/>
                  </a:cubicBezTo>
                  <a:cubicBezTo>
                    <a:pt x="22" y="13871"/>
                    <a:pt x="15" y="13922"/>
                    <a:pt x="7" y="13973"/>
                  </a:cubicBezTo>
                  <a:lnTo>
                    <a:pt x="7" y="14002"/>
                  </a:lnTo>
                  <a:cubicBezTo>
                    <a:pt x="0" y="14053"/>
                    <a:pt x="0" y="14104"/>
                    <a:pt x="7" y="14155"/>
                  </a:cubicBezTo>
                  <a:cubicBezTo>
                    <a:pt x="37" y="14644"/>
                    <a:pt x="234" y="15096"/>
                    <a:pt x="569" y="15454"/>
                  </a:cubicBezTo>
                  <a:cubicBezTo>
                    <a:pt x="795" y="15709"/>
                    <a:pt x="1051" y="15935"/>
                    <a:pt x="1335" y="16132"/>
                  </a:cubicBezTo>
                  <a:cubicBezTo>
                    <a:pt x="1853" y="16504"/>
                    <a:pt x="2415" y="16818"/>
                    <a:pt x="3006" y="17074"/>
                  </a:cubicBezTo>
                  <a:cubicBezTo>
                    <a:pt x="3188" y="17154"/>
                    <a:pt x="3378" y="17219"/>
                    <a:pt x="3546" y="17278"/>
                  </a:cubicBezTo>
                  <a:cubicBezTo>
                    <a:pt x="3714" y="17336"/>
                    <a:pt x="3882" y="17395"/>
                    <a:pt x="4049" y="17453"/>
                  </a:cubicBezTo>
                  <a:lnTo>
                    <a:pt x="4283" y="17526"/>
                  </a:lnTo>
                  <a:cubicBezTo>
                    <a:pt x="4779" y="17694"/>
                    <a:pt x="5348" y="17883"/>
                    <a:pt x="5873" y="18124"/>
                  </a:cubicBezTo>
                  <a:cubicBezTo>
                    <a:pt x="6070" y="18204"/>
                    <a:pt x="6253" y="18314"/>
                    <a:pt x="6428" y="18445"/>
                  </a:cubicBezTo>
                  <a:lnTo>
                    <a:pt x="6443" y="18460"/>
                  </a:lnTo>
                  <a:cubicBezTo>
                    <a:pt x="6450" y="18467"/>
                    <a:pt x="6457" y="18474"/>
                    <a:pt x="6464" y="18482"/>
                  </a:cubicBezTo>
                  <a:cubicBezTo>
                    <a:pt x="6406" y="18504"/>
                    <a:pt x="6340" y="18533"/>
                    <a:pt x="6260" y="18569"/>
                  </a:cubicBezTo>
                  <a:cubicBezTo>
                    <a:pt x="6012" y="18649"/>
                    <a:pt x="5757" y="18708"/>
                    <a:pt x="5501" y="18744"/>
                  </a:cubicBezTo>
                  <a:cubicBezTo>
                    <a:pt x="5297" y="18781"/>
                    <a:pt x="5078" y="18810"/>
                    <a:pt x="4815" y="18832"/>
                  </a:cubicBezTo>
                  <a:lnTo>
                    <a:pt x="4582" y="18846"/>
                  </a:lnTo>
                  <a:cubicBezTo>
                    <a:pt x="4188" y="18876"/>
                    <a:pt x="3787" y="18919"/>
                    <a:pt x="3400" y="18992"/>
                  </a:cubicBezTo>
                  <a:cubicBezTo>
                    <a:pt x="3188" y="19029"/>
                    <a:pt x="2984" y="19095"/>
                    <a:pt x="2787" y="19182"/>
                  </a:cubicBezTo>
                  <a:cubicBezTo>
                    <a:pt x="2612" y="19262"/>
                    <a:pt x="2466" y="19394"/>
                    <a:pt x="2364" y="19554"/>
                  </a:cubicBezTo>
                  <a:cubicBezTo>
                    <a:pt x="2284" y="19707"/>
                    <a:pt x="2247" y="19875"/>
                    <a:pt x="2276" y="20043"/>
                  </a:cubicBezTo>
                  <a:lnTo>
                    <a:pt x="2276" y="20087"/>
                  </a:lnTo>
                  <a:cubicBezTo>
                    <a:pt x="2276" y="20225"/>
                    <a:pt x="2313" y="20357"/>
                    <a:pt x="2379" y="20481"/>
                  </a:cubicBezTo>
                  <a:cubicBezTo>
                    <a:pt x="2452" y="20619"/>
                    <a:pt x="2539" y="20751"/>
                    <a:pt x="2641" y="20867"/>
                  </a:cubicBezTo>
                  <a:cubicBezTo>
                    <a:pt x="2860" y="21123"/>
                    <a:pt x="3108" y="21356"/>
                    <a:pt x="3371" y="21561"/>
                  </a:cubicBezTo>
                  <a:cubicBezTo>
                    <a:pt x="3458" y="21634"/>
                    <a:pt x="3568" y="21714"/>
                    <a:pt x="3699" y="21809"/>
                  </a:cubicBezTo>
                  <a:cubicBezTo>
                    <a:pt x="3801" y="21882"/>
                    <a:pt x="3903" y="21947"/>
                    <a:pt x="4013" y="22013"/>
                  </a:cubicBezTo>
                  <a:cubicBezTo>
                    <a:pt x="4494" y="22312"/>
                    <a:pt x="4969" y="22604"/>
                    <a:pt x="5436" y="22874"/>
                  </a:cubicBezTo>
                  <a:cubicBezTo>
                    <a:pt x="6019" y="23209"/>
                    <a:pt x="6501" y="23472"/>
                    <a:pt x="6939" y="23691"/>
                  </a:cubicBezTo>
                  <a:cubicBezTo>
                    <a:pt x="7187" y="23822"/>
                    <a:pt x="7435" y="23946"/>
                    <a:pt x="7690" y="24063"/>
                  </a:cubicBezTo>
                  <a:cubicBezTo>
                    <a:pt x="7887" y="24158"/>
                    <a:pt x="8084" y="24246"/>
                    <a:pt x="8281" y="24340"/>
                  </a:cubicBezTo>
                  <a:cubicBezTo>
                    <a:pt x="8201" y="24355"/>
                    <a:pt x="8128" y="24370"/>
                    <a:pt x="8048" y="24384"/>
                  </a:cubicBezTo>
                  <a:lnTo>
                    <a:pt x="7975" y="24406"/>
                  </a:lnTo>
                  <a:cubicBezTo>
                    <a:pt x="7894" y="24421"/>
                    <a:pt x="7821" y="24435"/>
                    <a:pt x="7749" y="24457"/>
                  </a:cubicBezTo>
                  <a:cubicBezTo>
                    <a:pt x="7522" y="24515"/>
                    <a:pt x="7289" y="24588"/>
                    <a:pt x="7121" y="24749"/>
                  </a:cubicBezTo>
                  <a:cubicBezTo>
                    <a:pt x="7041" y="24844"/>
                    <a:pt x="6975" y="24946"/>
                    <a:pt x="6939" y="25063"/>
                  </a:cubicBezTo>
                  <a:cubicBezTo>
                    <a:pt x="6895" y="25172"/>
                    <a:pt x="6873" y="25289"/>
                    <a:pt x="6880" y="25413"/>
                  </a:cubicBezTo>
                  <a:cubicBezTo>
                    <a:pt x="6895" y="25639"/>
                    <a:pt x="6990" y="25858"/>
                    <a:pt x="7143" y="26026"/>
                  </a:cubicBezTo>
                  <a:cubicBezTo>
                    <a:pt x="7223" y="26113"/>
                    <a:pt x="7303" y="26194"/>
                    <a:pt x="7398" y="26267"/>
                  </a:cubicBezTo>
                  <a:cubicBezTo>
                    <a:pt x="7500" y="26347"/>
                    <a:pt x="7610" y="26420"/>
                    <a:pt x="7719" y="26485"/>
                  </a:cubicBezTo>
                  <a:cubicBezTo>
                    <a:pt x="7953" y="26617"/>
                    <a:pt x="8194" y="26733"/>
                    <a:pt x="8442" y="26836"/>
                  </a:cubicBezTo>
                  <a:cubicBezTo>
                    <a:pt x="8909" y="27011"/>
                    <a:pt x="9376" y="27164"/>
                    <a:pt x="9857" y="27288"/>
                  </a:cubicBezTo>
                  <a:cubicBezTo>
                    <a:pt x="11302" y="27667"/>
                    <a:pt x="12775" y="27901"/>
                    <a:pt x="14264" y="27996"/>
                  </a:cubicBezTo>
                  <a:cubicBezTo>
                    <a:pt x="14862" y="28032"/>
                    <a:pt x="15439" y="28054"/>
                    <a:pt x="15993" y="28054"/>
                  </a:cubicBezTo>
                  <a:cubicBezTo>
                    <a:pt x="16041" y="28054"/>
                    <a:pt x="16090" y="28055"/>
                    <a:pt x="16138" y="28055"/>
                  </a:cubicBezTo>
                  <a:cubicBezTo>
                    <a:pt x="17053" y="28055"/>
                    <a:pt x="17974" y="27989"/>
                    <a:pt x="18882" y="27864"/>
                  </a:cubicBezTo>
                  <a:cubicBezTo>
                    <a:pt x="19429" y="27784"/>
                    <a:pt x="19977" y="27675"/>
                    <a:pt x="20509" y="27536"/>
                  </a:cubicBezTo>
                  <a:cubicBezTo>
                    <a:pt x="20874" y="27529"/>
                    <a:pt x="21232" y="27478"/>
                    <a:pt x="21582" y="27383"/>
                  </a:cubicBezTo>
                  <a:cubicBezTo>
                    <a:pt x="21874" y="27310"/>
                    <a:pt x="22158" y="27215"/>
                    <a:pt x="22443" y="27098"/>
                  </a:cubicBezTo>
                  <a:cubicBezTo>
                    <a:pt x="21881" y="26726"/>
                    <a:pt x="21341" y="26347"/>
                    <a:pt x="20808" y="25960"/>
                  </a:cubicBezTo>
                  <a:cubicBezTo>
                    <a:pt x="19437" y="24961"/>
                    <a:pt x="18138" y="23866"/>
                    <a:pt x="16934" y="22677"/>
                  </a:cubicBezTo>
                  <a:cubicBezTo>
                    <a:pt x="16635" y="22370"/>
                    <a:pt x="16336" y="22064"/>
                    <a:pt x="16051" y="21743"/>
                  </a:cubicBezTo>
                  <a:cubicBezTo>
                    <a:pt x="15760" y="21429"/>
                    <a:pt x="15460" y="21101"/>
                    <a:pt x="15176" y="20773"/>
                  </a:cubicBezTo>
                  <a:cubicBezTo>
                    <a:pt x="14600" y="20116"/>
                    <a:pt x="14038" y="19445"/>
                    <a:pt x="13498" y="18766"/>
                  </a:cubicBezTo>
                  <a:cubicBezTo>
                    <a:pt x="12418" y="17402"/>
                    <a:pt x="11418" y="15965"/>
                    <a:pt x="10514" y="14476"/>
                  </a:cubicBezTo>
                  <a:cubicBezTo>
                    <a:pt x="9631" y="13032"/>
                    <a:pt x="8850" y="11521"/>
                    <a:pt x="8186" y="9960"/>
                  </a:cubicBezTo>
                  <a:cubicBezTo>
                    <a:pt x="7858" y="9172"/>
                    <a:pt x="7559" y="8377"/>
                    <a:pt x="7296" y="7559"/>
                  </a:cubicBezTo>
                  <a:cubicBezTo>
                    <a:pt x="7041" y="6750"/>
                    <a:pt x="6822" y="5932"/>
                    <a:pt x="6647" y="5101"/>
                  </a:cubicBezTo>
                  <a:cubicBezTo>
                    <a:pt x="6457" y="4225"/>
                    <a:pt x="6318" y="3342"/>
                    <a:pt x="6231" y="2452"/>
                  </a:cubicBezTo>
                  <a:cubicBezTo>
                    <a:pt x="6187" y="2015"/>
                    <a:pt x="6158" y="1569"/>
                    <a:pt x="6151" y="1132"/>
                  </a:cubicBezTo>
                  <a:cubicBezTo>
                    <a:pt x="6136" y="752"/>
                    <a:pt x="6143" y="373"/>
                    <a:pt x="61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55">
              <a:extLst>
                <a:ext uri="{FF2B5EF4-FFF2-40B4-BE49-F238E27FC236}">
                  <a16:creationId xmlns:a16="http://schemas.microsoft.com/office/drawing/2014/main" id="{A10C797A-7AEB-8CCC-94DC-D3AA20962231}"/>
                </a:ext>
              </a:extLst>
            </p:cNvPr>
            <p:cNvSpPr/>
            <p:nvPr/>
          </p:nvSpPr>
          <p:spPr>
            <a:xfrm>
              <a:off x="4531465" y="3870515"/>
              <a:ext cx="804971" cy="918105"/>
            </a:xfrm>
            <a:custGeom>
              <a:avLst/>
              <a:gdLst/>
              <a:ahLst/>
              <a:cxnLst/>
              <a:rect l="l" t="t" r="r" b="b"/>
              <a:pathLst>
                <a:path w="24647" h="28111" extrusionOk="0">
                  <a:moveTo>
                    <a:pt x="3948" y="1"/>
                  </a:moveTo>
                  <a:cubicBezTo>
                    <a:pt x="3918" y="1"/>
                    <a:pt x="3896" y="22"/>
                    <a:pt x="3896" y="52"/>
                  </a:cubicBezTo>
                  <a:cubicBezTo>
                    <a:pt x="3940" y="708"/>
                    <a:pt x="4006" y="1358"/>
                    <a:pt x="4108" y="2007"/>
                  </a:cubicBezTo>
                  <a:cubicBezTo>
                    <a:pt x="4203" y="2656"/>
                    <a:pt x="4334" y="3320"/>
                    <a:pt x="4495" y="3970"/>
                  </a:cubicBezTo>
                  <a:cubicBezTo>
                    <a:pt x="4663" y="4648"/>
                    <a:pt x="4860" y="5319"/>
                    <a:pt x="5078" y="5983"/>
                  </a:cubicBezTo>
                  <a:lnTo>
                    <a:pt x="5078" y="5991"/>
                  </a:lnTo>
                  <a:cubicBezTo>
                    <a:pt x="4984" y="5991"/>
                    <a:pt x="4881" y="5983"/>
                    <a:pt x="4787" y="5976"/>
                  </a:cubicBezTo>
                  <a:cubicBezTo>
                    <a:pt x="4356" y="5918"/>
                    <a:pt x="3933" y="5808"/>
                    <a:pt x="3532" y="5648"/>
                  </a:cubicBezTo>
                  <a:cubicBezTo>
                    <a:pt x="3028" y="5451"/>
                    <a:pt x="2554" y="5195"/>
                    <a:pt x="2116" y="4874"/>
                  </a:cubicBezTo>
                  <a:lnTo>
                    <a:pt x="2116" y="4874"/>
                  </a:lnTo>
                  <a:lnTo>
                    <a:pt x="2131" y="4882"/>
                  </a:lnTo>
                  <a:cubicBezTo>
                    <a:pt x="2000" y="4794"/>
                    <a:pt x="1883" y="4692"/>
                    <a:pt x="1766" y="4582"/>
                  </a:cubicBezTo>
                  <a:cubicBezTo>
                    <a:pt x="1751" y="4575"/>
                    <a:pt x="1744" y="4568"/>
                    <a:pt x="1730" y="4568"/>
                  </a:cubicBezTo>
                  <a:cubicBezTo>
                    <a:pt x="1715" y="4568"/>
                    <a:pt x="1700" y="4575"/>
                    <a:pt x="1693" y="4582"/>
                  </a:cubicBezTo>
                  <a:cubicBezTo>
                    <a:pt x="1678" y="4604"/>
                    <a:pt x="1678" y="4634"/>
                    <a:pt x="1693" y="4655"/>
                  </a:cubicBezTo>
                  <a:cubicBezTo>
                    <a:pt x="1927" y="4860"/>
                    <a:pt x="2175" y="5057"/>
                    <a:pt x="2430" y="5225"/>
                  </a:cubicBezTo>
                  <a:cubicBezTo>
                    <a:pt x="2715" y="5414"/>
                    <a:pt x="3014" y="5582"/>
                    <a:pt x="3327" y="5728"/>
                  </a:cubicBezTo>
                  <a:cubicBezTo>
                    <a:pt x="3634" y="5874"/>
                    <a:pt x="3955" y="5991"/>
                    <a:pt x="4276" y="6085"/>
                  </a:cubicBezTo>
                  <a:cubicBezTo>
                    <a:pt x="4429" y="6129"/>
                    <a:pt x="4582" y="6158"/>
                    <a:pt x="4736" y="6188"/>
                  </a:cubicBezTo>
                  <a:cubicBezTo>
                    <a:pt x="4881" y="6209"/>
                    <a:pt x="5020" y="6224"/>
                    <a:pt x="5166" y="6231"/>
                  </a:cubicBezTo>
                  <a:cubicBezTo>
                    <a:pt x="5356" y="6786"/>
                    <a:pt x="5560" y="7340"/>
                    <a:pt x="5779" y="7880"/>
                  </a:cubicBezTo>
                  <a:cubicBezTo>
                    <a:pt x="6326" y="9201"/>
                    <a:pt x="6954" y="10492"/>
                    <a:pt x="7661" y="11733"/>
                  </a:cubicBezTo>
                  <a:cubicBezTo>
                    <a:pt x="8077" y="12469"/>
                    <a:pt x="8522" y="13192"/>
                    <a:pt x="8982" y="13899"/>
                  </a:cubicBezTo>
                  <a:lnTo>
                    <a:pt x="8836" y="13936"/>
                  </a:lnTo>
                  <a:cubicBezTo>
                    <a:pt x="8697" y="13972"/>
                    <a:pt x="8559" y="14009"/>
                    <a:pt x="8413" y="14038"/>
                  </a:cubicBezTo>
                  <a:cubicBezTo>
                    <a:pt x="8150" y="14104"/>
                    <a:pt x="7880" y="14155"/>
                    <a:pt x="7610" y="14199"/>
                  </a:cubicBezTo>
                  <a:cubicBezTo>
                    <a:pt x="7406" y="14228"/>
                    <a:pt x="7202" y="14250"/>
                    <a:pt x="6997" y="14264"/>
                  </a:cubicBezTo>
                  <a:cubicBezTo>
                    <a:pt x="6786" y="14286"/>
                    <a:pt x="6567" y="14293"/>
                    <a:pt x="6355" y="14293"/>
                  </a:cubicBezTo>
                  <a:cubicBezTo>
                    <a:pt x="5910" y="14293"/>
                    <a:pt x="5472" y="14272"/>
                    <a:pt x="5027" y="14213"/>
                  </a:cubicBezTo>
                  <a:lnTo>
                    <a:pt x="5057" y="14213"/>
                  </a:lnTo>
                  <a:cubicBezTo>
                    <a:pt x="3948" y="14089"/>
                    <a:pt x="2853" y="13819"/>
                    <a:pt x="1810" y="13411"/>
                  </a:cubicBezTo>
                  <a:cubicBezTo>
                    <a:pt x="1212" y="13177"/>
                    <a:pt x="628" y="12893"/>
                    <a:pt x="81" y="12542"/>
                  </a:cubicBezTo>
                  <a:lnTo>
                    <a:pt x="59" y="12542"/>
                  </a:lnTo>
                  <a:cubicBezTo>
                    <a:pt x="37" y="12542"/>
                    <a:pt x="22" y="12550"/>
                    <a:pt x="15" y="12564"/>
                  </a:cubicBezTo>
                  <a:cubicBezTo>
                    <a:pt x="0" y="12586"/>
                    <a:pt x="8" y="12615"/>
                    <a:pt x="37" y="12630"/>
                  </a:cubicBezTo>
                  <a:cubicBezTo>
                    <a:pt x="409" y="12871"/>
                    <a:pt x="788" y="13082"/>
                    <a:pt x="1190" y="13272"/>
                  </a:cubicBezTo>
                  <a:cubicBezTo>
                    <a:pt x="1613" y="13476"/>
                    <a:pt x="2051" y="13659"/>
                    <a:pt x="2496" y="13812"/>
                  </a:cubicBezTo>
                  <a:cubicBezTo>
                    <a:pt x="2963" y="13980"/>
                    <a:pt x="3437" y="14111"/>
                    <a:pt x="3918" y="14228"/>
                  </a:cubicBezTo>
                  <a:cubicBezTo>
                    <a:pt x="4400" y="14345"/>
                    <a:pt x="4889" y="14432"/>
                    <a:pt x="5385" y="14490"/>
                  </a:cubicBezTo>
                  <a:cubicBezTo>
                    <a:pt x="5886" y="14550"/>
                    <a:pt x="6386" y="14582"/>
                    <a:pt x="6887" y="14582"/>
                  </a:cubicBezTo>
                  <a:cubicBezTo>
                    <a:pt x="7058" y="14582"/>
                    <a:pt x="7228" y="14578"/>
                    <a:pt x="7399" y="14571"/>
                  </a:cubicBezTo>
                  <a:cubicBezTo>
                    <a:pt x="7734" y="14556"/>
                    <a:pt x="8070" y="14520"/>
                    <a:pt x="8398" y="14461"/>
                  </a:cubicBezTo>
                  <a:cubicBezTo>
                    <a:pt x="8551" y="14432"/>
                    <a:pt x="8705" y="14403"/>
                    <a:pt x="8851" y="14359"/>
                  </a:cubicBezTo>
                  <a:cubicBezTo>
                    <a:pt x="8975" y="14323"/>
                    <a:pt x="9099" y="14279"/>
                    <a:pt x="9215" y="14228"/>
                  </a:cubicBezTo>
                  <a:cubicBezTo>
                    <a:pt x="9493" y="14629"/>
                    <a:pt x="9763" y="15030"/>
                    <a:pt x="10047" y="15424"/>
                  </a:cubicBezTo>
                  <a:cubicBezTo>
                    <a:pt x="10981" y="16723"/>
                    <a:pt x="11988" y="17978"/>
                    <a:pt x="13060" y="19167"/>
                  </a:cubicBezTo>
                  <a:lnTo>
                    <a:pt x="13002" y="19182"/>
                  </a:lnTo>
                  <a:cubicBezTo>
                    <a:pt x="12863" y="19226"/>
                    <a:pt x="12732" y="19262"/>
                    <a:pt x="12586" y="19299"/>
                  </a:cubicBezTo>
                  <a:cubicBezTo>
                    <a:pt x="12316" y="19372"/>
                    <a:pt x="12032" y="19437"/>
                    <a:pt x="11754" y="19503"/>
                  </a:cubicBezTo>
                  <a:cubicBezTo>
                    <a:pt x="10853" y="19686"/>
                    <a:pt x="9937" y="19773"/>
                    <a:pt x="9018" y="19773"/>
                  </a:cubicBezTo>
                  <a:cubicBezTo>
                    <a:pt x="8800" y="19773"/>
                    <a:pt x="8581" y="19768"/>
                    <a:pt x="8362" y="19758"/>
                  </a:cubicBezTo>
                  <a:lnTo>
                    <a:pt x="8420" y="19758"/>
                  </a:lnTo>
                  <a:lnTo>
                    <a:pt x="8216" y="19744"/>
                  </a:lnTo>
                  <a:cubicBezTo>
                    <a:pt x="7851" y="19729"/>
                    <a:pt x="7493" y="19700"/>
                    <a:pt x="7136" y="19656"/>
                  </a:cubicBezTo>
                  <a:cubicBezTo>
                    <a:pt x="6764" y="19612"/>
                    <a:pt x="6392" y="19554"/>
                    <a:pt x="6027" y="19496"/>
                  </a:cubicBezTo>
                  <a:cubicBezTo>
                    <a:pt x="5655" y="19437"/>
                    <a:pt x="5297" y="19357"/>
                    <a:pt x="4933" y="19269"/>
                  </a:cubicBezTo>
                  <a:cubicBezTo>
                    <a:pt x="4568" y="19189"/>
                    <a:pt x="4225" y="19087"/>
                    <a:pt x="3882" y="18985"/>
                  </a:cubicBezTo>
                  <a:lnTo>
                    <a:pt x="3896" y="18985"/>
                  </a:lnTo>
                  <a:cubicBezTo>
                    <a:pt x="3203" y="18766"/>
                    <a:pt x="2518" y="18496"/>
                    <a:pt x="1861" y="18182"/>
                  </a:cubicBezTo>
                  <a:lnTo>
                    <a:pt x="1839" y="18182"/>
                  </a:lnTo>
                  <a:cubicBezTo>
                    <a:pt x="1788" y="18182"/>
                    <a:pt x="1781" y="18248"/>
                    <a:pt x="1817" y="18270"/>
                  </a:cubicBezTo>
                  <a:cubicBezTo>
                    <a:pt x="2248" y="18474"/>
                    <a:pt x="2678" y="18671"/>
                    <a:pt x="3116" y="18846"/>
                  </a:cubicBezTo>
                  <a:cubicBezTo>
                    <a:pt x="3583" y="19029"/>
                    <a:pt x="4050" y="19189"/>
                    <a:pt x="4524" y="19342"/>
                  </a:cubicBezTo>
                  <a:cubicBezTo>
                    <a:pt x="4765" y="19415"/>
                    <a:pt x="5013" y="19496"/>
                    <a:pt x="5254" y="19561"/>
                  </a:cubicBezTo>
                  <a:cubicBezTo>
                    <a:pt x="5502" y="19634"/>
                    <a:pt x="5757" y="19700"/>
                    <a:pt x="6005" y="19766"/>
                  </a:cubicBezTo>
                  <a:cubicBezTo>
                    <a:pt x="6253" y="19824"/>
                    <a:pt x="6508" y="19882"/>
                    <a:pt x="6771" y="19933"/>
                  </a:cubicBezTo>
                  <a:cubicBezTo>
                    <a:pt x="7026" y="19977"/>
                    <a:pt x="7282" y="20028"/>
                    <a:pt x="7537" y="20065"/>
                  </a:cubicBezTo>
                  <a:cubicBezTo>
                    <a:pt x="8048" y="20145"/>
                    <a:pt x="8566" y="20203"/>
                    <a:pt x="9084" y="20225"/>
                  </a:cubicBezTo>
                  <a:cubicBezTo>
                    <a:pt x="9343" y="20240"/>
                    <a:pt x="9604" y="20247"/>
                    <a:pt x="9865" y="20247"/>
                  </a:cubicBezTo>
                  <a:cubicBezTo>
                    <a:pt x="10125" y="20247"/>
                    <a:pt x="10386" y="20240"/>
                    <a:pt x="10645" y="20225"/>
                  </a:cubicBezTo>
                  <a:cubicBezTo>
                    <a:pt x="11141" y="20196"/>
                    <a:pt x="11638" y="20130"/>
                    <a:pt x="12119" y="20043"/>
                  </a:cubicBezTo>
                  <a:cubicBezTo>
                    <a:pt x="12375" y="19992"/>
                    <a:pt x="12630" y="19926"/>
                    <a:pt x="12878" y="19846"/>
                  </a:cubicBezTo>
                  <a:cubicBezTo>
                    <a:pt x="12987" y="19809"/>
                    <a:pt x="13090" y="19773"/>
                    <a:pt x="13199" y="19729"/>
                  </a:cubicBezTo>
                  <a:cubicBezTo>
                    <a:pt x="13294" y="19693"/>
                    <a:pt x="13374" y="19656"/>
                    <a:pt x="13462" y="19612"/>
                  </a:cubicBezTo>
                  <a:cubicBezTo>
                    <a:pt x="14235" y="20451"/>
                    <a:pt x="15045" y="21268"/>
                    <a:pt x="15877" y="22049"/>
                  </a:cubicBezTo>
                  <a:cubicBezTo>
                    <a:pt x="16409" y="22545"/>
                    <a:pt x="16956" y="23034"/>
                    <a:pt x="17511" y="23508"/>
                  </a:cubicBezTo>
                  <a:cubicBezTo>
                    <a:pt x="17540" y="23559"/>
                    <a:pt x="17591" y="23596"/>
                    <a:pt x="17642" y="23618"/>
                  </a:cubicBezTo>
                  <a:cubicBezTo>
                    <a:pt x="18131" y="24026"/>
                    <a:pt x="18627" y="24428"/>
                    <a:pt x="19131" y="24814"/>
                  </a:cubicBezTo>
                  <a:cubicBezTo>
                    <a:pt x="20203" y="25639"/>
                    <a:pt x="21319" y="26405"/>
                    <a:pt x="22472" y="27098"/>
                  </a:cubicBezTo>
                  <a:cubicBezTo>
                    <a:pt x="22771" y="27280"/>
                    <a:pt x="23071" y="27456"/>
                    <a:pt x="23377" y="27623"/>
                  </a:cubicBezTo>
                  <a:cubicBezTo>
                    <a:pt x="23661" y="27784"/>
                    <a:pt x="23953" y="27937"/>
                    <a:pt x="24245" y="28090"/>
                  </a:cubicBezTo>
                  <a:cubicBezTo>
                    <a:pt x="24281" y="28104"/>
                    <a:pt x="24318" y="28110"/>
                    <a:pt x="24354" y="28110"/>
                  </a:cubicBezTo>
                  <a:cubicBezTo>
                    <a:pt x="24471" y="28110"/>
                    <a:pt x="24580" y="28041"/>
                    <a:pt x="24625" y="27930"/>
                  </a:cubicBezTo>
                  <a:cubicBezTo>
                    <a:pt x="24646" y="27864"/>
                    <a:pt x="24639" y="27784"/>
                    <a:pt x="24610" y="27718"/>
                  </a:cubicBezTo>
                  <a:cubicBezTo>
                    <a:pt x="24581" y="27653"/>
                    <a:pt x="24522" y="27594"/>
                    <a:pt x="24457" y="27565"/>
                  </a:cubicBezTo>
                  <a:cubicBezTo>
                    <a:pt x="24114" y="27390"/>
                    <a:pt x="23786" y="27200"/>
                    <a:pt x="23457" y="27018"/>
                  </a:cubicBezTo>
                  <a:cubicBezTo>
                    <a:pt x="21633" y="25960"/>
                    <a:pt x="19897" y="24763"/>
                    <a:pt x="18262" y="23435"/>
                  </a:cubicBezTo>
                  <a:cubicBezTo>
                    <a:pt x="18328" y="23399"/>
                    <a:pt x="18386" y="23370"/>
                    <a:pt x="18445" y="23333"/>
                  </a:cubicBezTo>
                  <a:cubicBezTo>
                    <a:pt x="18656" y="23209"/>
                    <a:pt x="18861" y="23078"/>
                    <a:pt x="19065" y="22932"/>
                  </a:cubicBezTo>
                  <a:cubicBezTo>
                    <a:pt x="19444" y="22655"/>
                    <a:pt x="19809" y="22348"/>
                    <a:pt x="20152" y="22013"/>
                  </a:cubicBezTo>
                  <a:cubicBezTo>
                    <a:pt x="20874" y="21312"/>
                    <a:pt x="21524" y="20546"/>
                    <a:pt x="22086" y="19714"/>
                  </a:cubicBezTo>
                  <a:cubicBezTo>
                    <a:pt x="22348" y="19335"/>
                    <a:pt x="22596" y="18941"/>
                    <a:pt x="22815" y="18540"/>
                  </a:cubicBezTo>
                  <a:cubicBezTo>
                    <a:pt x="22925" y="18335"/>
                    <a:pt x="23027" y="18138"/>
                    <a:pt x="23129" y="17934"/>
                  </a:cubicBezTo>
                  <a:cubicBezTo>
                    <a:pt x="23231" y="17730"/>
                    <a:pt x="23333" y="17511"/>
                    <a:pt x="23428" y="17292"/>
                  </a:cubicBezTo>
                  <a:cubicBezTo>
                    <a:pt x="23778" y="16519"/>
                    <a:pt x="24041" y="15709"/>
                    <a:pt x="24223" y="14877"/>
                  </a:cubicBezTo>
                  <a:cubicBezTo>
                    <a:pt x="24231" y="14841"/>
                    <a:pt x="24201" y="14812"/>
                    <a:pt x="24172" y="14804"/>
                  </a:cubicBezTo>
                  <a:lnTo>
                    <a:pt x="24165" y="14804"/>
                  </a:lnTo>
                  <a:cubicBezTo>
                    <a:pt x="24128" y="14812"/>
                    <a:pt x="24107" y="14833"/>
                    <a:pt x="24099" y="14863"/>
                  </a:cubicBezTo>
                  <a:cubicBezTo>
                    <a:pt x="24085" y="14950"/>
                    <a:pt x="24063" y="15045"/>
                    <a:pt x="24034" y="15140"/>
                  </a:cubicBezTo>
                  <a:lnTo>
                    <a:pt x="24034" y="15125"/>
                  </a:lnTo>
                  <a:cubicBezTo>
                    <a:pt x="23778" y="16088"/>
                    <a:pt x="23399" y="17015"/>
                    <a:pt x="22903" y="17883"/>
                  </a:cubicBezTo>
                  <a:cubicBezTo>
                    <a:pt x="22757" y="18138"/>
                    <a:pt x="22604" y="18387"/>
                    <a:pt x="22443" y="18635"/>
                  </a:cubicBezTo>
                  <a:cubicBezTo>
                    <a:pt x="22275" y="18897"/>
                    <a:pt x="22100" y="19153"/>
                    <a:pt x="21918" y="19401"/>
                  </a:cubicBezTo>
                  <a:cubicBezTo>
                    <a:pt x="21728" y="19656"/>
                    <a:pt x="21553" y="19882"/>
                    <a:pt x="21356" y="20108"/>
                  </a:cubicBezTo>
                  <a:cubicBezTo>
                    <a:pt x="21152" y="20342"/>
                    <a:pt x="20947" y="20583"/>
                    <a:pt x="20728" y="20802"/>
                  </a:cubicBezTo>
                  <a:cubicBezTo>
                    <a:pt x="20057" y="21495"/>
                    <a:pt x="19306" y="22093"/>
                    <a:pt x="18489" y="22604"/>
                  </a:cubicBezTo>
                  <a:cubicBezTo>
                    <a:pt x="18357" y="22677"/>
                    <a:pt x="18226" y="22757"/>
                    <a:pt x="18095" y="22830"/>
                  </a:cubicBezTo>
                  <a:cubicBezTo>
                    <a:pt x="17985" y="22896"/>
                    <a:pt x="17868" y="22954"/>
                    <a:pt x="17759" y="23020"/>
                  </a:cubicBezTo>
                  <a:cubicBezTo>
                    <a:pt x="17453" y="22764"/>
                    <a:pt x="17146" y="22509"/>
                    <a:pt x="16847" y="22246"/>
                  </a:cubicBezTo>
                  <a:cubicBezTo>
                    <a:pt x="16205" y="21684"/>
                    <a:pt x="15592" y="21108"/>
                    <a:pt x="14986" y="20510"/>
                  </a:cubicBezTo>
                  <a:lnTo>
                    <a:pt x="14979" y="20502"/>
                  </a:lnTo>
                  <a:cubicBezTo>
                    <a:pt x="14585" y="20116"/>
                    <a:pt x="14206" y="19729"/>
                    <a:pt x="13826" y="19328"/>
                  </a:cubicBezTo>
                  <a:lnTo>
                    <a:pt x="13863" y="19306"/>
                  </a:lnTo>
                  <a:cubicBezTo>
                    <a:pt x="13950" y="19240"/>
                    <a:pt x="14045" y="19167"/>
                    <a:pt x="14126" y="19102"/>
                  </a:cubicBezTo>
                  <a:cubicBezTo>
                    <a:pt x="14293" y="18963"/>
                    <a:pt x="14454" y="18817"/>
                    <a:pt x="14607" y="18664"/>
                  </a:cubicBezTo>
                  <a:cubicBezTo>
                    <a:pt x="14921" y="18343"/>
                    <a:pt x="15213" y="18000"/>
                    <a:pt x="15483" y="17635"/>
                  </a:cubicBezTo>
                  <a:cubicBezTo>
                    <a:pt x="15753" y="17270"/>
                    <a:pt x="15993" y="16891"/>
                    <a:pt x="16220" y="16504"/>
                  </a:cubicBezTo>
                  <a:cubicBezTo>
                    <a:pt x="16453" y="16096"/>
                    <a:pt x="16665" y="15687"/>
                    <a:pt x="16862" y="15257"/>
                  </a:cubicBezTo>
                  <a:cubicBezTo>
                    <a:pt x="17051" y="14833"/>
                    <a:pt x="17226" y="14410"/>
                    <a:pt x="17387" y="13972"/>
                  </a:cubicBezTo>
                  <a:cubicBezTo>
                    <a:pt x="17547" y="13535"/>
                    <a:pt x="17686" y="13090"/>
                    <a:pt x="17810" y="12645"/>
                  </a:cubicBezTo>
                  <a:cubicBezTo>
                    <a:pt x="18058" y="11776"/>
                    <a:pt x="18248" y="10901"/>
                    <a:pt x="18386" y="10011"/>
                  </a:cubicBezTo>
                  <a:cubicBezTo>
                    <a:pt x="18467" y="9544"/>
                    <a:pt x="18525" y="9070"/>
                    <a:pt x="18569" y="8595"/>
                  </a:cubicBezTo>
                  <a:cubicBezTo>
                    <a:pt x="18576" y="8551"/>
                    <a:pt x="18547" y="8522"/>
                    <a:pt x="18503" y="8522"/>
                  </a:cubicBezTo>
                  <a:cubicBezTo>
                    <a:pt x="18474" y="8522"/>
                    <a:pt x="18445" y="8544"/>
                    <a:pt x="18445" y="8581"/>
                  </a:cubicBezTo>
                  <a:cubicBezTo>
                    <a:pt x="18357" y="9544"/>
                    <a:pt x="18189" y="10500"/>
                    <a:pt x="17956" y="11441"/>
                  </a:cubicBezTo>
                  <a:cubicBezTo>
                    <a:pt x="17861" y="11791"/>
                    <a:pt x="17766" y="12141"/>
                    <a:pt x="17657" y="12491"/>
                  </a:cubicBezTo>
                  <a:cubicBezTo>
                    <a:pt x="17598" y="12666"/>
                    <a:pt x="17540" y="12842"/>
                    <a:pt x="17482" y="13017"/>
                  </a:cubicBezTo>
                  <a:cubicBezTo>
                    <a:pt x="17416" y="13192"/>
                    <a:pt x="17350" y="13367"/>
                    <a:pt x="17285" y="13535"/>
                  </a:cubicBezTo>
                  <a:cubicBezTo>
                    <a:pt x="17153" y="13885"/>
                    <a:pt x="17007" y="14228"/>
                    <a:pt x="16854" y="14571"/>
                  </a:cubicBezTo>
                  <a:cubicBezTo>
                    <a:pt x="16701" y="14906"/>
                    <a:pt x="16533" y="15213"/>
                    <a:pt x="16358" y="15534"/>
                  </a:cubicBezTo>
                  <a:cubicBezTo>
                    <a:pt x="16125" y="15957"/>
                    <a:pt x="15862" y="16366"/>
                    <a:pt x="15577" y="16760"/>
                  </a:cubicBezTo>
                  <a:cubicBezTo>
                    <a:pt x="15300" y="17139"/>
                    <a:pt x="15001" y="17496"/>
                    <a:pt x="14673" y="17839"/>
                  </a:cubicBezTo>
                  <a:cubicBezTo>
                    <a:pt x="14461" y="18051"/>
                    <a:pt x="14242" y="18255"/>
                    <a:pt x="14009" y="18452"/>
                  </a:cubicBezTo>
                  <a:cubicBezTo>
                    <a:pt x="13892" y="18554"/>
                    <a:pt x="13775" y="18657"/>
                    <a:pt x="13651" y="18751"/>
                  </a:cubicBezTo>
                  <a:cubicBezTo>
                    <a:pt x="13586" y="18802"/>
                    <a:pt x="13513" y="18861"/>
                    <a:pt x="13440" y="18912"/>
                  </a:cubicBezTo>
                  <a:cubicBezTo>
                    <a:pt x="12010" y="17372"/>
                    <a:pt x="10689" y="15724"/>
                    <a:pt x="9493" y="13994"/>
                  </a:cubicBezTo>
                  <a:cubicBezTo>
                    <a:pt x="9507" y="13980"/>
                    <a:pt x="9529" y="13965"/>
                    <a:pt x="9544" y="13951"/>
                  </a:cubicBezTo>
                  <a:cubicBezTo>
                    <a:pt x="9638" y="13856"/>
                    <a:pt x="9733" y="13761"/>
                    <a:pt x="9821" y="13666"/>
                  </a:cubicBezTo>
                  <a:cubicBezTo>
                    <a:pt x="9981" y="13491"/>
                    <a:pt x="10135" y="13309"/>
                    <a:pt x="10281" y="13119"/>
                  </a:cubicBezTo>
                  <a:cubicBezTo>
                    <a:pt x="10419" y="12922"/>
                    <a:pt x="10550" y="12725"/>
                    <a:pt x="10682" y="12521"/>
                  </a:cubicBezTo>
                  <a:cubicBezTo>
                    <a:pt x="10813" y="12316"/>
                    <a:pt x="10937" y="12090"/>
                    <a:pt x="11061" y="11864"/>
                  </a:cubicBezTo>
                  <a:cubicBezTo>
                    <a:pt x="11287" y="11426"/>
                    <a:pt x="11492" y="10981"/>
                    <a:pt x="11667" y="10521"/>
                  </a:cubicBezTo>
                  <a:cubicBezTo>
                    <a:pt x="11856" y="10062"/>
                    <a:pt x="12017" y="9588"/>
                    <a:pt x="12148" y="9106"/>
                  </a:cubicBezTo>
                  <a:cubicBezTo>
                    <a:pt x="12258" y="8734"/>
                    <a:pt x="12353" y="8362"/>
                    <a:pt x="12440" y="7982"/>
                  </a:cubicBezTo>
                  <a:cubicBezTo>
                    <a:pt x="12520" y="7618"/>
                    <a:pt x="12586" y="7253"/>
                    <a:pt x="12644" y="6888"/>
                  </a:cubicBezTo>
                  <a:cubicBezTo>
                    <a:pt x="12754" y="6166"/>
                    <a:pt x="12820" y="5443"/>
                    <a:pt x="12834" y="4714"/>
                  </a:cubicBezTo>
                  <a:cubicBezTo>
                    <a:pt x="12841" y="4685"/>
                    <a:pt x="12812" y="4655"/>
                    <a:pt x="12776" y="4648"/>
                  </a:cubicBezTo>
                  <a:cubicBezTo>
                    <a:pt x="12739" y="4648"/>
                    <a:pt x="12717" y="4670"/>
                    <a:pt x="12710" y="4699"/>
                  </a:cubicBezTo>
                  <a:cubicBezTo>
                    <a:pt x="12688" y="5764"/>
                    <a:pt x="12542" y="6815"/>
                    <a:pt x="12280" y="7844"/>
                  </a:cubicBezTo>
                  <a:cubicBezTo>
                    <a:pt x="12207" y="8128"/>
                    <a:pt x="12134" y="8406"/>
                    <a:pt x="12046" y="8683"/>
                  </a:cubicBezTo>
                  <a:cubicBezTo>
                    <a:pt x="11959" y="8982"/>
                    <a:pt x="11856" y="9274"/>
                    <a:pt x="11747" y="9558"/>
                  </a:cubicBezTo>
                  <a:cubicBezTo>
                    <a:pt x="11528" y="10120"/>
                    <a:pt x="11273" y="10675"/>
                    <a:pt x="10974" y="11200"/>
                  </a:cubicBezTo>
                  <a:cubicBezTo>
                    <a:pt x="10835" y="11441"/>
                    <a:pt x="10696" y="11681"/>
                    <a:pt x="10543" y="11915"/>
                  </a:cubicBezTo>
                  <a:cubicBezTo>
                    <a:pt x="10397" y="12148"/>
                    <a:pt x="10229" y="12375"/>
                    <a:pt x="10062" y="12601"/>
                  </a:cubicBezTo>
                  <a:cubicBezTo>
                    <a:pt x="9894" y="12827"/>
                    <a:pt x="9726" y="13039"/>
                    <a:pt x="9544" y="13250"/>
                  </a:cubicBezTo>
                  <a:cubicBezTo>
                    <a:pt x="9456" y="13360"/>
                    <a:pt x="9361" y="13462"/>
                    <a:pt x="9274" y="13571"/>
                  </a:cubicBezTo>
                  <a:lnTo>
                    <a:pt x="9230" y="13615"/>
                  </a:lnTo>
                  <a:cubicBezTo>
                    <a:pt x="8756" y="12907"/>
                    <a:pt x="8303" y="12185"/>
                    <a:pt x="7873" y="11448"/>
                  </a:cubicBezTo>
                  <a:lnTo>
                    <a:pt x="7873" y="11448"/>
                  </a:lnTo>
                  <a:lnTo>
                    <a:pt x="7880" y="11470"/>
                  </a:lnTo>
                  <a:cubicBezTo>
                    <a:pt x="7180" y="10281"/>
                    <a:pt x="6560" y="9048"/>
                    <a:pt x="6005" y="7785"/>
                  </a:cubicBezTo>
                  <a:cubicBezTo>
                    <a:pt x="5764" y="7238"/>
                    <a:pt x="5545" y="6676"/>
                    <a:pt x="5341" y="6115"/>
                  </a:cubicBezTo>
                  <a:cubicBezTo>
                    <a:pt x="5458" y="5991"/>
                    <a:pt x="5553" y="5859"/>
                    <a:pt x="5640" y="5721"/>
                  </a:cubicBezTo>
                  <a:cubicBezTo>
                    <a:pt x="5742" y="5553"/>
                    <a:pt x="5830" y="5378"/>
                    <a:pt x="5910" y="5195"/>
                  </a:cubicBezTo>
                  <a:cubicBezTo>
                    <a:pt x="6049" y="4845"/>
                    <a:pt x="6166" y="4480"/>
                    <a:pt x="6239" y="4108"/>
                  </a:cubicBezTo>
                  <a:cubicBezTo>
                    <a:pt x="6392" y="3357"/>
                    <a:pt x="6487" y="2591"/>
                    <a:pt x="6516" y="1825"/>
                  </a:cubicBezTo>
                  <a:cubicBezTo>
                    <a:pt x="6523" y="1803"/>
                    <a:pt x="6501" y="1781"/>
                    <a:pt x="6472" y="1773"/>
                  </a:cubicBezTo>
                  <a:cubicBezTo>
                    <a:pt x="6443" y="1773"/>
                    <a:pt x="6421" y="1795"/>
                    <a:pt x="6421" y="1817"/>
                  </a:cubicBezTo>
                  <a:cubicBezTo>
                    <a:pt x="6392" y="2445"/>
                    <a:pt x="6304" y="3065"/>
                    <a:pt x="6158" y="3678"/>
                  </a:cubicBezTo>
                  <a:cubicBezTo>
                    <a:pt x="6085" y="3955"/>
                    <a:pt x="5998" y="4232"/>
                    <a:pt x="5896" y="4495"/>
                  </a:cubicBezTo>
                  <a:cubicBezTo>
                    <a:pt x="5793" y="4750"/>
                    <a:pt x="5677" y="4998"/>
                    <a:pt x="5545" y="5239"/>
                  </a:cubicBezTo>
                  <a:cubicBezTo>
                    <a:pt x="5443" y="5421"/>
                    <a:pt x="5334" y="5589"/>
                    <a:pt x="5217" y="5757"/>
                  </a:cubicBezTo>
                  <a:cubicBezTo>
                    <a:pt x="5020" y="5188"/>
                    <a:pt x="4838" y="4612"/>
                    <a:pt x="4684" y="4028"/>
                  </a:cubicBezTo>
                  <a:lnTo>
                    <a:pt x="4684" y="4021"/>
                  </a:lnTo>
                  <a:cubicBezTo>
                    <a:pt x="4684" y="4013"/>
                    <a:pt x="4684" y="4013"/>
                    <a:pt x="4684" y="4006"/>
                  </a:cubicBezTo>
                  <a:cubicBezTo>
                    <a:pt x="4327" y="2707"/>
                    <a:pt x="4093" y="1379"/>
                    <a:pt x="3991" y="37"/>
                  </a:cubicBezTo>
                  <a:cubicBezTo>
                    <a:pt x="3991" y="15"/>
                    <a:pt x="3969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55">
              <a:extLst>
                <a:ext uri="{FF2B5EF4-FFF2-40B4-BE49-F238E27FC236}">
                  <a16:creationId xmlns:a16="http://schemas.microsoft.com/office/drawing/2014/main" id="{F3C38432-0819-4224-18D8-1F0A5B969F64}"/>
                </a:ext>
              </a:extLst>
            </p:cNvPr>
            <p:cNvSpPr/>
            <p:nvPr/>
          </p:nvSpPr>
          <p:spPr>
            <a:xfrm>
              <a:off x="4684212" y="4001348"/>
              <a:ext cx="33" cy="3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39A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55">
              <a:extLst>
                <a:ext uri="{FF2B5EF4-FFF2-40B4-BE49-F238E27FC236}">
                  <a16:creationId xmlns:a16="http://schemas.microsoft.com/office/drawing/2014/main" id="{3D310EA0-DDC5-C1A2-4F67-49E60C23245D}"/>
                </a:ext>
              </a:extLst>
            </p:cNvPr>
            <p:cNvSpPr/>
            <p:nvPr/>
          </p:nvSpPr>
          <p:spPr>
            <a:xfrm>
              <a:off x="4684212" y="4001348"/>
              <a:ext cx="261" cy="490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15"/>
                  </a:moveTo>
                  <a:lnTo>
                    <a:pt x="7" y="0"/>
                  </a:lnTo>
                  <a:lnTo>
                    <a:pt x="7" y="15"/>
                  </a:lnTo>
                  <a:cubicBezTo>
                    <a:pt x="0" y="15"/>
                    <a:pt x="0" y="15"/>
                    <a:pt x="7" y="15"/>
                  </a:cubicBezTo>
                  <a:close/>
                </a:path>
              </a:pathLst>
            </a:custGeom>
            <a:solidFill>
              <a:srgbClr val="939A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5">
              <a:extLst>
                <a:ext uri="{FF2B5EF4-FFF2-40B4-BE49-F238E27FC236}">
                  <a16:creationId xmlns:a16="http://schemas.microsoft.com/office/drawing/2014/main" id="{85B9BA47-65E7-F88C-E3B8-D4049F367FB3}"/>
                </a:ext>
              </a:extLst>
            </p:cNvPr>
            <p:cNvSpPr/>
            <p:nvPr/>
          </p:nvSpPr>
          <p:spPr>
            <a:xfrm>
              <a:off x="4531465" y="3870515"/>
              <a:ext cx="804971" cy="918105"/>
            </a:xfrm>
            <a:custGeom>
              <a:avLst/>
              <a:gdLst/>
              <a:ahLst/>
              <a:cxnLst/>
              <a:rect l="l" t="t" r="r" b="b"/>
              <a:pathLst>
                <a:path w="24647" h="28111" extrusionOk="0">
                  <a:moveTo>
                    <a:pt x="3948" y="1"/>
                  </a:moveTo>
                  <a:cubicBezTo>
                    <a:pt x="3918" y="1"/>
                    <a:pt x="3896" y="22"/>
                    <a:pt x="3896" y="52"/>
                  </a:cubicBezTo>
                  <a:cubicBezTo>
                    <a:pt x="3940" y="708"/>
                    <a:pt x="4006" y="1358"/>
                    <a:pt x="4108" y="2007"/>
                  </a:cubicBezTo>
                  <a:cubicBezTo>
                    <a:pt x="4203" y="2656"/>
                    <a:pt x="4334" y="3320"/>
                    <a:pt x="4495" y="3970"/>
                  </a:cubicBezTo>
                  <a:cubicBezTo>
                    <a:pt x="4663" y="4648"/>
                    <a:pt x="4860" y="5319"/>
                    <a:pt x="5078" y="5983"/>
                  </a:cubicBezTo>
                  <a:lnTo>
                    <a:pt x="5078" y="5991"/>
                  </a:lnTo>
                  <a:cubicBezTo>
                    <a:pt x="4984" y="5991"/>
                    <a:pt x="4881" y="5983"/>
                    <a:pt x="4787" y="5976"/>
                  </a:cubicBezTo>
                  <a:cubicBezTo>
                    <a:pt x="4356" y="5918"/>
                    <a:pt x="3933" y="5808"/>
                    <a:pt x="3532" y="5648"/>
                  </a:cubicBezTo>
                  <a:cubicBezTo>
                    <a:pt x="3028" y="5451"/>
                    <a:pt x="2554" y="5195"/>
                    <a:pt x="2116" y="4874"/>
                  </a:cubicBezTo>
                  <a:lnTo>
                    <a:pt x="2116" y="4874"/>
                  </a:lnTo>
                  <a:lnTo>
                    <a:pt x="2131" y="4882"/>
                  </a:lnTo>
                  <a:cubicBezTo>
                    <a:pt x="2000" y="4794"/>
                    <a:pt x="1883" y="4692"/>
                    <a:pt x="1766" y="4582"/>
                  </a:cubicBezTo>
                  <a:cubicBezTo>
                    <a:pt x="1751" y="4575"/>
                    <a:pt x="1744" y="4568"/>
                    <a:pt x="1730" y="4568"/>
                  </a:cubicBezTo>
                  <a:cubicBezTo>
                    <a:pt x="1715" y="4568"/>
                    <a:pt x="1700" y="4575"/>
                    <a:pt x="1693" y="4582"/>
                  </a:cubicBezTo>
                  <a:cubicBezTo>
                    <a:pt x="1678" y="4604"/>
                    <a:pt x="1678" y="4634"/>
                    <a:pt x="1693" y="4655"/>
                  </a:cubicBezTo>
                  <a:cubicBezTo>
                    <a:pt x="1927" y="4860"/>
                    <a:pt x="2175" y="5057"/>
                    <a:pt x="2430" y="5225"/>
                  </a:cubicBezTo>
                  <a:cubicBezTo>
                    <a:pt x="2715" y="5414"/>
                    <a:pt x="3014" y="5582"/>
                    <a:pt x="3327" y="5728"/>
                  </a:cubicBezTo>
                  <a:cubicBezTo>
                    <a:pt x="3634" y="5874"/>
                    <a:pt x="3955" y="5991"/>
                    <a:pt x="4276" y="6085"/>
                  </a:cubicBezTo>
                  <a:cubicBezTo>
                    <a:pt x="4429" y="6129"/>
                    <a:pt x="4582" y="6158"/>
                    <a:pt x="4736" y="6188"/>
                  </a:cubicBezTo>
                  <a:cubicBezTo>
                    <a:pt x="4881" y="6209"/>
                    <a:pt x="5020" y="6224"/>
                    <a:pt x="5166" y="6231"/>
                  </a:cubicBezTo>
                  <a:cubicBezTo>
                    <a:pt x="5356" y="6786"/>
                    <a:pt x="5560" y="7340"/>
                    <a:pt x="5779" y="7880"/>
                  </a:cubicBezTo>
                  <a:cubicBezTo>
                    <a:pt x="6326" y="9201"/>
                    <a:pt x="6954" y="10492"/>
                    <a:pt x="7661" y="11733"/>
                  </a:cubicBezTo>
                  <a:cubicBezTo>
                    <a:pt x="8077" y="12469"/>
                    <a:pt x="8522" y="13192"/>
                    <a:pt x="8982" y="13899"/>
                  </a:cubicBezTo>
                  <a:lnTo>
                    <a:pt x="8836" y="13936"/>
                  </a:lnTo>
                  <a:cubicBezTo>
                    <a:pt x="8697" y="13972"/>
                    <a:pt x="8559" y="14009"/>
                    <a:pt x="8413" y="14038"/>
                  </a:cubicBezTo>
                  <a:cubicBezTo>
                    <a:pt x="8150" y="14104"/>
                    <a:pt x="7880" y="14155"/>
                    <a:pt x="7610" y="14199"/>
                  </a:cubicBezTo>
                  <a:cubicBezTo>
                    <a:pt x="7406" y="14228"/>
                    <a:pt x="7202" y="14250"/>
                    <a:pt x="6997" y="14264"/>
                  </a:cubicBezTo>
                  <a:cubicBezTo>
                    <a:pt x="6786" y="14286"/>
                    <a:pt x="6567" y="14293"/>
                    <a:pt x="6355" y="14293"/>
                  </a:cubicBezTo>
                  <a:cubicBezTo>
                    <a:pt x="5910" y="14293"/>
                    <a:pt x="5472" y="14272"/>
                    <a:pt x="5027" y="14213"/>
                  </a:cubicBezTo>
                  <a:lnTo>
                    <a:pt x="5057" y="14213"/>
                  </a:lnTo>
                  <a:cubicBezTo>
                    <a:pt x="3948" y="14089"/>
                    <a:pt x="2853" y="13819"/>
                    <a:pt x="1810" y="13411"/>
                  </a:cubicBezTo>
                  <a:cubicBezTo>
                    <a:pt x="1212" y="13177"/>
                    <a:pt x="628" y="12893"/>
                    <a:pt x="81" y="12542"/>
                  </a:cubicBezTo>
                  <a:lnTo>
                    <a:pt x="59" y="12542"/>
                  </a:lnTo>
                  <a:cubicBezTo>
                    <a:pt x="37" y="12542"/>
                    <a:pt x="22" y="12550"/>
                    <a:pt x="15" y="12564"/>
                  </a:cubicBezTo>
                  <a:cubicBezTo>
                    <a:pt x="0" y="12586"/>
                    <a:pt x="8" y="12615"/>
                    <a:pt x="37" y="12630"/>
                  </a:cubicBezTo>
                  <a:cubicBezTo>
                    <a:pt x="409" y="12871"/>
                    <a:pt x="788" y="13082"/>
                    <a:pt x="1190" y="13272"/>
                  </a:cubicBezTo>
                  <a:cubicBezTo>
                    <a:pt x="1613" y="13476"/>
                    <a:pt x="2051" y="13659"/>
                    <a:pt x="2496" y="13812"/>
                  </a:cubicBezTo>
                  <a:cubicBezTo>
                    <a:pt x="2963" y="13980"/>
                    <a:pt x="3437" y="14111"/>
                    <a:pt x="3918" y="14228"/>
                  </a:cubicBezTo>
                  <a:cubicBezTo>
                    <a:pt x="4400" y="14345"/>
                    <a:pt x="4889" y="14432"/>
                    <a:pt x="5385" y="14490"/>
                  </a:cubicBezTo>
                  <a:cubicBezTo>
                    <a:pt x="5886" y="14550"/>
                    <a:pt x="6386" y="14582"/>
                    <a:pt x="6887" y="14582"/>
                  </a:cubicBezTo>
                  <a:cubicBezTo>
                    <a:pt x="7058" y="14582"/>
                    <a:pt x="7228" y="14578"/>
                    <a:pt x="7399" y="14571"/>
                  </a:cubicBezTo>
                  <a:cubicBezTo>
                    <a:pt x="7734" y="14556"/>
                    <a:pt x="8070" y="14520"/>
                    <a:pt x="8398" y="14461"/>
                  </a:cubicBezTo>
                  <a:cubicBezTo>
                    <a:pt x="8551" y="14432"/>
                    <a:pt x="8705" y="14403"/>
                    <a:pt x="8851" y="14359"/>
                  </a:cubicBezTo>
                  <a:cubicBezTo>
                    <a:pt x="8975" y="14323"/>
                    <a:pt x="9099" y="14279"/>
                    <a:pt x="9215" y="14228"/>
                  </a:cubicBezTo>
                  <a:cubicBezTo>
                    <a:pt x="9493" y="14629"/>
                    <a:pt x="9763" y="15030"/>
                    <a:pt x="10047" y="15424"/>
                  </a:cubicBezTo>
                  <a:cubicBezTo>
                    <a:pt x="10981" y="16723"/>
                    <a:pt x="11988" y="17978"/>
                    <a:pt x="13060" y="19167"/>
                  </a:cubicBezTo>
                  <a:lnTo>
                    <a:pt x="13002" y="19182"/>
                  </a:lnTo>
                  <a:cubicBezTo>
                    <a:pt x="12863" y="19226"/>
                    <a:pt x="12732" y="19262"/>
                    <a:pt x="12586" y="19299"/>
                  </a:cubicBezTo>
                  <a:cubicBezTo>
                    <a:pt x="12316" y="19372"/>
                    <a:pt x="12032" y="19437"/>
                    <a:pt x="11754" y="19503"/>
                  </a:cubicBezTo>
                  <a:cubicBezTo>
                    <a:pt x="10853" y="19686"/>
                    <a:pt x="9937" y="19773"/>
                    <a:pt x="9018" y="19773"/>
                  </a:cubicBezTo>
                  <a:cubicBezTo>
                    <a:pt x="8800" y="19773"/>
                    <a:pt x="8581" y="19768"/>
                    <a:pt x="8362" y="19758"/>
                  </a:cubicBezTo>
                  <a:lnTo>
                    <a:pt x="8420" y="19758"/>
                  </a:lnTo>
                  <a:lnTo>
                    <a:pt x="8216" y="19744"/>
                  </a:lnTo>
                  <a:cubicBezTo>
                    <a:pt x="7851" y="19729"/>
                    <a:pt x="7493" y="19700"/>
                    <a:pt x="7136" y="19656"/>
                  </a:cubicBezTo>
                  <a:cubicBezTo>
                    <a:pt x="6764" y="19612"/>
                    <a:pt x="6392" y="19554"/>
                    <a:pt x="6027" y="19496"/>
                  </a:cubicBezTo>
                  <a:cubicBezTo>
                    <a:pt x="5655" y="19437"/>
                    <a:pt x="5297" y="19357"/>
                    <a:pt x="4933" y="19269"/>
                  </a:cubicBezTo>
                  <a:cubicBezTo>
                    <a:pt x="4568" y="19189"/>
                    <a:pt x="4225" y="19087"/>
                    <a:pt x="3882" y="18985"/>
                  </a:cubicBezTo>
                  <a:lnTo>
                    <a:pt x="3896" y="18985"/>
                  </a:lnTo>
                  <a:cubicBezTo>
                    <a:pt x="3203" y="18766"/>
                    <a:pt x="2518" y="18496"/>
                    <a:pt x="1861" y="18182"/>
                  </a:cubicBezTo>
                  <a:lnTo>
                    <a:pt x="1839" y="18182"/>
                  </a:lnTo>
                  <a:cubicBezTo>
                    <a:pt x="1788" y="18182"/>
                    <a:pt x="1781" y="18248"/>
                    <a:pt x="1817" y="18270"/>
                  </a:cubicBezTo>
                  <a:cubicBezTo>
                    <a:pt x="2248" y="18474"/>
                    <a:pt x="2678" y="18671"/>
                    <a:pt x="3116" y="18846"/>
                  </a:cubicBezTo>
                  <a:cubicBezTo>
                    <a:pt x="3583" y="19029"/>
                    <a:pt x="4050" y="19189"/>
                    <a:pt x="4524" y="19342"/>
                  </a:cubicBezTo>
                  <a:cubicBezTo>
                    <a:pt x="4765" y="19415"/>
                    <a:pt x="5013" y="19496"/>
                    <a:pt x="5254" y="19561"/>
                  </a:cubicBezTo>
                  <a:cubicBezTo>
                    <a:pt x="5502" y="19634"/>
                    <a:pt x="5757" y="19700"/>
                    <a:pt x="6005" y="19766"/>
                  </a:cubicBezTo>
                  <a:cubicBezTo>
                    <a:pt x="6253" y="19824"/>
                    <a:pt x="6508" y="19882"/>
                    <a:pt x="6771" y="19933"/>
                  </a:cubicBezTo>
                  <a:cubicBezTo>
                    <a:pt x="7026" y="19977"/>
                    <a:pt x="7282" y="20028"/>
                    <a:pt x="7537" y="20065"/>
                  </a:cubicBezTo>
                  <a:cubicBezTo>
                    <a:pt x="8048" y="20145"/>
                    <a:pt x="8566" y="20203"/>
                    <a:pt x="9084" y="20225"/>
                  </a:cubicBezTo>
                  <a:cubicBezTo>
                    <a:pt x="9343" y="20240"/>
                    <a:pt x="9604" y="20247"/>
                    <a:pt x="9865" y="20247"/>
                  </a:cubicBezTo>
                  <a:cubicBezTo>
                    <a:pt x="10125" y="20247"/>
                    <a:pt x="10386" y="20240"/>
                    <a:pt x="10645" y="20225"/>
                  </a:cubicBezTo>
                  <a:cubicBezTo>
                    <a:pt x="11141" y="20196"/>
                    <a:pt x="11638" y="20130"/>
                    <a:pt x="12119" y="20043"/>
                  </a:cubicBezTo>
                  <a:cubicBezTo>
                    <a:pt x="12375" y="19992"/>
                    <a:pt x="12630" y="19926"/>
                    <a:pt x="12878" y="19846"/>
                  </a:cubicBezTo>
                  <a:cubicBezTo>
                    <a:pt x="12987" y="19809"/>
                    <a:pt x="13090" y="19773"/>
                    <a:pt x="13199" y="19729"/>
                  </a:cubicBezTo>
                  <a:cubicBezTo>
                    <a:pt x="13294" y="19693"/>
                    <a:pt x="13374" y="19656"/>
                    <a:pt x="13462" y="19612"/>
                  </a:cubicBezTo>
                  <a:cubicBezTo>
                    <a:pt x="14235" y="20451"/>
                    <a:pt x="15045" y="21268"/>
                    <a:pt x="15877" y="22049"/>
                  </a:cubicBezTo>
                  <a:cubicBezTo>
                    <a:pt x="16409" y="22545"/>
                    <a:pt x="16956" y="23034"/>
                    <a:pt x="17511" y="23508"/>
                  </a:cubicBezTo>
                  <a:cubicBezTo>
                    <a:pt x="17540" y="23559"/>
                    <a:pt x="17591" y="23596"/>
                    <a:pt x="17642" y="23618"/>
                  </a:cubicBezTo>
                  <a:cubicBezTo>
                    <a:pt x="18131" y="24026"/>
                    <a:pt x="18627" y="24428"/>
                    <a:pt x="19131" y="24814"/>
                  </a:cubicBezTo>
                  <a:cubicBezTo>
                    <a:pt x="20203" y="25639"/>
                    <a:pt x="21319" y="26405"/>
                    <a:pt x="22472" y="27098"/>
                  </a:cubicBezTo>
                  <a:cubicBezTo>
                    <a:pt x="22771" y="27280"/>
                    <a:pt x="23071" y="27456"/>
                    <a:pt x="23377" y="27623"/>
                  </a:cubicBezTo>
                  <a:cubicBezTo>
                    <a:pt x="23661" y="27784"/>
                    <a:pt x="23953" y="27937"/>
                    <a:pt x="24245" y="28090"/>
                  </a:cubicBezTo>
                  <a:cubicBezTo>
                    <a:pt x="24281" y="28104"/>
                    <a:pt x="24318" y="28110"/>
                    <a:pt x="24354" y="28110"/>
                  </a:cubicBezTo>
                  <a:cubicBezTo>
                    <a:pt x="24471" y="28110"/>
                    <a:pt x="24580" y="28041"/>
                    <a:pt x="24625" y="27930"/>
                  </a:cubicBezTo>
                  <a:cubicBezTo>
                    <a:pt x="24646" y="27864"/>
                    <a:pt x="24639" y="27784"/>
                    <a:pt x="24610" y="27718"/>
                  </a:cubicBezTo>
                  <a:cubicBezTo>
                    <a:pt x="24581" y="27653"/>
                    <a:pt x="24522" y="27594"/>
                    <a:pt x="24457" y="27565"/>
                  </a:cubicBezTo>
                  <a:cubicBezTo>
                    <a:pt x="24114" y="27390"/>
                    <a:pt x="23786" y="27200"/>
                    <a:pt x="23457" y="27018"/>
                  </a:cubicBezTo>
                  <a:cubicBezTo>
                    <a:pt x="21633" y="25960"/>
                    <a:pt x="19897" y="24763"/>
                    <a:pt x="18262" y="23435"/>
                  </a:cubicBezTo>
                  <a:cubicBezTo>
                    <a:pt x="18328" y="23399"/>
                    <a:pt x="18386" y="23370"/>
                    <a:pt x="18445" y="23333"/>
                  </a:cubicBezTo>
                  <a:cubicBezTo>
                    <a:pt x="18656" y="23209"/>
                    <a:pt x="18861" y="23078"/>
                    <a:pt x="19065" y="22932"/>
                  </a:cubicBezTo>
                  <a:cubicBezTo>
                    <a:pt x="19444" y="22655"/>
                    <a:pt x="19809" y="22348"/>
                    <a:pt x="20152" y="22013"/>
                  </a:cubicBezTo>
                  <a:cubicBezTo>
                    <a:pt x="20874" y="21312"/>
                    <a:pt x="21524" y="20546"/>
                    <a:pt x="22086" y="19714"/>
                  </a:cubicBezTo>
                  <a:cubicBezTo>
                    <a:pt x="22348" y="19335"/>
                    <a:pt x="22596" y="18941"/>
                    <a:pt x="22815" y="18540"/>
                  </a:cubicBezTo>
                  <a:cubicBezTo>
                    <a:pt x="22925" y="18335"/>
                    <a:pt x="23027" y="18138"/>
                    <a:pt x="23129" y="17934"/>
                  </a:cubicBezTo>
                  <a:cubicBezTo>
                    <a:pt x="23231" y="17730"/>
                    <a:pt x="23333" y="17511"/>
                    <a:pt x="23428" y="17292"/>
                  </a:cubicBezTo>
                  <a:cubicBezTo>
                    <a:pt x="23778" y="16519"/>
                    <a:pt x="24041" y="15709"/>
                    <a:pt x="24223" y="14877"/>
                  </a:cubicBezTo>
                  <a:cubicBezTo>
                    <a:pt x="24231" y="14841"/>
                    <a:pt x="24201" y="14812"/>
                    <a:pt x="24172" y="14804"/>
                  </a:cubicBezTo>
                  <a:lnTo>
                    <a:pt x="24165" y="14804"/>
                  </a:lnTo>
                  <a:cubicBezTo>
                    <a:pt x="24128" y="14812"/>
                    <a:pt x="24107" y="14833"/>
                    <a:pt x="24099" y="14863"/>
                  </a:cubicBezTo>
                  <a:cubicBezTo>
                    <a:pt x="24085" y="14950"/>
                    <a:pt x="24063" y="15045"/>
                    <a:pt x="24034" y="15140"/>
                  </a:cubicBezTo>
                  <a:lnTo>
                    <a:pt x="24034" y="15125"/>
                  </a:lnTo>
                  <a:cubicBezTo>
                    <a:pt x="23778" y="16088"/>
                    <a:pt x="23399" y="17015"/>
                    <a:pt x="22903" y="17883"/>
                  </a:cubicBezTo>
                  <a:cubicBezTo>
                    <a:pt x="22757" y="18138"/>
                    <a:pt x="22604" y="18387"/>
                    <a:pt x="22443" y="18635"/>
                  </a:cubicBezTo>
                  <a:cubicBezTo>
                    <a:pt x="22275" y="18897"/>
                    <a:pt x="22100" y="19153"/>
                    <a:pt x="21918" y="19401"/>
                  </a:cubicBezTo>
                  <a:cubicBezTo>
                    <a:pt x="21728" y="19656"/>
                    <a:pt x="21553" y="19882"/>
                    <a:pt x="21356" y="20108"/>
                  </a:cubicBezTo>
                  <a:cubicBezTo>
                    <a:pt x="21152" y="20342"/>
                    <a:pt x="20947" y="20583"/>
                    <a:pt x="20728" y="20802"/>
                  </a:cubicBezTo>
                  <a:cubicBezTo>
                    <a:pt x="20057" y="21495"/>
                    <a:pt x="19306" y="22093"/>
                    <a:pt x="18489" y="22604"/>
                  </a:cubicBezTo>
                  <a:cubicBezTo>
                    <a:pt x="18357" y="22677"/>
                    <a:pt x="18226" y="22757"/>
                    <a:pt x="18095" y="22830"/>
                  </a:cubicBezTo>
                  <a:cubicBezTo>
                    <a:pt x="17985" y="22896"/>
                    <a:pt x="17868" y="22954"/>
                    <a:pt x="17759" y="23020"/>
                  </a:cubicBezTo>
                  <a:cubicBezTo>
                    <a:pt x="17453" y="22764"/>
                    <a:pt x="17146" y="22509"/>
                    <a:pt x="16847" y="22246"/>
                  </a:cubicBezTo>
                  <a:cubicBezTo>
                    <a:pt x="16205" y="21684"/>
                    <a:pt x="15592" y="21108"/>
                    <a:pt x="14986" y="20510"/>
                  </a:cubicBezTo>
                  <a:lnTo>
                    <a:pt x="14979" y="20502"/>
                  </a:lnTo>
                  <a:cubicBezTo>
                    <a:pt x="14585" y="20116"/>
                    <a:pt x="14206" y="19729"/>
                    <a:pt x="13826" y="19328"/>
                  </a:cubicBezTo>
                  <a:lnTo>
                    <a:pt x="13863" y="19306"/>
                  </a:lnTo>
                  <a:cubicBezTo>
                    <a:pt x="13950" y="19240"/>
                    <a:pt x="14045" y="19167"/>
                    <a:pt x="14126" y="19102"/>
                  </a:cubicBezTo>
                  <a:cubicBezTo>
                    <a:pt x="14293" y="18963"/>
                    <a:pt x="14454" y="18817"/>
                    <a:pt x="14607" y="18664"/>
                  </a:cubicBezTo>
                  <a:cubicBezTo>
                    <a:pt x="14921" y="18343"/>
                    <a:pt x="15213" y="18000"/>
                    <a:pt x="15483" y="17635"/>
                  </a:cubicBezTo>
                  <a:cubicBezTo>
                    <a:pt x="15753" y="17270"/>
                    <a:pt x="15993" y="16891"/>
                    <a:pt x="16220" y="16504"/>
                  </a:cubicBezTo>
                  <a:cubicBezTo>
                    <a:pt x="16453" y="16096"/>
                    <a:pt x="16665" y="15687"/>
                    <a:pt x="16862" y="15257"/>
                  </a:cubicBezTo>
                  <a:cubicBezTo>
                    <a:pt x="17051" y="14833"/>
                    <a:pt x="17226" y="14410"/>
                    <a:pt x="17387" y="13972"/>
                  </a:cubicBezTo>
                  <a:cubicBezTo>
                    <a:pt x="17547" y="13535"/>
                    <a:pt x="17686" y="13090"/>
                    <a:pt x="17810" y="12645"/>
                  </a:cubicBezTo>
                  <a:cubicBezTo>
                    <a:pt x="18058" y="11776"/>
                    <a:pt x="18248" y="10901"/>
                    <a:pt x="18386" y="10011"/>
                  </a:cubicBezTo>
                  <a:cubicBezTo>
                    <a:pt x="18467" y="9544"/>
                    <a:pt x="18525" y="9070"/>
                    <a:pt x="18569" y="8595"/>
                  </a:cubicBezTo>
                  <a:cubicBezTo>
                    <a:pt x="18576" y="8551"/>
                    <a:pt x="18547" y="8522"/>
                    <a:pt x="18503" y="8522"/>
                  </a:cubicBezTo>
                  <a:cubicBezTo>
                    <a:pt x="18474" y="8522"/>
                    <a:pt x="18445" y="8544"/>
                    <a:pt x="18445" y="8581"/>
                  </a:cubicBezTo>
                  <a:cubicBezTo>
                    <a:pt x="18357" y="9544"/>
                    <a:pt x="18189" y="10500"/>
                    <a:pt x="17956" y="11441"/>
                  </a:cubicBezTo>
                  <a:cubicBezTo>
                    <a:pt x="17861" y="11791"/>
                    <a:pt x="17766" y="12141"/>
                    <a:pt x="17657" y="12491"/>
                  </a:cubicBezTo>
                  <a:cubicBezTo>
                    <a:pt x="17598" y="12666"/>
                    <a:pt x="17540" y="12842"/>
                    <a:pt x="17482" y="13017"/>
                  </a:cubicBezTo>
                  <a:cubicBezTo>
                    <a:pt x="17416" y="13192"/>
                    <a:pt x="17350" y="13367"/>
                    <a:pt x="17285" y="13535"/>
                  </a:cubicBezTo>
                  <a:cubicBezTo>
                    <a:pt x="17153" y="13885"/>
                    <a:pt x="17007" y="14228"/>
                    <a:pt x="16854" y="14571"/>
                  </a:cubicBezTo>
                  <a:cubicBezTo>
                    <a:pt x="16701" y="14906"/>
                    <a:pt x="16533" y="15213"/>
                    <a:pt x="16358" y="15534"/>
                  </a:cubicBezTo>
                  <a:cubicBezTo>
                    <a:pt x="16125" y="15957"/>
                    <a:pt x="15862" y="16366"/>
                    <a:pt x="15577" y="16760"/>
                  </a:cubicBezTo>
                  <a:cubicBezTo>
                    <a:pt x="15300" y="17139"/>
                    <a:pt x="15001" y="17496"/>
                    <a:pt x="14673" y="17839"/>
                  </a:cubicBezTo>
                  <a:cubicBezTo>
                    <a:pt x="14461" y="18051"/>
                    <a:pt x="14242" y="18255"/>
                    <a:pt x="14009" y="18452"/>
                  </a:cubicBezTo>
                  <a:cubicBezTo>
                    <a:pt x="13892" y="18554"/>
                    <a:pt x="13775" y="18657"/>
                    <a:pt x="13651" y="18751"/>
                  </a:cubicBezTo>
                  <a:cubicBezTo>
                    <a:pt x="13586" y="18802"/>
                    <a:pt x="13513" y="18861"/>
                    <a:pt x="13440" y="18912"/>
                  </a:cubicBezTo>
                  <a:cubicBezTo>
                    <a:pt x="12010" y="17372"/>
                    <a:pt x="10689" y="15724"/>
                    <a:pt x="9493" y="13994"/>
                  </a:cubicBezTo>
                  <a:cubicBezTo>
                    <a:pt x="9507" y="13980"/>
                    <a:pt x="9529" y="13965"/>
                    <a:pt x="9544" y="13951"/>
                  </a:cubicBezTo>
                  <a:cubicBezTo>
                    <a:pt x="9638" y="13856"/>
                    <a:pt x="9733" y="13761"/>
                    <a:pt x="9821" y="13666"/>
                  </a:cubicBezTo>
                  <a:cubicBezTo>
                    <a:pt x="9981" y="13491"/>
                    <a:pt x="10135" y="13309"/>
                    <a:pt x="10281" y="13119"/>
                  </a:cubicBezTo>
                  <a:cubicBezTo>
                    <a:pt x="10419" y="12922"/>
                    <a:pt x="10550" y="12725"/>
                    <a:pt x="10682" y="12521"/>
                  </a:cubicBezTo>
                  <a:cubicBezTo>
                    <a:pt x="10813" y="12316"/>
                    <a:pt x="10937" y="12090"/>
                    <a:pt x="11061" y="11864"/>
                  </a:cubicBezTo>
                  <a:cubicBezTo>
                    <a:pt x="11287" y="11426"/>
                    <a:pt x="11492" y="10981"/>
                    <a:pt x="11667" y="10521"/>
                  </a:cubicBezTo>
                  <a:cubicBezTo>
                    <a:pt x="11856" y="10062"/>
                    <a:pt x="12017" y="9588"/>
                    <a:pt x="12148" y="9106"/>
                  </a:cubicBezTo>
                  <a:cubicBezTo>
                    <a:pt x="12258" y="8734"/>
                    <a:pt x="12353" y="8362"/>
                    <a:pt x="12440" y="7982"/>
                  </a:cubicBezTo>
                  <a:cubicBezTo>
                    <a:pt x="12520" y="7618"/>
                    <a:pt x="12586" y="7253"/>
                    <a:pt x="12644" y="6888"/>
                  </a:cubicBezTo>
                  <a:cubicBezTo>
                    <a:pt x="12754" y="6166"/>
                    <a:pt x="12820" y="5443"/>
                    <a:pt x="12834" y="4714"/>
                  </a:cubicBezTo>
                  <a:cubicBezTo>
                    <a:pt x="12841" y="4685"/>
                    <a:pt x="12812" y="4655"/>
                    <a:pt x="12776" y="4648"/>
                  </a:cubicBezTo>
                  <a:cubicBezTo>
                    <a:pt x="12739" y="4648"/>
                    <a:pt x="12717" y="4670"/>
                    <a:pt x="12710" y="4699"/>
                  </a:cubicBezTo>
                  <a:cubicBezTo>
                    <a:pt x="12688" y="5764"/>
                    <a:pt x="12542" y="6815"/>
                    <a:pt x="12280" y="7844"/>
                  </a:cubicBezTo>
                  <a:cubicBezTo>
                    <a:pt x="12207" y="8128"/>
                    <a:pt x="12134" y="8406"/>
                    <a:pt x="12046" y="8683"/>
                  </a:cubicBezTo>
                  <a:cubicBezTo>
                    <a:pt x="11959" y="8982"/>
                    <a:pt x="11856" y="9274"/>
                    <a:pt x="11747" y="9558"/>
                  </a:cubicBezTo>
                  <a:cubicBezTo>
                    <a:pt x="11528" y="10120"/>
                    <a:pt x="11273" y="10675"/>
                    <a:pt x="10974" y="11200"/>
                  </a:cubicBezTo>
                  <a:cubicBezTo>
                    <a:pt x="10835" y="11441"/>
                    <a:pt x="10696" y="11681"/>
                    <a:pt x="10543" y="11915"/>
                  </a:cubicBezTo>
                  <a:cubicBezTo>
                    <a:pt x="10397" y="12148"/>
                    <a:pt x="10229" y="12375"/>
                    <a:pt x="10062" y="12601"/>
                  </a:cubicBezTo>
                  <a:cubicBezTo>
                    <a:pt x="9894" y="12827"/>
                    <a:pt x="9726" y="13039"/>
                    <a:pt x="9544" y="13250"/>
                  </a:cubicBezTo>
                  <a:cubicBezTo>
                    <a:pt x="9456" y="13360"/>
                    <a:pt x="9361" y="13462"/>
                    <a:pt x="9274" y="13571"/>
                  </a:cubicBezTo>
                  <a:lnTo>
                    <a:pt x="9230" y="13615"/>
                  </a:lnTo>
                  <a:cubicBezTo>
                    <a:pt x="8756" y="12907"/>
                    <a:pt x="8303" y="12185"/>
                    <a:pt x="7873" y="11448"/>
                  </a:cubicBezTo>
                  <a:lnTo>
                    <a:pt x="7873" y="11448"/>
                  </a:lnTo>
                  <a:lnTo>
                    <a:pt x="7880" y="11470"/>
                  </a:lnTo>
                  <a:cubicBezTo>
                    <a:pt x="7180" y="10281"/>
                    <a:pt x="6560" y="9048"/>
                    <a:pt x="6005" y="7785"/>
                  </a:cubicBezTo>
                  <a:cubicBezTo>
                    <a:pt x="5764" y="7238"/>
                    <a:pt x="5545" y="6676"/>
                    <a:pt x="5341" y="6115"/>
                  </a:cubicBezTo>
                  <a:cubicBezTo>
                    <a:pt x="5458" y="5991"/>
                    <a:pt x="5553" y="5859"/>
                    <a:pt x="5640" y="5721"/>
                  </a:cubicBezTo>
                  <a:cubicBezTo>
                    <a:pt x="5742" y="5553"/>
                    <a:pt x="5830" y="5378"/>
                    <a:pt x="5910" y="5195"/>
                  </a:cubicBezTo>
                  <a:cubicBezTo>
                    <a:pt x="6049" y="4845"/>
                    <a:pt x="6166" y="4480"/>
                    <a:pt x="6239" y="4108"/>
                  </a:cubicBezTo>
                  <a:cubicBezTo>
                    <a:pt x="6392" y="3357"/>
                    <a:pt x="6487" y="2591"/>
                    <a:pt x="6516" y="1825"/>
                  </a:cubicBezTo>
                  <a:cubicBezTo>
                    <a:pt x="6523" y="1803"/>
                    <a:pt x="6501" y="1781"/>
                    <a:pt x="6472" y="1773"/>
                  </a:cubicBezTo>
                  <a:cubicBezTo>
                    <a:pt x="6443" y="1773"/>
                    <a:pt x="6421" y="1795"/>
                    <a:pt x="6421" y="1817"/>
                  </a:cubicBezTo>
                  <a:cubicBezTo>
                    <a:pt x="6392" y="2445"/>
                    <a:pt x="6304" y="3065"/>
                    <a:pt x="6158" y="3678"/>
                  </a:cubicBezTo>
                  <a:cubicBezTo>
                    <a:pt x="6085" y="3955"/>
                    <a:pt x="5998" y="4232"/>
                    <a:pt x="5896" y="4495"/>
                  </a:cubicBezTo>
                  <a:cubicBezTo>
                    <a:pt x="5793" y="4750"/>
                    <a:pt x="5677" y="4998"/>
                    <a:pt x="5545" y="5239"/>
                  </a:cubicBezTo>
                  <a:cubicBezTo>
                    <a:pt x="5443" y="5421"/>
                    <a:pt x="5334" y="5589"/>
                    <a:pt x="5217" y="5757"/>
                  </a:cubicBezTo>
                  <a:cubicBezTo>
                    <a:pt x="5020" y="5188"/>
                    <a:pt x="4838" y="4612"/>
                    <a:pt x="4684" y="4028"/>
                  </a:cubicBezTo>
                  <a:lnTo>
                    <a:pt x="4684" y="4021"/>
                  </a:lnTo>
                  <a:cubicBezTo>
                    <a:pt x="4684" y="4013"/>
                    <a:pt x="4684" y="4013"/>
                    <a:pt x="4684" y="4006"/>
                  </a:cubicBezTo>
                  <a:cubicBezTo>
                    <a:pt x="4327" y="2707"/>
                    <a:pt x="4093" y="1379"/>
                    <a:pt x="3991" y="37"/>
                  </a:cubicBezTo>
                  <a:cubicBezTo>
                    <a:pt x="3991" y="15"/>
                    <a:pt x="3969" y="1"/>
                    <a:pt x="3948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1" name="Google Shape;1221;p55">
            <a:extLst>
              <a:ext uri="{FF2B5EF4-FFF2-40B4-BE49-F238E27FC236}">
                <a16:creationId xmlns:a16="http://schemas.microsoft.com/office/drawing/2014/main" id="{E28926BC-ACA5-4F48-5028-7CA010CDCD19}"/>
              </a:ext>
            </a:extLst>
          </p:cNvPr>
          <p:cNvSpPr/>
          <p:nvPr/>
        </p:nvSpPr>
        <p:spPr>
          <a:xfrm>
            <a:off x="8057257" y="4239834"/>
            <a:ext cx="33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EF4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55">
            <a:extLst>
              <a:ext uri="{FF2B5EF4-FFF2-40B4-BE49-F238E27FC236}">
                <a16:creationId xmlns:a16="http://schemas.microsoft.com/office/drawing/2014/main" id="{37CC25EB-0A1C-DE1A-FD65-8AB5BD3C6863}"/>
              </a:ext>
            </a:extLst>
          </p:cNvPr>
          <p:cNvGrpSpPr/>
          <p:nvPr/>
        </p:nvGrpSpPr>
        <p:grpSpPr>
          <a:xfrm>
            <a:off x="7700376" y="3508403"/>
            <a:ext cx="1001077" cy="1635089"/>
            <a:chOff x="7928351" y="3149928"/>
            <a:chExt cx="1001077" cy="1635089"/>
          </a:xfrm>
        </p:grpSpPr>
        <p:sp>
          <p:nvSpPr>
            <p:cNvPr id="1223" name="Google Shape;1223;p55">
              <a:extLst>
                <a:ext uri="{FF2B5EF4-FFF2-40B4-BE49-F238E27FC236}">
                  <a16:creationId xmlns:a16="http://schemas.microsoft.com/office/drawing/2014/main" id="{A505A8C7-9919-3C7F-D47C-B3A401921E98}"/>
                </a:ext>
              </a:extLst>
            </p:cNvPr>
            <p:cNvSpPr/>
            <p:nvPr/>
          </p:nvSpPr>
          <p:spPr>
            <a:xfrm>
              <a:off x="8488555" y="3149928"/>
              <a:ext cx="176854" cy="499502"/>
            </a:xfrm>
            <a:custGeom>
              <a:avLst/>
              <a:gdLst/>
              <a:ahLst/>
              <a:cxnLst/>
              <a:rect l="l" t="t" r="r" b="b"/>
              <a:pathLst>
                <a:path w="5415" h="15294" extrusionOk="0">
                  <a:moveTo>
                    <a:pt x="4065" y="1"/>
                  </a:moveTo>
                  <a:cubicBezTo>
                    <a:pt x="4067" y="1"/>
                    <a:pt x="4069" y="1"/>
                    <a:pt x="4071" y="1"/>
                  </a:cubicBezTo>
                  <a:lnTo>
                    <a:pt x="4071" y="1"/>
                  </a:lnTo>
                  <a:cubicBezTo>
                    <a:pt x="4074" y="1"/>
                    <a:pt x="4076" y="1"/>
                    <a:pt x="4079" y="1"/>
                  </a:cubicBezTo>
                  <a:close/>
                  <a:moveTo>
                    <a:pt x="4071" y="1"/>
                  </a:moveTo>
                  <a:cubicBezTo>
                    <a:pt x="3972" y="1"/>
                    <a:pt x="3880" y="9"/>
                    <a:pt x="3787" y="30"/>
                  </a:cubicBezTo>
                  <a:cubicBezTo>
                    <a:pt x="3678" y="52"/>
                    <a:pt x="3568" y="88"/>
                    <a:pt x="3474" y="132"/>
                  </a:cubicBezTo>
                  <a:cubicBezTo>
                    <a:pt x="3371" y="176"/>
                    <a:pt x="3277" y="227"/>
                    <a:pt x="3189" y="285"/>
                  </a:cubicBezTo>
                  <a:cubicBezTo>
                    <a:pt x="2744" y="577"/>
                    <a:pt x="2401" y="993"/>
                    <a:pt x="2124" y="1365"/>
                  </a:cubicBezTo>
                  <a:cubicBezTo>
                    <a:pt x="1832" y="1774"/>
                    <a:pt x="1562" y="2211"/>
                    <a:pt x="1336" y="2656"/>
                  </a:cubicBezTo>
                  <a:cubicBezTo>
                    <a:pt x="1153" y="2999"/>
                    <a:pt x="993" y="3350"/>
                    <a:pt x="854" y="3707"/>
                  </a:cubicBezTo>
                  <a:cubicBezTo>
                    <a:pt x="548" y="4502"/>
                    <a:pt x="322" y="5327"/>
                    <a:pt x="190" y="6166"/>
                  </a:cubicBezTo>
                  <a:cubicBezTo>
                    <a:pt x="66" y="6976"/>
                    <a:pt x="8" y="7786"/>
                    <a:pt x="8" y="8603"/>
                  </a:cubicBezTo>
                  <a:cubicBezTo>
                    <a:pt x="1" y="10259"/>
                    <a:pt x="234" y="11930"/>
                    <a:pt x="460" y="13549"/>
                  </a:cubicBezTo>
                  <a:cubicBezTo>
                    <a:pt x="497" y="13805"/>
                    <a:pt x="533" y="14067"/>
                    <a:pt x="570" y="14330"/>
                  </a:cubicBezTo>
                  <a:cubicBezTo>
                    <a:pt x="584" y="14454"/>
                    <a:pt x="606" y="14600"/>
                    <a:pt x="621" y="14739"/>
                  </a:cubicBezTo>
                  <a:cubicBezTo>
                    <a:pt x="621" y="14790"/>
                    <a:pt x="613" y="14841"/>
                    <a:pt x="613" y="14892"/>
                  </a:cubicBezTo>
                  <a:cubicBezTo>
                    <a:pt x="613" y="14936"/>
                    <a:pt x="628" y="14972"/>
                    <a:pt x="650" y="14994"/>
                  </a:cubicBezTo>
                  <a:cubicBezTo>
                    <a:pt x="665" y="15067"/>
                    <a:pt x="672" y="15147"/>
                    <a:pt x="679" y="15220"/>
                  </a:cubicBezTo>
                  <a:cubicBezTo>
                    <a:pt x="679" y="15257"/>
                    <a:pt x="716" y="15293"/>
                    <a:pt x="752" y="15293"/>
                  </a:cubicBezTo>
                  <a:cubicBezTo>
                    <a:pt x="774" y="15293"/>
                    <a:pt x="796" y="15286"/>
                    <a:pt x="818" y="15264"/>
                  </a:cubicBezTo>
                  <a:cubicBezTo>
                    <a:pt x="825" y="15257"/>
                    <a:pt x="832" y="15235"/>
                    <a:pt x="832" y="15220"/>
                  </a:cubicBezTo>
                  <a:lnTo>
                    <a:pt x="825" y="15125"/>
                  </a:lnTo>
                  <a:lnTo>
                    <a:pt x="810" y="15038"/>
                  </a:lnTo>
                  <a:cubicBezTo>
                    <a:pt x="869" y="15016"/>
                    <a:pt x="905" y="14958"/>
                    <a:pt x="905" y="14899"/>
                  </a:cubicBezTo>
                  <a:cubicBezTo>
                    <a:pt x="920" y="14673"/>
                    <a:pt x="942" y="14432"/>
                    <a:pt x="978" y="14177"/>
                  </a:cubicBezTo>
                  <a:cubicBezTo>
                    <a:pt x="1132" y="13046"/>
                    <a:pt x="1489" y="11850"/>
                    <a:pt x="2087" y="10412"/>
                  </a:cubicBezTo>
                  <a:lnTo>
                    <a:pt x="2087" y="10412"/>
                  </a:lnTo>
                  <a:lnTo>
                    <a:pt x="2080" y="10441"/>
                  </a:lnTo>
                  <a:cubicBezTo>
                    <a:pt x="2408" y="9683"/>
                    <a:pt x="2751" y="8931"/>
                    <a:pt x="3050" y="8296"/>
                  </a:cubicBezTo>
                  <a:lnTo>
                    <a:pt x="3087" y="8223"/>
                  </a:lnTo>
                  <a:cubicBezTo>
                    <a:pt x="3408" y="7545"/>
                    <a:pt x="3736" y="6852"/>
                    <a:pt x="4035" y="6159"/>
                  </a:cubicBezTo>
                  <a:cubicBezTo>
                    <a:pt x="4210" y="5757"/>
                    <a:pt x="4356" y="5400"/>
                    <a:pt x="4488" y="5071"/>
                  </a:cubicBezTo>
                  <a:cubicBezTo>
                    <a:pt x="4553" y="4889"/>
                    <a:pt x="4626" y="4707"/>
                    <a:pt x="4692" y="4517"/>
                  </a:cubicBezTo>
                  <a:lnTo>
                    <a:pt x="4787" y="4254"/>
                  </a:lnTo>
                  <a:cubicBezTo>
                    <a:pt x="4962" y="3780"/>
                    <a:pt x="5115" y="3299"/>
                    <a:pt x="5246" y="2810"/>
                  </a:cubicBezTo>
                  <a:cubicBezTo>
                    <a:pt x="5312" y="2525"/>
                    <a:pt x="5363" y="2241"/>
                    <a:pt x="5385" y="1949"/>
                  </a:cubicBezTo>
                  <a:cubicBezTo>
                    <a:pt x="5414" y="1686"/>
                    <a:pt x="5407" y="1416"/>
                    <a:pt x="5363" y="1146"/>
                  </a:cubicBezTo>
                  <a:cubicBezTo>
                    <a:pt x="5341" y="1044"/>
                    <a:pt x="5312" y="942"/>
                    <a:pt x="5268" y="840"/>
                  </a:cubicBezTo>
                  <a:cubicBezTo>
                    <a:pt x="5246" y="774"/>
                    <a:pt x="5210" y="716"/>
                    <a:pt x="5181" y="650"/>
                  </a:cubicBezTo>
                  <a:cubicBezTo>
                    <a:pt x="5144" y="584"/>
                    <a:pt x="5101" y="526"/>
                    <a:pt x="5050" y="468"/>
                  </a:cubicBezTo>
                  <a:cubicBezTo>
                    <a:pt x="4889" y="278"/>
                    <a:pt x="4685" y="139"/>
                    <a:pt x="4451" y="59"/>
                  </a:cubicBezTo>
                  <a:cubicBezTo>
                    <a:pt x="4329" y="23"/>
                    <a:pt x="4200" y="1"/>
                    <a:pt x="4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5">
              <a:extLst>
                <a:ext uri="{FF2B5EF4-FFF2-40B4-BE49-F238E27FC236}">
                  <a16:creationId xmlns:a16="http://schemas.microsoft.com/office/drawing/2014/main" id="{AB95270C-E23C-1F50-B2BF-F3A7590E7472}"/>
                </a:ext>
              </a:extLst>
            </p:cNvPr>
            <p:cNvSpPr/>
            <p:nvPr/>
          </p:nvSpPr>
          <p:spPr>
            <a:xfrm>
              <a:off x="8134463" y="3867420"/>
              <a:ext cx="267387" cy="570472"/>
            </a:xfrm>
            <a:custGeom>
              <a:avLst/>
              <a:gdLst/>
              <a:ahLst/>
              <a:cxnLst/>
              <a:rect l="l" t="t" r="r" b="b"/>
              <a:pathLst>
                <a:path w="8187" h="17467" extrusionOk="0">
                  <a:moveTo>
                    <a:pt x="1920" y="0"/>
                  </a:moveTo>
                  <a:cubicBezTo>
                    <a:pt x="1868" y="0"/>
                    <a:pt x="1817" y="7"/>
                    <a:pt x="1774" y="7"/>
                  </a:cubicBezTo>
                  <a:cubicBezTo>
                    <a:pt x="1642" y="22"/>
                    <a:pt x="1518" y="58"/>
                    <a:pt x="1394" y="102"/>
                  </a:cubicBezTo>
                  <a:cubicBezTo>
                    <a:pt x="1263" y="153"/>
                    <a:pt x="1139" y="212"/>
                    <a:pt x="1022" y="292"/>
                  </a:cubicBezTo>
                  <a:cubicBezTo>
                    <a:pt x="811" y="438"/>
                    <a:pt x="635" y="628"/>
                    <a:pt x="497" y="839"/>
                  </a:cubicBezTo>
                  <a:cubicBezTo>
                    <a:pt x="358" y="1058"/>
                    <a:pt x="256" y="1284"/>
                    <a:pt x="190" y="1532"/>
                  </a:cubicBezTo>
                  <a:cubicBezTo>
                    <a:pt x="117" y="1795"/>
                    <a:pt x="66" y="2058"/>
                    <a:pt x="44" y="2328"/>
                  </a:cubicBezTo>
                  <a:cubicBezTo>
                    <a:pt x="1" y="2867"/>
                    <a:pt x="23" y="3415"/>
                    <a:pt x="103" y="3955"/>
                  </a:cubicBezTo>
                  <a:cubicBezTo>
                    <a:pt x="139" y="4195"/>
                    <a:pt x="183" y="4429"/>
                    <a:pt x="234" y="4655"/>
                  </a:cubicBezTo>
                  <a:cubicBezTo>
                    <a:pt x="278" y="4881"/>
                    <a:pt x="351" y="5129"/>
                    <a:pt x="446" y="5414"/>
                  </a:cubicBezTo>
                  <a:cubicBezTo>
                    <a:pt x="665" y="6100"/>
                    <a:pt x="935" y="6771"/>
                    <a:pt x="1248" y="7413"/>
                  </a:cubicBezTo>
                  <a:cubicBezTo>
                    <a:pt x="1803" y="8573"/>
                    <a:pt x="2518" y="9748"/>
                    <a:pt x="3568" y="11229"/>
                  </a:cubicBezTo>
                  <a:cubicBezTo>
                    <a:pt x="4035" y="11885"/>
                    <a:pt x="4524" y="12549"/>
                    <a:pt x="4998" y="13191"/>
                  </a:cubicBezTo>
                  <a:cubicBezTo>
                    <a:pt x="5268" y="13563"/>
                    <a:pt x="5546" y="13936"/>
                    <a:pt x="5816" y="14308"/>
                  </a:cubicBezTo>
                  <a:cubicBezTo>
                    <a:pt x="6509" y="15256"/>
                    <a:pt x="7231" y="16278"/>
                    <a:pt x="7866" y="17350"/>
                  </a:cubicBezTo>
                  <a:cubicBezTo>
                    <a:pt x="7873" y="17365"/>
                    <a:pt x="7888" y="17379"/>
                    <a:pt x="7902" y="17379"/>
                  </a:cubicBezTo>
                  <a:cubicBezTo>
                    <a:pt x="7924" y="17430"/>
                    <a:pt x="7975" y="17467"/>
                    <a:pt x="8034" y="17467"/>
                  </a:cubicBezTo>
                  <a:cubicBezTo>
                    <a:pt x="8077" y="17467"/>
                    <a:pt x="8114" y="17445"/>
                    <a:pt x="8143" y="17416"/>
                  </a:cubicBezTo>
                  <a:cubicBezTo>
                    <a:pt x="8172" y="17394"/>
                    <a:pt x="8187" y="17357"/>
                    <a:pt x="8187" y="17314"/>
                  </a:cubicBezTo>
                  <a:lnTo>
                    <a:pt x="8180" y="17066"/>
                  </a:lnTo>
                  <a:cubicBezTo>
                    <a:pt x="8180" y="16956"/>
                    <a:pt x="8180" y="16847"/>
                    <a:pt x="8172" y="16737"/>
                  </a:cubicBezTo>
                  <a:cubicBezTo>
                    <a:pt x="8165" y="16526"/>
                    <a:pt x="8150" y="16314"/>
                    <a:pt x="8143" y="16102"/>
                  </a:cubicBezTo>
                  <a:cubicBezTo>
                    <a:pt x="8121" y="15738"/>
                    <a:pt x="8092" y="15336"/>
                    <a:pt x="8041" y="14877"/>
                  </a:cubicBezTo>
                  <a:cubicBezTo>
                    <a:pt x="7968" y="14089"/>
                    <a:pt x="7851" y="13264"/>
                    <a:pt x="7705" y="12418"/>
                  </a:cubicBezTo>
                  <a:cubicBezTo>
                    <a:pt x="7413" y="10776"/>
                    <a:pt x="7019" y="9157"/>
                    <a:pt x="6516" y="7566"/>
                  </a:cubicBezTo>
                  <a:cubicBezTo>
                    <a:pt x="6042" y="6041"/>
                    <a:pt x="5487" y="4538"/>
                    <a:pt x="4838" y="3079"/>
                  </a:cubicBezTo>
                  <a:cubicBezTo>
                    <a:pt x="4641" y="2634"/>
                    <a:pt x="4422" y="2196"/>
                    <a:pt x="4174" y="1780"/>
                  </a:cubicBezTo>
                  <a:cubicBezTo>
                    <a:pt x="4021" y="1540"/>
                    <a:pt x="3860" y="1306"/>
                    <a:pt x="3685" y="1080"/>
                  </a:cubicBezTo>
                  <a:cubicBezTo>
                    <a:pt x="3525" y="868"/>
                    <a:pt x="3342" y="679"/>
                    <a:pt x="3145" y="511"/>
                  </a:cubicBezTo>
                  <a:cubicBezTo>
                    <a:pt x="3050" y="431"/>
                    <a:pt x="2941" y="350"/>
                    <a:pt x="2832" y="285"/>
                  </a:cubicBezTo>
                  <a:cubicBezTo>
                    <a:pt x="2722" y="212"/>
                    <a:pt x="2598" y="153"/>
                    <a:pt x="2474" y="102"/>
                  </a:cubicBezTo>
                  <a:cubicBezTo>
                    <a:pt x="2372" y="66"/>
                    <a:pt x="2270" y="37"/>
                    <a:pt x="2168" y="22"/>
                  </a:cubicBezTo>
                  <a:cubicBezTo>
                    <a:pt x="2080" y="15"/>
                    <a:pt x="2000" y="7"/>
                    <a:pt x="1920" y="7"/>
                  </a:cubicBezTo>
                  <a:lnTo>
                    <a:pt x="19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55">
              <a:extLst>
                <a:ext uri="{FF2B5EF4-FFF2-40B4-BE49-F238E27FC236}">
                  <a16:creationId xmlns:a16="http://schemas.microsoft.com/office/drawing/2014/main" id="{1AECEF7A-D999-53CE-1D9B-0AE5A055B784}"/>
                </a:ext>
              </a:extLst>
            </p:cNvPr>
            <p:cNvSpPr/>
            <p:nvPr/>
          </p:nvSpPr>
          <p:spPr>
            <a:xfrm>
              <a:off x="8476177" y="3601933"/>
              <a:ext cx="362232" cy="297925"/>
            </a:xfrm>
            <a:custGeom>
              <a:avLst/>
              <a:gdLst/>
              <a:ahLst/>
              <a:cxnLst/>
              <a:rect l="l" t="t" r="r" b="b"/>
              <a:pathLst>
                <a:path w="11091" h="9122" extrusionOk="0">
                  <a:moveTo>
                    <a:pt x="9065" y="0"/>
                  </a:moveTo>
                  <a:cubicBezTo>
                    <a:pt x="9040" y="0"/>
                    <a:pt x="9014" y="1"/>
                    <a:pt x="8989" y="1"/>
                  </a:cubicBezTo>
                  <a:lnTo>
                    <a:pt x="8952" y="1"/>
                  </a:lnTo>
                  <a:cubicBezTo>
                    <a:pt x="8697" y="1"/>
                    <a:pt x="8442" y="31"/>
                    <a:pt x="8194" y="82"/>
                  </a:cubicBezTo>
                  <a:cubicBezTo>
                    <a:pt x="7574" y="198"/>
                    <a:pt x="6983" y="403"/>
                    <a:pt x="6421" y="680"/>
                  </a:cubicBezTo>
                  <a:cubicBezTo>
                    <a:pt x="5407" y="1161"/>
                    <a:pt x="4422" y="1927"/>
                    <a:pt x="3502" y="2956"/>
                  </a:cubicBezTo>
                  <a:cubicBezTo>
                    <a:pt x="3086" y="3430"/>
                    <a:pt x="2692" y="3941"/>
                    <a:pt x="2335" y="4466"/>
                  </a:cubicBezTo>
                  <a:cubicBezTo>
                    <a:pt x="1977" y="4999"/>
                    <a:pt x="1649" y="5546"/>
                    <a:pt x="1350" y="6108"/>
                  </a:cubicBezTo>
                  <a:cubicBezTo>
                    <a:pt x="854" y="7042"/>
                    <a:pt x="409" y="7998"/>
                    <a:pt x="22" y="8983"/>
                  </a:cubicBezTo>
                  <a:cubicBezTo>
                    <a:pt x="0" y="9034"/>
                    <a:pt x="15" y="9085"/>
                    <a:pt x="66" y="9114"/>
                  </a:cubicBezTo>
                  <a:cubicBezTo>
                    <a:pt x="80" y="9121"/>
                    <a:pt x="88" y="9121"/>
                    <a:pt x="110" y="9121"/>
                  </a:cubicBezTo>
                  <a:cubicBezTo>
                    <a:pt x="139" y="9121"/>
                    <a:pt x="175" y="9107"/>
                    <a:pt x="190" y="9070"/>
                  </a:cubicBezTo>
                  <a:lnTo>
                    <a:pt x="212" y="9070"/>
                  </a:lnTo>
                  <a:cubicBezTo>
                    <a:pt x="218" y="9072"/>
                    <a:pt x="224" y="9072"/>
                    <a:pt x="231" y="9072"/>
                  </a:cubicBezTo>
                  <a:cubicBezTo>
                    <a:pt x="260" y="9072"/>
                    <a:pt x="289" y="9058"/>
                    <a:pt x="307" y="9034"/>
                  </a:cubicBezTo>
                  <a:cubicBezTo>
                    <a:pt x="438" y="8902"/>
                    <a:pt x="591" y="8771"/>
                    <a:pt x="781" y="8611"/>
                  </a:cubicBezTo>
                  <a:cubicBezTo>
                    <a:pt x="1314" y="8173"/>
                    <a:pt x="1890" y="7793"/>
                    <a:pt x="2495" y="7465"/>
                  </a:cubicBezTo>
                  <a:cubicBezTo>
                    <a:pt x="2831" y="7283"/>
                    <a:pt x="3174" y="7108"/>
                    <a:pt x="3459" y="6969"/>
                  </a:cubicBezTo>
                  <a:cubicBezTo>
                    <a:pt x="3780" y="6809"/>
                    <a:pt x="4093" y="6655"/>
                    <a:pt x="4422" y="6509"/>
                  </a:cubicBezTo>
                  <a:cubicBezTo>
                    <a:pt x="4692" y="6385"/>
                    <a:pt x="4954" y="6269"/>
                    <a:pt x="5224" y="6145"/>
                  </a:cubicBezTo>
                  <a:cubicBezTo>
                    <a:pt x="5611" y="5977"/>
                    <a:pt x="5998" y="5802"/>
                    <a:pt x="6377" y="5627"/>
                  </a:cubicBezTo>
                  <a:cubicBezTo>
                    <a:pt x="6698" y="5473"/>
                    <a:pt x="7019" y="5320"/>
                    <a:pt x="7325" y="5160"/>
                  </a:cubicBezTo>
                  <a:cubicBezTo>
                    <a:pt x="7588" y="5028"/>
                    <a:pt x="7836" y="4890"/>
                    <a:pt x="8092" y="4751"/>
                  </a:cubicBezTo>
                  <a:cubicBezTo>
                    <a:pt x="8580" y="4481"/>
                    <a:pt x="9062" y="4175"/>
                    <a:pt x="9522" y="3846"/>
                  </a:cubicBezTo>
                  <a:cubicBezTo>
                    <a:pt x="10113" y="3409"/>
                    <a:pt x="10514" y="3000"/>
                    <a:pt x="10784" y="2555"/>
                  </a:cubicBezTo>
                  <a:cubicBezTo>
                    <a:pt x="10922" y="2336"/>
                    <a:pt x="11017" y="2081"/>
                    <a:pt x="11054" y="1818"/>
                  </a:cubicBezTo>
                  <a:cubicBezTo>
                    <a:pt x="11090" y="1533"/>
                    <a:pt x="11054" y="1249"/>
                    <a:pt x="10937" y="979"/>
                  </a:cubicBezTo>
                  <a:cubicBezTo>
                    <a:pt x="10893" y="870"/>
                    <a:pt x="10828" y="760"/>
                    <a:pt x="10747" y="658"/>
                  </a:cubicBezTo>
                  <a:cubicBezTo>
                    <a:pt x="10660" y="556"/>
                    <a:pt x="10565" y="461"/>
                    <a:pt x="10455" y="388"/>
                  </a:cubicBezTo>
                  <a:cubicBezTo>
                    <a:pt x="10353" y="315"/>
                    <a:pt x="10244" y="257"/>
                    <a:pt x="10127" y="206"/>
                  </a:cubicBezTo>
                  <a:cubicBezTo>
                    <a:pt x="10003" y="147"/>
                    <a:pt x="9872" y="103"/>
                    <a:pt x="9733" y="74"/>
                  </a:cubicBezTo>
                  <a:cubicBezTo>
                    <a:pt x="9517" y="28"/>
                    <a:pt x="9289" y="0"/>
                    <a:pt x="9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55">
              <a:extLst>
                <a:ext uri="{FF2B5EF4-FFF2-40B4-BE49-F238E27FC236}">
                  <a16:creationId xmlns:a16="http://schemas.microsoft.com/office/drawing/2014/main" id="{C06C749D-B658-6489-2C65-F69AD8F04E99}"/>
                </a:ext>
              </a:extLst>
            </p:cNvPr>
            <p:cNvSpPr/>
            <p:nvPr/>
          </p:nvSpPr>
          <p:spPr>
            <a:xfrm>
              <a:off x="8394921" y="4120693"/>
              <a:ext cx="461845" cy="356517"/>
            </a:xfrm>
            <a:custGeom>
              <a:avLst/>
              <a:gdLst/>
              <a:ahLst/>
              <a:cxnLst/>
              <a:rect l="l" t="t" r="r" b="b"/>
              <a:pathLst>
                <a:path w="14141" h="10916" extrusionOk="0">
                  <a:moveTo>
                    <a:pt x="11543" y="1"/>
                  </a:moveTo>
                  <a:lnTo>
                    <a:pt x="11535" y="8"/>
                  </a:lnTo>
                  <a:cubicBezTo>
                    <a:pt x="11141" y="8"/>
                    <a:pt x="10747" y="52"/>
                    <a:pt x="10361" y="132"/>
                  </a:cubicBezTo>
                  <a:cubicBezTo>
                    <a:pt x="9835" y="242"/>
                    <a:pt x="9325" y="409"/>
                    <a:pt x="8836" y="636"/>
                  </a:cubicBezTo>
                  <a:cubicBezTo>
                    <a:pt x="8318" y="876"/>
                    <a:pt x="7814" y="1161"/>
                    <a:pt x="7340" y="1482"/>
                  </a:cubicBezTo>
                  <a:cubicBezTo>
                    <a:pt x="6844" y="1825"/>
                    <a:pt x="6370" y="2197"/>
                    <a:pt x="5917" y="2598"/>
                  </a:cubicBezTo>
                  <a:cubicBezTo>
                    <a:pt x="5450" y="3007"/>
                    <a:pt x="5013" y="3437"/>
                    <a:pt x="4589" y="3897"/>
                  </a:cubicBezTo>
                  <a:cubicBezTo>
                    <a:pt x="3750" y="4809"/>
                    <a:pt x="2970" y="5779"/>
                    <a:pt x="2277" y="6808"/>
                  </a:cubicBezTo>
                  <a:cubicBezTo>
                    <a:pt x="1642" y="7713"/>
                    <a:pt x="1073" y="8654"/>
                    <a:pt x="562" y="9632"/>
                  </a:cubicBezTo>
                  <a:cubicBezTo>
                    <a:pt x="394" y="9953"/>
                    <a:pt x="248" y="10252"/>
                    <a:pt x="117" y="10544"/>
                  </a:cubicBezTo>
                  <a:cubicBezTo>
                    <a:pt x="102" y="10573"/>
                    <a:pt x="102" y="10602"/>
                    <a:pt x="102" y="10638"/>
                  </a:cubicBezTo>
                  <a:cubicBezTo>
                    <a:pt x="29" y="10675"/>
                    <a:pt x="0" y="10770"/>
                    <a:pt x="44" y="10843"/>
                  </a:cubicBezTo>
                  <a:cubicBezTo>
                    <a:pt x="73" y="10886"/>
                    <a:pt x="124" y="10908"/>
                    <a:pt x="175" y="10916"/>
                  </a:cubicBezTo>
                  <a:cubicBezTo>
                    <a:pt x="197" y="10916"/>
                    <a:pt x="226" y="10908"/>
                    <a:pt x="248" y="10886"/>
                  </a:cubicBezTo>
                  <a:cubicBezTo>
                    <a:pt x="1576" y="9843"/>
                    <a:pt x="3065" y="9041"/>
                    <a:pt x="4473" y="8304"/>
                  </a:cubicBezTo>
                  <a:cubicBezTo>
                    <a:pt x="4947" y="8056"/>
                    <a:pt x="5429" y="7815"/>
                    <a:pt x="5910" y="7574"/>
                  </a:cubicBezTo>
                  <a:cubicBezTo>
                    <a:pt x="6457" y="7304"/>
                    <a:pt x="7004" y="7027"/>
                    <a:pt x="7544" y="6742"/>
                  </a:cubicBezTo>
                  <a:cubicBezTo>
                    <a:pt x="8814" y="6078"/>
                    <a:pt x="10047" y="5341"/>
                    <a:pt x="11236" y="4532"/>
                  </a:cubicBezTo>
                  <a:cubicBezTo>
                    <a:pt x="11601" y="4284"/>
                    <a:pt x="11929" y="4043"/>
                    <a:pt x="12236" y="3802"/>
                  </a:cubicBezTo>
                  <a:cubicBezTo>
                    <a:pt x="12549" y="3554"/>
                    <a:pt x="12849" y="3291"/>
                    <a:pt x="13133" y="3021"/>
                  </a:cubicBezTo>
                  <a:cubicBezTo>
                    <a:pt x="13374" y="2781"/>
                    <a:pt x="13600" y="2518"/>
                    <a:pt x="13790" y="2241"/>
                  </a:cubicBezTo>
                  <a:cubicBezTo>
                    <a:pt x="13943" y="2029"/>
                    <a:pt x="14045" y="1788"/>
                    <a:pt x="14089" y="1533"/>
                  </a:cubicBezTo>
                  <a:cubicBezTo>
                    <a:pt x="14140" y="1278"/>
                    <a:pt x="14082" y="1015"/>
                    <a:pt x="13943" y="803"/>
                  </a:cubicBezTo>
                  <a:cubicBezTo>
                    <a:pt x="13761" y="563"/>
                    <a:pt x="13520" y="387"/>
                    <a:pt x="13235" y="293"/>
                  </a:cubicBezTo>
                  <a:cubicBezTo>
                    <a:pt x="12819" y="132"/>
                    <a:pt x="12382" y="37"/>
                    <a:pt x="11929" y="15"/>
                  </a:cubicBezTo>
                  <a:cubicBezTo>
                    <a:pt x="11798" y="8"/>
                    <a:pt x="11674" y="1"/>
                    <a:pt x="11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5">
              <a:extLst>
                <a:ext uri="{FF2B5EF4-FFF2-40B4-BE49-F238E27FC236}">
                  <a16:creationId xmlns:a16="http://schemas.microsoft.com/office/drawing/2014/main" id="{C9F5BCAD-B55F-F196-EA00-B48F8083BBB5}"/>
                </a:ext>
              </a:extLst>
            </p:cNvPr>
            <p:cNvSpPr/>
            <p:nvPr/>
          </p:nvSpPr>
          <p:spPr>
            <a:xfrm>
              <a:off x="8297923" y="3660817"/>
              <a:ext cx="156115" cy="538531"/>
            </a:xfrm>
            <a:custGeom>
              <a:avLst/>
              <a:gdLst/>
              <a:ahLst/>
              <a:cxnLst/>
              <a:rect l="l" t="t" r="r" b="b"/>
              <a:pathLst>
                <a:path w="4780" h="16489" extrusionOk="0">
                  <a:moveTo>
                    <a:pt x="1178" y="1688"/>
                  </a:moveTo>
                  <a:cubicBezTo>
                    <a:pt x="1180" y="1695"/>
                    <a:pt x="1185" y="1703"/>
                    <a:pt x="1190" y="1708"/>
                  </a:cubicBezTo>
                  <a:cubicBezTo>
                    <a:pt x="1186" y="1701"/>
                    <a:pt x="1182" y="1694"/>
                    <a:pt x="1178" y="1688"/>
                  </a:cubicBezTo>
                  <a:close/>
                  <a:moveTo>
                    <a:pt x="132" y="0"/>
                  </a:moveTo>
                  <a:cubicBezTo>
                    <a:pt x="103" y="0"/>
                    <a:pt x="81" y="8"/>
                    <a:pt x="59" y="22"/>
                  </a:cubicBezTo>
                  <a:cubicBezTo>
                    <a:pt x="8" y="66"/>
                    <a:pt x="1" y="139"/>
                    <a:pt x="45" y="183"/>
                  </a:cubicBezTo>
                  <a:cubicBezTo>
                    <a:pt x="463" y="651"/>
                    <a:pt x="845" y="1155"/>
                    <a:pt x="1178" y="1688"/>
                  </a:cubicBezTo>
                  <a:lnTo>
                    <a:pt x="1178" y="1688"/>
                  </a:lnTo>
                  <a:cubicBezTo>
                    <a:pt x="1176" y="1684"/>
                    <a:pt x="1175" y="1681"/>
                    <a:pt x="1175" y="1679"/>
                  </a:cubicBezTo>
                  <a:lnTo>
                    <a:pt x="1175" y="1679"/>
                  </a:lnTo>
                  <a:cubicBezTo>
                    <a:pt x="1905" y="2846"/>
                    <a:pt x="2438" y="4123"/>
                    <a:pt x="2846" y="5436"/>
                  </a:cubicBezTo>
                  <a:cubicBezTo>
                    <a:pt x="3043" y="6063"/>
                    <a:pt x="3204" y="6706"/>
                    <a:pt x="3335" y="7348"/>
                  </a:cubicBezTo>
                  <a:cubicBezTo>
                    <a:pt x="3466" y="7990"/>
                    <a:pt x="3598" y="8668"/>
                    <a:pt x="3678" y="9332"/>
                  </a:cubicBezTo>
                  <a:cubicBezTo>
                    <a:pt x="3758" y="10003"/>
                    <a:pt x="3831" y="10660"/>
                    <a:pt x="3890" y="11324"/>
                  </a:cubicBezTo>
                  <a:cubicBezTo>
                    <a:pt x="3941" y="11973"/>
                    <a:pt x="3977" y="12615"/>
                    <a:pt x="4006" y="13265"/>
                  </a:cubicBezTo>
                  <a:cubicBezTo>
                    <a:pt x="4021" y="13535"/>
                    <a:pt x="4028" y="13812"/>
                    <a:pt x="4043" y="14082"/>
                  </a:cubicBezTo>
                  <a:lnTo>
                    <a:pt x="4043" y="13987"/>
                  </a:lnTo>
                  <a:cubicBezTo>
                    <a:pt x="4057" y="14359"/>
                    <a:pt x="4065" y="14738"/>
                    <a:pt x="4065" y="15111"/>
                  </a:cubicBezTo>
                  <a:cubicBezTo>
                    <a:pt x="4065" y="15286"/>
                    <a:pt x="4065" y="15461"/>
                    <a:pt x="4057" y="15636"/>
                  </a:cubicBezTo>
                  <a:cubicBezTo>
                    <a:pt x="4050" y="15811"/>
                    <a:pt x="4057" y="16001"/>
                    <a:pt x="4036" y="16176"/>
                  </a:cubicBezTo>
                  <a:cubicBezTo>
                    <a:pt x="4020" y="16379"/>
                    <a:pt x="4174" y="16488"/>
                    <a:pt x="4326" y="16488"/>
                  </a:cubicBezTo>
                  <a:cubicBezTo>
                    <a:pt x="4458" y="16488"/>
                    <a:pt x="4588" y="16407"/>
                    <a:pt x="4605" y="16234"/>
                  </a:cubicBezTo>
                  <a:cubicBezTo>
                    <a:pt x="4612" y="16096"/>
                    <a:pt x="4634" y="15964"/>
                    <a:pt x="4648" y="15833"/>
                  </a:cubicBezTo>
                  <a:cubicBezTo>
                    <a:pt x="4663" y="15694"/>
                    <a:pt x="4678" y="15534"/>
                    <a:pt x="4692" y="15380"/>
                  </a:cubicBezTo>
                  <a:cubicBezTo>
                    <a:pt x="4714" y="15089"/>
                    <a:pt x="4736" y="14790"/>
                    <a:pt x="4751" y="14498"/>
                  </a:cubicBezTo>
                  <a:cubicBezTo>
                    <a:pt x="4780" y="13848"/>
                    <a:pt x="4772" y="13206"/>
                    <a:pt x="4743" y="12557"/>
                  </a:cubicBezTo>
                  <a:cubicBezTo>
                    <a:pt x="4707" y="11908"/>
                    <a:pt x="4634" y="11258"/>
                    <a:pt x="4546" y="10609"/>
                  </a:cubicBezTo>
                  <a:cubicBezTo>
                    <a:pt x="4451" y="9945"/>
                    <a:pt x="4313" y="9296"/>
                    <a:pt x="4167" y="8639"/>
                  </a:cubicBezTo>
                  <a:cubicBezTo>
                    <a:pt x="3882" y="7333"/>
                    <a:pt x="3496" y="6042"/>
                    <a:pt x="3021" y="4794"/>
                  </a:cubicBezTo>
                  <a:cubicBezTo>
                    <a:pt x="2584" y="3619"/>
                    <a:pt x="2022" y="2503"/>
                    <a:pt x="1336" y="1452"/>
                  </a:cubicBezTo>
                  <a:cubicBezTo>
                    <a:pt x="1008" y="956"/>
                    <a:pt x="636" y="482"/>
                    <a:pt x="227" y="37"/>
                  </a:cubicBezTo>
                  <a:cubicBezTo>
                    <a:pt x="198" y="15"/>
                    <a:pt x="169" y="0"/>
                    <a:pt x="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5">
              <a:extLst>
                <a:ext uri="{FF2B5EF4-FFF2-40B4-BE49-F238E27FC236}">
                  <a16:creationId xmlns:a16="http://schemas.microsoft.com/office/drawing/2014/main" id="{4A0A0CC7-A99D-DC82-351A-57F7E649EB11}"/>
                </a:ext>
              </a:extLst>
            </p:cNvPr>
            <p:cNvSpPr/>
            <p:nvPr/>
          </p:nvSpPr>
          <p:spPr>
            <a:xfrm>
              <a:off x="8201676" y="3934371"/>
              <a:ext cx="218071" cy="563842"/>
            </a:xfrm>
            <a:custGeom>
              <a:avLst/>
              <a:gdLst/>
              <a:ahLst/>
              <a:cxnLst/>
              <a:rect l="l" t="t" r="r" b="b"/>
              <a:pathLst>
                <a:path w="6677" h="17264" extrusionOk="0">
                  <a:moveTo>
                    <a:pt x="95" y="0"/>
                  </a:moveTo>
                  <a:cubicBezTo>
                    <a:pt x="37" y="0"/>
                    <a:pt x="0" y="59"/>
                    <a:pt x="22" y="110"/>
                  </a:cubicBezTo>
                  <a:lnTo>
                    <a:pt x="29" y="117"/>
                  </a:lnTo>
                  <a:cubicBezTo>
                    <a:pt x="343" y="796"/>
                    <a:pt x="657" y="1474"/>
                    <a:pt x="985" y="2145"/>
                  </a:cubicBezTo>
                  <a:cubicBezTo>
                    <a:pt x="1321" y="2853"/>
                    <a:pt x="1671" y="3553"/>
                    <a:pt x="2007" y="4261"/>
                  </a:cubicBezTo>
                  <a:cubicBezTo>
                    <a:pt x="2707" y="5706"/>
                    <a:pt x="3378" y="7165"/>
                    <a:pt x="3977" y="8661"/>
                  </a:cubicBezTo>
                  <a:cubicBezTo>
                    <a:pt x="4122" y="9018"/>
                    <a:pt x="4254" y="9383"/>
                    <a:pt x="4385" y="9748"/>
                  </a:cubicBezTo>
                  <a:cubicBezTo>
                    <a:pt x="4516" y="10113"/>
                    <a:pt x="4655" y="10499"/>
                    <a:pt x="4772" y="10886"/>
                  </a:cubicBezTo>
                  <a:lnTo>
                    <a:pt x="4750" y="10798"/>
                  </a:lnTo>
                  <a:lnTo>
                    <a:pt x="4750" y="10798"/>
                  </a:lnTo>
                  <a:cubicBezTo>
                    <a:pt x="5064" y="11798"/>
                    <a:pt x="5319" y="12819"/>
                    <a:pt x="5516" y="13848"/>
                  </a:cubicBezTo>
                  <a:cubicBezTo>
                    <a:pt x="5604" y="14344"/>
                    <a:pt x="5684" y="14855"/>
                    <a:pt x="5749" y="15351"/>
                  </a:cubicBezTo>
                  <a:cubicBezTo>
                    <a:pt x="5815" y="15855"/>
                    <a:pt x="5852" y="16358"/>
                    <a:pt x="5888" y="16861"/>
                  </a:cubicBezTo>
                  <a:lnTo>
                    <a:pt x="5888" y="16934"/>
                  </a:lnTo>
                  <a:cubicBezTo>
                    <a:pt x="5903" y="17007"/>
                    <a:pt x="5932" y="17066"/>
                    <a:pt x="5976" y="17117"/>
                  </a:cubicBezTo>
                  <a:cubicBezTo>
                    <a:pt x="6041" y="17197"/>
                    <a:pt x="6136" y="17248"/>
                    <a:pt x="6238" y="17263"/>
                  </a:cubicBezTo>
                  <a:cubicBezTo>
                    <a:pt x="6247" y="17263"/>
                    <a:pt x="6256" y="17264"/>
                    <a:pt x="6264" y="17264"/>
                  </a:cubicBezTo>
                  <a:cubicBezTo>
                    <a:pt x="6358" y="17264"/>
                    <a:pt x="6449" y="17228"/>
                    <a:pt x="6523" y="17168"/>
                  </a:cubicBezTo>
                  <a:cubicBezTo>
                    <a:pt x="6603" y="17102"/>
                    <a:pt x="6654" y="17007"/>
                    <a:pt x="6661" y="16905"/>
                  </a:cubicBezTo>
                  <a:cubicBezTo>
                    <a:pt x="6661" y="16810"/>
                    <a:pt x="6669" y="16723"/>
                    <a:pt x="6676" y="16628"/>
                  </a:cubicBezTo>
                  <a:cubicBezTo>
                    <a:pt x="6676" y="16540"/>
                    <a:pt x="6676" y="16446"/>
                    <a:pt x="6676" y="16358"/>
                  </a:cubicBezTo>
                  <a:cubicBezTo>
                    <a:pt x="6676" y="16139"/>
                    <a:pt x="6661" y="15913"/>
                    <a:pt x="6647" y="15694"/>
                  </a:cubicBezTo>
                  <a:cubicBezTo>
                    <a:pt x="6625" y="15315"/>
                    <a:pt x="6589" y="14935"/>
                    <a:pt x="6530" y="14556"/>
                  </a:cubicBezTo>
                  <a:cubicBezTo>
                    <a:pt x="6399" y="13790"/>
                    <a:pt x="6216" y="13031"/>
                    <a:pt x="5983" y="12294"/>
                  </a:cubicBezTo>
                  <a:cubicBezTo>
                    <a:pt x="5742" y="11521"/>
                    <a:pt x="5450" y="10769"/>
                    <a:pt x="5144" y="10018"/>
                  </a:cubicBezTo>
                  <a:cubicBezTo>
                    <a:pt x="4837" y="9274"/>
                    <a:pt x="4502" y="8551"/>
                    <a:pt x="4159" y="7822"/>
                  </a:cubicBezTo>
                  <a:cubicBezTo>
                    <a:pt x="3510" y="6479"/>
                    <a:pt x="2795" y="5159"/>
                    <a:pt x="2101" y="3838"/>
                  </a:cubicBezTo>
                  <a:cubicBezTo>
                    <a:pt x="1766" y="3203"/>
                    <a:pt x="1423" y="2576"/>
                    <a:pt x="1095" y="1934"/>
                  </a:cubicBezTo>
                  <a:cubicBezTo>
                    <a:pt x="774" y="1314"/>
                    <a:pt x="460" y="686"/>
                    <a:pt x="161" y="44"/>
                  </a:cubicBezTo>
                  <a:cubicBezTo>
                    <a:pt x="146" y="15"/>
                    <a:pt x="124" y="0"/>
                    <a:pt x="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5">
              <a:extLst>
                <a:ext uri="{FF2B5EF4-FFF2-40B4-BE49-F238E27FC236}">
                  <a16:creationId xmlns:a16="http://schemas.microsoft.com/office/drawing/2014/main" id="{F3F9E5D1-9532-85F1-4CA8-1C3A890596D3}"/>
                </a:ext>
              </a:extLst>
            </p:cNvPr>
            <p:cNvSpPr/>
            <p:nvPr/>
          </p:nvSpPr>
          <p:spPr>
            <a:xfrm>
              <a:off x="8468796" y="3640797"/>
              <a:ext cx="294528" cy="275618"/>
            </a:xfrm>
            <a:custGeom>
              <a:avLst/>
              <a:gdLst/>
              <a:ahLst/>
              <a:cxnLst/>
              <a:rect l="l" t="t" r="r" b="b"/>
              <a:pathLst>
                <a:path w="9018" h="8439" extrusionOk="0">
                  <a:moveTo>
                    <a:pt x="8916" y="1"/>
                  </a:moveTo>
                  <a:cubicBezTo>
                    <a:pt x="8901" y="1"/>
                    <a:pt x="8894" y="1"/>
                    <a:pt x="8879" y="8"/>
                  </a:cubicBezTo>
                  <a:cubicBezTo>
                    <a:pt x="8215" y="409"/>
                    <a:pt x="7544" y="803"/>
                    <a:pt x="6888" y="1212"/>
                  </a:cubicBezTo>
                  <a:cubicBezTo>
                    <a:pt x="6552" y="1416"/>
                    <a:pt x="6224" y="1628"/>
                    <a:pt x="5888" y="1839"/>
                  </a:cubicBezTo>
                  <a:cubicBezTo>
                    <a:pt x="5545" y="2058"/>
                    <a:pt x="5195" y="2277"/>
                    <a:pt x="4859" y="2510"/>
                  </a:cubicBezTo>
                  <a:lnTo>
                    <a:pt x="4897" y="2485"/>
                  </a:lnTo>
                  <a:lnTo>
                    <a:pt x="4897" y="2485"/>
                  </a:lnTo>
                  <a:cubicBezTo>
                    <a:pt x="4637" y="2659"/>
                    <a:pt x="4376" y="2833"/>
                    <a:pt x="4122" y="3021"/>
                  </a:cubicBezTo>
                  <a:cubicBezTo>
                    <a:pt x="3874" y="3211"/>
                    <a:pt x="3626" y="3393"/>
                    <a:pt x="3385" y="3590"/>
                  </a:cubicBezTo>
                  <a:cubicBezTo>
                    <a:pt x="2904" y="3970"/>
                    <a:pt x="2444" y="4385"/>
                    <a:pt x="2021" y="4831"/>
                  </a:cubicBezTo>
                  <a:cubicBezTo>
                    <a:pt x="1591" y="5290"/>
                    <a:pt x="1197" y="5786"/>
                    <a:pt x="854" y="6319"/>
                  </a:cubicBezTo>
                  <a:cubicBezTo>
                    <a:pt x="686" y="6574"/>
                    <a:pt x="540" y="6844"/>
                    <a:pt x="409" y="7114"/>
                  </a:cubicBezTo>
                  <a:cubicBezTo>
                    <a:pt x="255" y="7421"/>
                    <a:pt x="139" y="7734"/>
                    <a:pt x="44" y="8055"/>
                  </a:cubicBezTo>
                  <a:cubicBezTo>
                    <a:pt x="0" y="8179"/>
                    <a:pt x="51" y="8318"/>
                    <a:pt x="161" y="8391"/>
                  </a:cubicBezTo>
                  <a:cubicBezTo>
                    <a:pt x="211" y="8423"/>
                    <a:pt x="267" y="8438"/>
                    <a:pt x="321" y="8438"/>
                  </a:cubicBezTo>
                  <a:cubicBezTo>
                    <a:pt x="416" y="8438"/>
                    <a:pt x="509" y="8392"/>
                    <a:pt x="569" y="8303"/>
                  </a:cubicBezTo>
                  <a:cubicBezTo>
                    <a:pt x="890" y="7778"/>
                    <a:pt x="1211" y="7246"/>
                    <a:pt x="1569" y="6735"/>
                  </a:cubicBezTo>
                  <a:cubicBezTo>
                    <a:pt x="1897" y="6253"/>
                    <a:pt x="2255" y="5786"/>
                    <a:pt x="2641" y="5341"/>
                  </a:cubicBezTo>
                  <a:cubicBezTo>
                    <a:pt x="2977" y="4947"/>
                    <a:pt x="3327" y="4561"/>
                    <a:pt x="3692" y="4189"/>
                  </a:cubicBezTo>
                  <a:cubicBezTo>
                    <a:pt x="3867" y="4006"/>
                    <a:pt x="4049" y="3831"/>
                    <a:pt x="4232" y="3656"/>
                  </a:cubicBezTo>
                  <a:cubicBezTo>
                    <a:pt x="4421" y="3481"/>
                    <a:pt x="4633" y="3291"/>
                    <a:pt x="4830" y="3116"/>
                  </a:cubicBezTo>
                  <a:cubicBezTo>
                    <a:pt x="5027" y="2941"/>
                    <a:pt x="5217" y="2788"/>
                    <a:pt x="5406" y="2627"/>
                  </a:cubicBezTo>
                  <a:cubicBezTo>
                    <a:pt x="5603" y="2467"/>
                    <a:pt x="5822" y="2292"/>
                    <a:pt x="6034" y="2124"/>
                  </a:cubicBezTo>
                  <a:cubicBezTo>
                    <a:pt x="6442" y="1810"/>
                    <a:pt x="6866" y="1518"/>
                    <a:pt x="7296" y="1226"/>
                  </a:cubicBezTo>
                  <a:lnTo>
                    <a:pt x="7289" y="1226"/>
                  </a:lnTo>
                  <a:cubicBezTo>
                    <a:pt x="7836" y="862"/>
                    <a:pt x="8398" y="511"/>
                    <a:pt x="8960" y="168"/>
                  </a:cubicBezTo>
                  <a:cubicBezTo>
                    <a:pt x="9003" y="146"/>
                    <a:pt x="9018" y="95"/>
                    <a:pt x="8996" y="52"/>
                  </a:cubicBezTo>
                  <a:cubicBezTo>
                    <a:pt x="8982" y="15"/>
                    <a:pt x="8952" y="1"/>
                    <a:pt x="89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5">
              <a:extLst>
                <a:ext uri="{FF2B5EF4-FFF2-40B4-BE49-F238E27FC236}">
                  <a16:creationId xmlns:a16="http://schemas.microsoft.com/office/drawing/2014/main" id="{221D879A-D41B-5554-7BBB-18334DD57CFF}"/>
                </a:ext>
              </a:extLst>
            </p:cNvPr>
            <p:cNvSpPr/>
            <p:nvPr/>
          </p:nvSpPr>
          <p:spPr>
            <a:xfrm>
              <a:off x="8409226" y="3938878"/>
              <a:ext cx="357464" cy="334014"/>
            </a:xfrm>
            <a:custGeom>
              <a:avLst/>
              <a:gdLst/>
              <a:ahLst/>
              <a:cxnLst/>
              <a:rect l="l" t="t" r="r" b="b"/>
              <a:pathLst>
                <a:path w="10945" h="10227" extrusionOk="0">
                  <a:moveTo>
                    <a:pt x="10827" y="1"/>
                  </a:moveTo>
                  <a:cubicBezTo>
                    <a:pt x="10813" y="1"/>
                    <a:pt x="10806" y="8"/>
                    <a:pt x="10791" y="16"/>
                  </a:cubicBezTo>
                  <a:lnTo>
                    <a:pt x="10791" y="23"/>
                  </a:lnTo>
                  <a:cubicBezTo>
                    <a:pt x="10149" y="431"/>
                    <a:pt x="9514" y="847"/>
                    <a:pt x="8894" y="1263"/>
                  </a:cubicBezTo>
                  <a:cubicBezTo>
                    <a:pt x="8252" y="1701"/>
                    <a:pt x="7617" y="2139"/>
                    <a:pt x="6997" y="2606"/>
                  </a:cubicBezTo>
                  <a:cubicBezTo>
                    <a:pt x="6683" y="2832"/>
                    <a:pt x="6377" y="3073"/>
                    <a:pt x="6063" y="3306"/>
                  </a:cubicBezTo>
                  <a:cubicBezTo>
                    <a:pt x="5757" y="3547"/>
                    <a:pt x="5457" y="3795"/>
                    <a:pt x="5151" y="4036"/>
                  </a:cubicBezTo>
                  <a:cubicBezTo>
                    <a:pt x="4852" y="4284"/>
                    <a:pt x="4553" y="4532"/>
                    <a:pt x="4261" y="4787"/>
                  </a:cubicBezTo>
                  <a:cubicBezTo>
                    <a:pt x="3962" y="5042"/>
                    <a:pt x="3685" y="5305"/>
                    <a:pt x="3407" y="5575"/>
                  </a:cubicBezTo>
                  <a:cubicBezTo>
                    <a:pt x="3101" y="5882"/>
                    <a:pt x="2794" y="6188"/>
                    <a:pt x="2495" y="6502"/>
                  </a:cubicBezTo>
                  <a:cubicBezTo>
                    <a:pt x="2182" y="6837"/>
                    <a:pt x="1875" y="7188"/>
                    <a:pt x="1583" y="7545"/>
                  </a:cubicBezTo>
                  <a:cubicBezTo>
                    <a:pt x="1291" y="7903"/>
                    <a:pt x="1036" y="8253"/>
                    <a:pt x="773" y="8610"/>
                  </a:cubicBezTo>
                  <a:cubicBezTo>
                    <a:pt x="518" y="8975"/>
                    <a:pt x="277" y="9354"/>
                    <a:pt x="58" y="9741"/>
                  </a:cubicBezTo>
                  <a:cubicBezTo>
                    <a:pt x="15" y="9814"/>
                    <a:pt x="0" y="9894"/>
                    <a:pt x="15" y="9975"/>
                  </a:cubicBezTo>
                  <a:cubicBezTo>
                    <a:pt x="49" y="10137"/>
                    <a:pt x="185" y="10226"/>
                    <a:pt x="323" y="10226"/>
                  </a:cubicBezTo>
                  <a:cubicBezTo>
                    <a:pt x="421" y="10226"/>
                    <a:pt x="520" y="10181"/>
                    <a:pt x="584" y="10084"/>
                  </a:cubicBezTo>
                  <a:cubicBezTo>
                    <a:pt x="781" y="9814"/>
                    <a:pt x="970" y="9530"/>
                    <a:pt x="1167" y="9252"/>
                  </a:cubicBezTo>
                  <a:cubicBezTo>
                    <a:pt x="1364" y="8982"/>
                    <a:pt x="1569" y="8705"/>
                    <a:pt x="1773" y="8435"/>
                  </a:cubicBezTo>
                  <a:cubicBezTo>
                    <a:pt x="2182" y="7895"/>
                    <a:pt x="2612" y="7370"/>
                    <a:pt x="3057" y="6859"/>
                  </a:cubicBezTo>
                  <a:lnTo>
                    <a:pt x="3057" y="6859"/>
                  </a:lnTo>
                  <a:lnTo>
                    <a:pt x="2999" y="6925"/>
                  </a:lnTo>
                  <a:cubicBezTo>
                    <a:pt x="3254" y="6633"/>
                    <a:pt x="3509" y="6341"/>
                    <a:pt x="3772" y="6057"/>
                  </a:cubicBezTo>
                  <a:cubicBezTo>
                    <a:pt x="4042" y="5779"/>
                    <a:pt x="4312" y="5502"/>
                    <a:pt x="4582" y="5218"/>
                  </a:cubicBezTo>
                  <a:cubicBezTo>
                    <a:pt x="4852" y="4940"/>
                    <a:pt x="5129" y="4670"/>
                    <a:pt x="5414" y="4400"/>
                  </a:cubicBezTo>
                  <a:cubicBezTo>
                    <a:pt x="5698" y="4123"/>
                    <a:pt x="5990" y="3875"/>
                    <a:pt x="6282" y="3620"/>
                  </a:cubicBezTo>
                  <a:cubicBezTo>
                    <a:pt x="6858" y="3102"/>
                    <a:pt x="7464" y="2620"/>
                    <a:pt x="8077" y="2146"/>
                  </a:cubicBezTo>
                  <a:cubicBezTo>
                    <a:pt x="8697" y="1672"/>
                    <a:pt x="9310" y="1234"/>
                    <a:pt x="9945" y="803"/>
                  </a:cubicBezTo>
                  <a:cubicBezTo>
                    <a:pt x="10083" y="709"/>
                    <a:pt x="10222" y="614"/>
                    <a:pt x="10360" y="519"/>
                  </a:cubicBezTo>
                  <a:cubicBezTo>
                    <a:pt x="10528" y="409"/>
                    <a:pt x="10703" y="293"/>
                    <a:pt x="10871" y="183"/>
                  </a:cubicBezTo>
                  <a:cubicBezTo>
                    <a:pt x="10922" y="161"/>
                    <a:pt x="10944" y="103"/>
                    <a:pt x="10915" y="52"/>
                  </a:cubicBezTo>
                  <a:cubicBezTo>
                    <a:pt x="10900" y="23"/>
                    <a:pt x="10864" y="1"/>
                    <a:pt x="108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55">
              <a:extLst>
                <a:ext uri="{FF2B5EF4-FFF2-40B4-BE49-F238E27FC236}">
                  <a16:creationId xmlns:a16="http://schemas.microsoft.com/office/drawing/2014/main" id="{FC887A27-3E12-0F48-758E-1C2C057B0947}"/>
                </a:ext>
              </a:extLst>
            </p:cNvPr>
            <p:cNvSpPr/>
            <p:nvPr/>
          </p:nvSpPr>
          <p:spPr>
            <a:xfrm>
              <a:off x="8395378" y="4166840"/>
              <a:ext cx="364812" cy="324902"/>
            </a:xfrm>
            <a:custGeom>
              <a:avLst/>
              <a:gdLst/>
              <a:ahLst/>
              <a:cxnLst/>
              <a:rect l="l" t="t" r="r" b="b"/>
              <a:pathLst>
                <a:path w="11170" h="9948" extrusionOk="0">
                  <a:moveTo>
                    <a:pt x="11037" y="0"/>
                  </a:moveTo>
                  <a:cubicBezTo>
                    <a:pt x="11028" y="0"/>
                    <a:pt x="11020" y="1"/>
                    <a:pt x="11011" y="3"/>
                  </a:cubicBezTo>
                  <a:cubicBezTo>
                    <a:pt x="11008" y="1"/>
                    <a:pt x="11006" y="0"/>
                    <a:pt x="11003" y="0"/>
                  </a:cubicBezTo>
                  <a:cubicBezTo>
                    <a:pt x="10995" y="0"/>
                    <a:pt x="10984" y="5"/>
                    <a:pt x="10974" y="11"/>
                  </a:cubicBezTo>
                  <a:lnTo>
                    <a:pt x="10974" y="18"/>
                  </a:lnTo>
                  <a:cubicBezTo>
                    <a:pt x="10347" y="390"/>
                    <a:pt x="9719" y="769"/>
                    <a:pt x="9099" y="1156"/>
                  </a:cubicBezTo>
                  <a:cubicBezTo>
                    <a:pt x="8464" y="1557"/>
                    <a:pt x="7837" y="1973"/>
                    <a:pt x="7217" y="2396"/>
                  </a:cubicBezTo>
                  <a:cubicBezTo>
                    <a:pt x="6896" y="2615"/>
                    <a:pt x="6582" y="2834"/>
                    <a:pt x="6268" y="3060"/>
                  </a:cubicBezTo>
                  <a:cubicBezTo>
                    <a:pt x="6122" y="3170"/>
                    <a:pt x="5969" y="3272"/>
                    <a:pt x="5823" y="3381"/>
                  </a:cubicBezTo>
                  <a:cubicBezTo>
                    <a:pt x="5677" y="3491"/>
                    <a:pt x="5502" y="3629"/>
                    <a:pt x="5342" y="3746"/>
                  </a:cubicBezTo>
                  <a:cubicBezTo>
                    <a:pt x="5042" y="3980"/>
                    <a:pt x="4736" y="4220"/>
                    <a:pt x="4430" y="4461"/>
                  </a:cubicBezTo>
                  <a:cubicBezTo>
                    <a:pt x="4291" y="4578"/>
                    <a:pt x="4145" y="4687"/>
                    <a:pt x="3999" y="4804"/>
                  </a:cubicBezTo>
                  <a:cubicBezTo>
                    <a:pt x="3860" y="4928"/>
                    <a:pt x="3700" y="5067"/>
                    <a:pt x="3554" y="5198"/>
                  </a:cubicBezTo>
                  <a:cubicBezTo>
                    <a:pt x="3211" y="5504"/>
                    <a:pt x="2868" y="5811"/>
                    <a:pt x="2547" y="6132"/>
                  </a:cubicBezTo>
                  <a:cubicBezTo>
                    <a:pt x="2204" y="6468"/>
                    <a:pt x="1883" y="6818"/>
                    <a:pt x="1577" y="7175"/>
                  </a:cubicBezTo>
                  <a:cubicBezTo>
                    <a:pt x="1000" y="7861"/>
                    <a:pt x="453" y="8591"/>
                    <a:pt x="74" y="9401"/>
                  </a:cubicBezTo>
                  <a:lnTo>
                    <a:pt x="59" y="9422"/>
                  </a:lnTo>
                  <a:lnTo>
                    <a:pt x="23" y="9503"/>
                  </a:lnTo>
                  <a:cubicBezTo>
                    <a:pt x="1" y="9561"/>
                    <a:pt x="1" y="9619"/>
                    <a:pt x="8" y="9678"/>
                  </a:cubicBezTo>
                  <a:cubicBezTo>
                    <a:pt x="47" y="9838"/>
                    <a:pt x="186" y="9947"/>
                    <a:pt x="342" y="9947"/>
                  </a:cubicBezTo>
                  <a:cubicBezTo>
                    <a:pt x="365" y="9947"/>
                    <a:pt x="387" y="9945"/>
                    <a:pt x="409" y="9940"/>
                  </a:cubicBezTo>
                  <a:cubicBezTo>
                    <a:pt x="497" y="9919"/>
                    <a:pt x="577" y="9867"/>
                    <a:pt x="621" y="9787"/>
                  </a:cubicBezTo>
                  <a:cubicBezTo>
                    <a:pt x="716" y="9670"/>
                    <a:pt x="803" y="9561"/>
                    <a:pt x="898" y="9444"/>
                  </a:cubicBezTo>
                  <a:cubicBezTo>
                    <a:pt x="986" y="9328"/>
                    <a:pt x="1081" y="9211"/>
                    <a:pt x="1168" y="9094"/>
                  </a:cubicBezTo>
                  <a:cubicBezTo>
                    <a:pt x="1365" y="8853"/>
                    <a:pt x="1555" y="8605"/>
                    <a:pt x="1752" y="8357"/>
                  </a:cubicBezTo>
                  <a:cubicBezTo>
                    <a:pt x="2124" y="7883"/>
                    <a:pt x="2518" y="7416"/>
                    <a:pt x="2912" y="6949"/>
                  </a:cubicBezTo>
                  <a:cubicBezTo>
                    <a:pt x="3124" y="6708"/>
                    <a:pt x="3335" y="6468"/>
                    <a:pt x="3554" y="6234"/>
                  </a:cubicBezTo>
                  <a:cubicBezTo>
                    <a:pt x="3795" y="5957"/>
                    <a:pt x="4050" y="5694"/>
                    <a:pt x="4313" y="5431"/>
                  </a:cubicBezTo>
                  <a:cubicBezTo>
                    <a:pt x="4568" y="5169"/>
                    <a:pt x="4824" y="4906"/>
                    <a:pt x="5094" y="4651"/>
                  </a:cubicBezTo>
                  <a:cubicBezTo>
                    <a:pt x="5363" y="4395"/>
                    <a:pt x="5633" y="4147"/>
                    <a:pt x="5918" y="3907"/>
                  </a:cubicBezTo>
                  <a:cubicBezTo>
                    <a:pt x="6195" y="3666"/>
                    <a:pt x="6472" y="3425"/>
                    <a:pt x="6757" y="3192"/>
                  </a:cubicBezTo>
                  <a:cubicBezTo>
                    <a:pt x="7034" y="2951"/>
                    <a:pt x="7326" y="2725"/>
                    <a:pt x="7618" y="2506"/>
                  </a:cubicBezTo>
                  <a:cubicBezTo>
                    <a:pt x="8194" y="2068"/>
                    <a:pt x="8778" y="1652"/>
                    <a:pt x="9376" y="1244"/>
                  </a:cubicBezTo>
                  <a:lnTo>
                    <a:pt x="9376" y="1244"/>
                  </a:lnTo>
                  <a:lnTo>
                    <a:pt x="9354" y="1265"/>
                  </a:lnTo>
                  <a:cubicBezTo>
                    <a:pt x="9909" y="886"/>
                    <a:pt x="10478" y="529"/>
                    <a:pt x="11054" y="186"/>
                  </a:cubicBezTo>
                  <a:cubicBezTo>
                    <a:pt x="11169" y="159"/>
                    <a:pt x="11140" y="0"/>
                    <a:pt x="110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55">
              <a:extLst>
                <a:ext uri="{FF2B5EF4-FFF2-40B4-BE49-F238E27FC236}">
                  <a16:creationId xmlns:a16="http://schemas.microsoft.com/office/drawing/2014/main" id="{1170C622-5358-9DAB-0759-01E1F978E0F8}"/>
                </a:ext>
              </a:extLst>
            </p:cNvPr>
            <p:cNvSpPr/>
            <p:nvPr/>
          </p:nvSpPr>
          <p:spPr>
            <a:xfrm>
              <a:off x="8162354" y="3538214"/>
              <a:ext cx="211865" cy="201708"/>
            </a:xfrm>
            <a:custGeom>
              <a:avLst/>
              <a:gdLst/>
              <a:ahLst/>
              <a:cxnLst/>
              <a:rect l="l" t="t" r="r" b="b"/>
              <a:pathLst>
                <a:path w="6487" h="6176" extrusionOk="0">
                  <a:moveTo>
                    <a:pt x="3320" y="1"/>
                  </a:moveTo>
                  <a:cubicBezTo>
                    <a:pt x="2123" y="1"/>
                    <a:pt x="1038" y="690"/>
                    <a:pt x="526" y="1777"/>
                  </a:cubicBezTo>
                  <a:cubicBezTo>
                    <a:pt x="0" y="2908"/>
                    <a:pt x="205" y="4251"/>
                    <a:pt x="1044" y="5170"/>
                  </a:cubicBezTo>
                  <a:cubicBezTo>
                    <a:pt x="1640" y="5823"/>
                    <a:pt x="2469" y="6176"/>
                    <a:pt x="3318" y="6176"/>
                  </a:cubicBezTo>
                  <a:cubicBezTo>
                    <a:pt x="3673" y="6176"/>
                    <a:pt x="4032" y="6114"/>
                    <a:pt x="4378" y="5987"/>
                  </a:cubicBezTo>
                  <a:cubicBezTo>
                    <a:pt x="5553" y="5564"/>
                    <a:pt x="6355" y="4469"/>
                    <a:pt x="6414" y="3222"/>
                  </a:cubicBezTo>
                  <a:cubicBezTo>
                    <a:pt x="6487" y="1522"/>
                    <a:pt x="5166" y="77"/>
                    <a:pt x="3466" y="4"/>
                  </a:cubicBezTo>
                  <a:cubicBezTo>
                    <a:pt x="3417" y="2"/>
                    <a:pt x="3369" y="1"/>
                    <a:pt x="3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5">
              <a:extLst>
                <a:ext uri="{FF2B5EF4-FFF2-40B4-BE49-F238E27FC236}">
                  <a16:creationId xmlns:a16="http://schemas.microsoft.com/office/drawing/2014/main" id="{E9292FAA-AB40-AFB5-88C7-10B945ABA1DD}"/>
                </a:ext>
              </a:extLst>
            </p:cNvPr>
            <p:cNvSpPr/>
            <p:nvPr/>
          </p:nvSpPr>
          <p:spPr>
            <a:xfrm>
              <a:off x="8692283" y="3832997"/>
              <a:ext cx="211865" cy="201871"/>
            </a:xfrm>
            <a:custGeom>
              <a:avLst/>
              <a:gdLst/>
              <a:ahLst/>
              <a:cxnLst/>
              <a:rect l="l" t="t" r="r" b="b"/>
              <a:pathLst>
                <a:path w="6487" h="6181" extrusionOk="0">
                  <a:moveTo>
                    <a:pt x="3322" y="0"/>
                  </a:moveTo>
                  <a:cubicBezTo>
                    <a:pt x="2124" y="0"/>
                    <a:pt x="1038" y="696"/>
                    <a:pt x="526" y="1784"/>
                  </a:cubicBezTo>
                  <a:cubicBezTo>
                    <a:pt x="1" y="2915"/>
                    <a:pt x="205" y="4257"/>
                    <a:pt x="1051" y="5176"/>
                  </a:cubicBezTo>
                  <a:cubicBezTo>
                    <a:pt x="1644" y="5826"/>
                    <a:pt x="2478" y="6181"/>
                    <a:pt x="3331" y="6181"/>
                  </a:cubicBezTo>
                  <a:cubicBezTo>
                    <a:pt x="3684" y="6181"/>
                    <a:pt x="4041" y="6120"/>
                    <a:pt x="4386" y="5994"/>
                  </a:cubicBezTo>
                  <a:cubicBezTo>
                    <a:pt x="5560" y="5570"/>
                    <a:pt x="6356" y="4476"/>
                    <a:pt x="6414" y="3228"/>
                  </a:cubicBezTo>
                  <a:cubicBezTo>
                    <a:pt x="6487" y="1521"/>
                    <a:pt x="5166" y="76"/>
                    <a:pt x="3466" y="3"/>
                  </a:cubicBezTo>
                  <a:cubicBezTo>
                    <a:pt x="3418" y="1"/>
                    <a:pt x="3370" y="0"/>
                    <a:pt x="3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55">
              <a:extLst>
                <a:ext uri="{FF2B5EF4-FFF2-40B4-BE49-F238E27FC236}">
                  <a16:creationId xmlns:a16="http://schemas.microsoft.com/office/drawing/2014/main" id="{F1023547-9DE8-A9CC-1E8C-C0708C7604ED}"/>
                </a:ext>
              </a:extLst>
            </p:cNvPr>
            <p:cNvSpPr/>
            <p:nvPr/>
          </p:nvSpPr>
          <p:spPr>
            <a:xfrm>
              <a:off x="7928351" y="4224974"/>
              <a:ext cx="211865" cy="201871"/>
            </a:xfrm>
            <a:custGeom>
              <a:avLst/>
              <a:gdLst/>
              <a:ahLst/>
              <a:cxnLst/>
              <a:rect l="l" t="t" r="r" b="b"/>
              <a:pathLst>
                <a:path w="6487" h="6181" extrusionOk="0">
                  <a:moveTo>
                    <a:pt x="3338" y="1"/>
                  </a:moveTo>
                  <a:cubicBezTo>
                    <a:pt x="2140" y="1"/>
                    <a:pt x="1040" y="692"/>
                    <a:pt x="526" y="1784"/>
                  </a:cubicBezTo>
                  <a:cubicBezTo>
                    <a:pt x="1" y="2915"/>
                    <a:pt x="205" y="4257"/>
                    <a:pt x="1051" y="5176"/>
                  </a:cubicBezTo>
                  <a:cubicBezTo>
                    <a:pt x="1644" y="5826"/>
                    <a:pt x="2474" y="6181"/>
                    <a:pt x="3325" y="6181"/>
                  </a:cubicBezTo>
                  <a:cubicBezTo>
                    <a:pt x="3678" y="6181"/>
                    <a:pt x="4034" y="6120"/>
                    <a:pt x="4378" y="5994"/>
                  </a:cubicBezTo>
                  <a:cubicBezTo>
                    <a:pt x="5553" y="5570"/>
                    <a:pt x="6355" y="4476"/>
                    <a:pt x="6414" y="3236"/>
                  </a:cubicBezTo>
                  <a:cubicBezTo>
                    <a:pt x="6487" y="1528"/>
                    <a:pt x="5166" y="84"/>
                    <a:pt x="3466" y="11"/>
                  </a:cubicBezTo>
                  <a:lnTo>
                    <a:pt x="3466" y="3"/>
                  </a:lnTo>
                  <a:cubicBezTo>
                    <a:pt x="3424" y="2"/>
                    <a:pt x="3381" y="1"/>
                    <a:pt x="3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55">
              <a:extLst>
                <a:ext uri="{FF2B5EF4-FFF2-40B4-BE49-F238E27FC236}">
                  <a16:creationId xmlns:a16="http://schemas.microsoft.com/office/drawing/2014/main" id="{2FA89C06-07AF-4DBD-3679-DAA31A4C1689}"/>
                </a:ext>
              </a:extLst>
            </p:cNvPr>
            <p:cNvSpPr/>
            <p:nvPr/>
          </p:nvSpPr>
          <p:spPr>
            <a:xfrm>
              <a:off x="8139003" y="3539521"/>
              <a:ext cx="237373" cy="200434"/>
            </a:xfrm>
            <a:custGeom>
              <a:avLst/>
              <a:gdLst/>
              <a:ahLst/>
              <a:cxnLst/>
              <a:rect l="l" t="t" r="r" b="b"/>
              <a:pathLst>
                <a:path w="7268" h="6137" extrusionOk="0">
                  <a:moveTo>
                    <a:pt x="4611" y="1"/>
                  </a:moveTo>
                  <a:lnTo>
                    <a:pt x="4611" y="1"/>
                  </a:lnTo>
                  <a:cubicBezTo>
                    <a:pt x="4684" y="23"/>
                    <a:pt x="4765" y="52"/>
                    <a:pt x="4838" y="88"/>
                  </a:cubicBezTo>
                  <a:cubicBezTo>
                    <a:pt x="5188" y="242"/>
                    <a:pt x="5502" y="468"/>
                    <a:pt x="5750" y="760"/>
                  </a:cubicBezTo>
                  <a:cubicBezTo>
                    <a:pt x="6122" y="1183"/>
                    <a:pt x="6333" y="1715"/>
                    <a:pt x="6370" y="2270"/>
                  </a:cubicBezTo>
                  <a:cubicBezTo>
                    <a:pt x="6384" y="2481"/>
                    <a:pt x="6370" y="2686"/>
                    <a:pt x="6333" y="2890"/>
                  </a:cubicBezTo>
                  <a:cubicBezTo>
                    <a:pt x="6297" y="3080"/>
                    <a:pt x="6246" y="3262"/>
                    <a:pt x="6165" y="3437"/>
                  </a:cubicBezTo>
                  <a:cubicBezTo>
                    <a:pt x="6093" y="3605"/>
                    <a:pt x="6005" y="3766"/>
                    <a:pt x="5903" y="3911"/>
                  </a:cubicBezTo>
                  <a:cubicBezTo>
                    <a:pt x="5596" y="4335"/>
                    <a:pt x="5166" y="4663"/>
                    <a:pt x="4670" y="4831"/>
                  </a:cubicBezTo>
                  <a:cubicBezTo>
                    <a:pt x="4560" y="4875"/>
                    <a:pt x="4451" y="4904"/>
                    <a:pt x="4334" y="4926"/>
                  </a:cubicBezTo>
                  <a:cubicBezTo>
                    <a:pt x="4239" y="4940"/>
                    <a:pt x="4137" y="4955"/>
                    <a:pt x="4035" y="4969"/>
                  </a:cubicBezTo>
                  <a:cubicBezTo>
                    <a:pt x="3973" y="4975"/>
                    <a:pt x="3910" y="4977"/>
                    <a:pt x="3847" y="4977"/>
                  </a:cubicBezTo>
                  <a:cubicBezTo>
                    <a:pt x="3732" y="4977"/>
                    <a:pt x="3615" y="4969"/>
                    <a:pt x="3502" y="4955"/>
                  </a:cubicBezTo>
                  <a:cubicBezTo>
                    <a:pt x="3298" y="4926"/>
                    <a:pt x="3101" y="4875"/>
                    <a:pt x="2911" y="4802"/>
                  </a:cubicBezTo>
                  <a:cubicBezTo>
                    <a:pt x="2751" y="4743"/>
                    <a:pt x="2590" y="4663"/>
                    <a:pt x="2444" y="4568"/>
                  </a:cubicBezTo>
                  <a:cubicBezTo>
                    <a:pt x="2284" y="4459"/>
                    <a:pt x="2131" y="4335"/>
                    <a:pt x="1992" y="4189"/>
                  </a:cubicBezTo>
                  <a:cubicBezTo>
                    <a:pt x="1861" y="4057"/>
                    <a:pt x="1751" y="3911"/>
                    <a:pt x="1657" y="3751"/>
                  </a:cubicBezTo>
                  <a:cubicBezTo>
                    <a:pt x="1649" y="3736"/>
                    <a:pt x="1642" y="3722"/>
                    <a:pt x="1635" y="3707"/>
                  </a:cubicBezTo>
                  <a:cubicBezTo>
                    <a:pt x="1584" y="3634"/>
                    <a:pt x="1547" y="3561"/>
                    <a:pt x="1511" y="3481"/>
                  </a:cubicBezTo>
                  <a:cubicBezTo>
                    <a:pt x="1511" y="3474"/>
                    <a:pt x="1503" y="3459"/>
                    <a:pt x="1496" y="3452"/>
                  </a:cubicBezTo>
                  <a:cubicBezTo>
                    <a:pt x="1460" y="3372"/>
                    <a:pt x="1430" y="3284"/>
                    <a:pt x="1401" y="3196"/>
                  </a:cubicBezTo>
                  <a:cubicBezTo>
                    <a:pt x="1387" y="3153"/>
                    <a:pt x="1379" y="3109"/>
                    <a:pt x="1365" y="3058"/>
                  </a:cubicBezTo>
                  <a:cubicBezTo>
                    <a:pt x="1350" y="3014"/>
                    <a:pt x="1350" y="2992"/>
                    <a:pt x="1343" y="2956"/>
                  </a:cubicBezTo>
                  <a:cubicBezTo>
                    <a:pt x="1321" y="2854"/>
                    <a:pt x="1306" y="2751"/>
                    <a:pt x="1299" y="2649"/>
                  </a:cubicBezTo>
                  <a:lnTo>
                    <a:pt x="1299" y="2627"/>
                  </a:lnTo>
                  <a:cubicBezTo>
                    <a:pt x="1284" y="2474"/>
                    <a:pt x="1284" y="2328"/>
                    <a:pt x="1299" y="2175"/>
                  </a:cubicBezTo>
                  <a:cubicBezTo>
                    <a:pt x="1306" y="2117"/>
                    <a:pt x="1314" y="2051"/>
                    <a:pt x="1328" y="1993"/>
                  </a:cubicBezTo>
                  <a:cubicBezTo>
                    <a:pt x="1328" y="1985"/>
                    <a:pt x="1328" y="1971"/>
                    <a:pt x="1335" y="1963"/>
                  </a:cubicBezTo>
                  <a:cubicBezTo>
                    <a:pt x="1357" y="1847"/>
                    <a:pt x="1387" y="1737"/>
                    <a:pt x="1423" y="1620"/>
                  </a:cubicBezTo>
                  <a:cubicBezTo>
                    <a:pt x="1445" y="1562"/>
                    <a:pt x="1467" y="1504"/>
                    <a:pt x="1489" y="1445"/>
                  </a:cubicBezTo>
                  <a:cubicBezTo>
                    <a:pt x="1496" y="1438"/>
                    <a:pt x="1496" y="1431"/>
                    <a:pt x="1496" y="1423"/>
                  </a:cubicBezTo>
                  <a:cubicBezTo>
                    <a:pt x="1532" y="1343"/>
                    <a:pt x="1569" y="1263"/>
                    <a:pt x="1613" y="1190"/>
                  </a:cubicBezTo>
                  <a:lnTo>
                    <a:pt x="1642" y="1139"/>
                  </a:lnTo>
                  <a:cubicBezTo>
                    <a:pt x="1678" y="1081"/>
                    <a:pt x="1722" y="1015"/>
                    <a:pt x="1759" y="957"/>
                  </a:cubicBezTo>
                  <a:lnTo>
                    <a:pt x="1759" y="957"/>
                  </a:lnTo>
                  <a:cubicBezTo>
                    <a:pt x="0" y="2897"/>
                    <a:pt x="1292" y="6013"/>
                    <a:pt x="3904" y="6137"/>
                  </a:cubicBezTo>
                  <a:lnTo>
                    <a:pt x="4042" y="6137"/>
                  </a:lnTo>
                  <a:cubicBezTo>
                    <a:pt x="5640" y="6137"/>
                    <a:pt x="6968" y="4918"/>
                    <a:pt x="7114" y="3328"/>
                  </a:cubicBezTo>
                  <a:cubicBezTo>
                    <a:pt x="7267" y="1737"/>
                    <a:pt x="6180" y="300"/>
                    <a:pt x="4611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55">
              <a:extLst>
                <a:ext uri="{FF2B5EF4-FFF2-40B4-BE49-F238E27FC236}">
                  <a16:creationId xmlns:a16="http://schemas.microsoft.com/office/drawing/2014/main" id="{FC524ED6-A194-34CC-9F88-8F69F6B71234}"/>
                </a:ext>
              </a:extLst>
            </p:cNvPr>
            <p:cNvSpPr/>
            <p:nvPr/>
          </p:nvSpPr>
          <p:spPr>
            <a:xfrm>
              <a:off x="7933348" y="4224843"/>
              <a:ext cx="205203" cy="202100"/>
            </a:xfrm>
            <a:custGeom>
              <a:avLst/>
              <a:gdLst/>
              <a:ahLst/>
              <a:cxnLst/>
              <a:rect l="l" t="t" r="r" b="b"/>
              <a:pathLst>
                <a:path w="6283" h="6188" extrusionOk="0">
                  <a:moveTo>
                    <a:pt x="3160" y="0"/>
                  </a:moveTo>
                  <a:cubicBezTo>
                    <a:pt x="2890" y="0"/>
                    <a:pt x="2627" y="37"/>
                    <a:pt x="2365" y="102"/>
                  </a:cubicBezTo>
                  <a:lnTo>
                    <a:pt x="2372" y="102"/>
                  </a:lnTo>
                  <a:cubicBezTo>
                    <a:pt x="2496" y="88"/>
                    <a:pt x="2613" y="80"/>
                    <a:pt x="2737" y="80"/>
                  </a:cubicBezTo>
                  <a:cubicBezTo>
                    <a:pt x="2919" y="80"/>
                    <a:pt x="3102" y="95"/>
                    <a:pt x="3277" y="139"/>
                  </a:cubicBezTo>
                  <a:cubicBezTo>
                    <a:pt x="3481" y="183"/>
                    <a:pt x="3671" y="248"/>
                    <a:pt x="3860" y="343"/>
                  </a:cubicBezTo>
                  <a:cubicBezTo>
                    <a:pt x="4028" y="423"/>
                    <a:pt x="4189" y="525"/>
                    <a:pt x="4335" y="642"/>
                  </a:cubicBezTo>
                  <a:cubicBezTo>
                    <a:pt x="4481" y="766"/>
                    <a:pt x="4619" y="905"/>
                    <a:pt x="4736" y="1058"/>
                  </a:cubicBezTo>
                  <a:cubicBezTo>
                    <a:pt x="4845" y="1197"/>
                    <a:pt x="4933" y="1343"/>
                    <a:pt x="5013" y="1503"/>
                  </a:cubicBezTo>
                  <a:cubicBezTo>
                    <a:pt x="5181" y="1846"/>
                    <a:pt x="5276" y="2225"/>
                    <a:pt x="5276" y="2612"/>
                  </a:cubicBezTo>
                  <a:cubicBezTo>
                    <a:pt x="5276" y="2824"/>
                    <a:pt x="5254" y="3028"/>
                    <a:pt x="5203" y="3232"/>
                  </a:cubicBezTo>
                  <a:cubicBezTo>
                    <a:pt x="5181" y="3327"/>
                    <a:pt x="5152" y="3415"/>
                    <a:pt x="5123" y="3502"/>
                  </a:cubicBezTo>
                  <a:cubicBezTo>
                    <a:pt x="5086" y="3590"/>
                    <a:pt x="5057" y="3670"/>
                    <a:pt x="5013" y="3750"/>
                  </a:cubicBezTo>
                  <a:cubicBezTo>
                    <a:pt x="4933" y="3911"/>
                    <a:pt x="4838" y="4064"/>
                    <a:pt x="4729" y="4210"/>
                  </a:cubicBezTo>
                  <a:cubicBezTo>
                    <a:pt x="4619" y="4341"/>
                    <a:pt x="4502" y="4458"/>
                    <a:pt x="4378" y="4575"/>
                  </a:cubicBezTo>
                  <a:cubicBezTo>
                    <a:pt x="4225" y="4699"/>
                    <a:pt x="4065" y="4808"/>
                    <a:pt x="3890" y="4896"/>
                  </a:cubicBezTo>
                  <a:cubicBezTo>
                    <a:pt x="3539" y="5078"/>
                    <a:pt x="3145" y="5173"/>
                    <a:pt x="2744" y="5173"/>
                  </a:cubicBezTo>
                  <a:cubicBezTo>
                    <a:pt x="2722" y="5174"/>
                    <a:pt x="2700" y="5174"/>
                    <a:pt x="2678" y="5174"/>
                  </a:cubicBezTo>
                  <a:cubicBezTo>
                    <a:pt x="2532" y="5174"/>
                    <a:pt x="2387" y="5155"/>
                    <a:pt x="2248" y="5129"/>
                  </a:cubicBezTo>
                  <a:cubicBezTo>
                    <a:pt x="2036" y="5093"/>
                    <a:pt x="1832" y="5027"/>
                    <a:pt x="1642" y="4932"/>
                  </a:cubicBezTo>
                  <a:cubicBezTo>
                    <a:pt x="1482" y="4859"/>
                    <a:pt x="1329" y="4764"/>
                    <a:pt x="1190" y="4662"/>
                  </a:cubicBezTo>
                  <a:cubicBezTo>
                    <a:pt x="1030" y="4538"/>
                    <a:pt x="891" y="4407"/>
                    <a:pt x="767" y="4254"/>
                  </a:cubicBezTo>
                  <a:cubicBezTo>
                    <a:pt x="650" y="4115"/>
                    <a:pt x="548" y="3962"/>
                    <a:pt x="468" y="3801"/>
                  </a:cubicBezTo>
                  <a:cubicBezTo>
                    <a:pt x="373" y="3619"/>
                    <a:pt x="307" y="3429"/>
                    <a:pt x="263" y="3240"/>
                  </a:cubicBezTo>
                  <a:cubicBezTo>
                    <a:pt x="220" y="3065"/>
                    <a:pt x="191" y="2897"/>
                    <a:pt x="191" y="2722"/>
                  </a:cubicBezTo>
                  <a:cubicBezTo>
                    <a:pt x="191" y="2722"/>
                    <a:pt x="191" y="2722"/>
                    <a:pt x="191" y="2714"/>
                  </a:cubicBezTo>
                  <a:lnTo>
                    <a:pt x="191" y="2692"/>
                  </a:lnTo>
                  <a:cubicBezTo>
                    <a:pt x="183" y="2510"/>
                    <a:pt x="198" y="2328"/>
                    <a:pt x="234" y="2152"/>
                  </a:cubicBezTo>
                  <a:cubicBezTo>
                    <a:pt x="227" y="2145"/>
                    <a:pt x="227" y="2138"/>
                    <a:pt x="234" y="2131"/>
                  </a:cubicBezTo>
                  <a:cubicBezTo>
                    <a:pt x="234" y="2123"/>
                    <a:pt x="234" y="2123"/>
                    <a:pt x="234" y="2116"/>
                  </a:cubicBezTo>
                  <a:lnTo>
                    <a:pt x="234" y="2109"/>
                  </a:lnTo>
                  <a:cubicBezTo>
                    <a:pt x="139" y="2386"/>
                    <a:pt x="88" y="2671"/>
                    <a:pt x="74" y="2955"/>
                  </a:cubicBezTo>
                  <a:cubicBezTo>
                    <a:pt x="1" y="4662"/>
                    <a:pt x="1321" y="6107"/>
                    <a:pt x="3029" y="6187"/>
                  </a:cubicBezTo>
                  <a:lnTo>
                    <a:pt x="3167" y="6187"/>
                  </a:lnTo>
                  <a:cubicBezTo>
                    <a:pt x="4845" y="6180"/>
                    <a:pt x="6210" y="4837"/>
                    <a:pt x="6246" y="3159"/>
                  </a:cubicBezTo>
                  <a:cubicBezTo>
                    <a:pt x="6283" y="1481"/>
                    <a:pt x="4977" y="80"/>
                    <a:pt x="3306" y="0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5">
              <a:extLst>
                <a:ext uri="{FF2B5EF4-FFF2-40B4-BE49-F238E27FC236}">
                  <a16:creationId xmlns:a16="http://schemas.microsoft.com/office/drawing/2014/main" id="{060FE307-3BAA-4D17-1218-A994A2108A6A}"/>
                </a:ext>
              </a:extLst>
            </p:cNvPr>
            <p:cNvSpPr/>
            <p:nvPr/>
          </p:nvSpPr>
          <p:spPr>
            <a:xfrm>
              <a:off x="8697542" y="3833324"/>
              <a:ext cx="231886" cy="201643"/>
            </a:xfrm>
            <a:custGeom>
              <a:avLst/>
              <a:gdLst/>
              <a:ahLst/>
              <a:cxnLst/>
              <a:rect l="l" t="t" r="r" b="b"/>
              <a:pathLst>
                <a:path w="7100" h="6174" extrusionOk="0">
                  <a:moveTo>
                    <a:pt x="3138" y="1"/>
                  </a:moveTo>
                  <a:cubicBezTo>
                    <a:pt x="1488" y="1"/>
                    <a:pt x="131" y="1304"/>
                    <a:pt x="59" y="2956"/>
                  </a:cubicBezTo>
                  <a:lnTo>
                    <a:pt x="73" y="2948"/>
                  </a:lnTo>
                  <a:lnTo>
                    <a:pt x="73" y="2948"/>
                  </a:lnTo>
                  <a:cubicBezTo>
                    <a:pt x="0" y="4656"/>
                    <a:pt x="1321" y="6093"/>
                    <a:pt x="3028" y="6173"/>
                  </a:cubicBezTo>
                  <a:lnTo>
                    <a:pt x="3167" y="6173"/>
                  </a:lnTo>
                  <a:cubicBezTo>
                    <a:pt x="5618" y="6173"/>
                    <a:pt x="7099" y="3459"/>
                    <a:pt x="5764" y="1402"/>
                  </a:cubicBezTo>
                  <a:lnTo>
                    <a:pt x="5764" y="1402"/>
                  </a:lnTo>
                  <a:cubicBezTo>
                    <a:pt x="5801" y="1475"/>
                    <a:pt x="5837" y="1555"/>
                    <a:pt x="5866" y="1635"/>
                  </a:cubicBezTo>
                  <a:cubicBezTo>
                    <a:pt x="5932" y="1810"/>
                    <a:pt x="5976" y="1993"/>
                    <a:pt x="6005" y="2175"/>
                  </a:cubicBezTo>
                  <a:cubicBezTo>
                    <a:pt x="6056" y="2569"/>
                    <a:pt x="6027" y="2963"/>
                    <a:pt x="5903" y="3335"/>
                  </a:cubicBezTo>
                  <a:cubicBezTo>
                    <a:pt x="5837" y="3525"/>
                    <a:pt x="5757" y="3700"/>
                    <a:pt x="5655" y="3868"/>
                  </a:cubicBezTo>
                  <a:cubicBezTo>
                    <a:pt x="5458" y="4181"/>
                    <a:pt x="5202" y="4451"/>
                    <a:pt x="4889" y="4656"/>
                  </a:cubicBezTo>
                  <a:cubicBezTo>
                    <a:pt x="4735" y="4765"/>
                    <a:pt x="4568" y="4853"/>
                    <a:pt x="4385" y="4918"/>
                  </a:cubicBezTo>
                  <a:cubicBezTo>
                    <a:pt x="4203" y="4991"/>
                    <a:pt x="4006" y="5035"/>
                    <a:pt x="3809" y="5064"/>
                  </a:cubicBezTo>
                  <a:cubicBezTo>
                    <a:pt x="3699" y="5077"/>
                    <a:pt x="3588" y="5085"/>
                    <a:pt x="3477" y="5085"/>
                  </a:cubicBezTo>
                  <a:cubicBezTo>
                    <a:pt x="3396" y="5085"/>
                    <a:pt x="3315" y="5081"/>
                    <a:pt x="3232" y="5072"/>
                  </a:cubicBezTo>
                  <a:cubicBezTo>
                    <a:pt x="3050" y="5057"/>
                    <a:pt x="2860" y="5013"/>
                    <a:pt x="2678" y="4955"/>
                  </a:cubicBezTo>
                  <a:cubicBezTo>
                    <a:pt x="2503" y="4896"/>
                    <a:pt x="2335" y="4816"/>
                    <a:pt x="2174" y="4721"/>
                  </a:cubicBezTo>
                  <a:cubicBezTo>
                    <a:pt x="1846" y="4524"/>
                    <a:pt x="1576" y="4262"/>
                    <a:pt x="1365" y="3948"/>
                  </a:cubicBezTo>
                  <a:cubicBezTo>
                    <a:pt x="1299" y="3860"/>
                    <a:pt x="1248" y="3766"/>
                    <a:pt x="1197" y="3663"/>
                  </a:cubicBezTo>
                  <a:cubicBezTo>
                    <a:pt x="1153" y="3576"/>
                    <a:pt x="1124" y="3488"/>
                    <a:pt x="1087" y="3401"/>
                  </a:cubicBezTo>
                  <a:cubicBezTo>
                    <a:pt x="1022" y="3218"/>
                    <a:pt x="978" y="3029"/>
                    <a:pt x="956" y="2839"/>
                  </a:cubicBezTo>
                  <a:cubicBezTo>
                    <a:pt x="905" y="2430"/>
                    <a:pt x="956" y="2014"/>
                    <a:pt x="1102" y="1635"/>
                  </a:cubicBezTo>
                  <a:cubicBezTo>
                    <a:pt x="1168" y="1460"/>
                    <a:pt x="1255" y="1292"/>
                    <a:pt x="1357" y="1139"/>
                  </a:cubicBezTo>
                  <a:cubicBezTo>
                    <a:pt x="1408" y="1059"/>
                    <a:pt x="1467" y="978"/>
                    <a:pt x="1525" y="905"/>
                  </a:cubicBezTo>
                  <a:cubicBezTo>
                    <a:pt x="1576" y="840"/>
                    <a:pt x="1635" y="781"/>
                    <a:pt x="1693" y="723"/>
                  </a:cubicBezTo>
                  <a:lnTo>
                    <a:pt x="1722" y="694"/>
                  </a:lnTo>
                  <a:cubicBezTo>
                    <a:pt x="1795" y="621"/>
                    <a:pt x="1875" y="555"/>
                    <a:pt x="1956" y="497"/>
                  </a:cubicBezTo>
                  <a:cubicBezTo>
                    <a:pt x="2014" y="453"/>
                    <a:pt x="2080" y="409"/>
                    <a:pt x="2138" y="373"/>
                  </a:cubicBezTo>
                  <a:lnTo>
                    <a:pt x="2174" y="351"/>
                  </a:lnTo>
                  <a:cubicBezTo>
                    <a:pt x="2247" y="300"/>
                    <a:pt x="2328" y="263"/>
                    <a:pt x="2408" y="227"/>
                  </a:cubicBezTo>
                  <a:cubicBezTo>
                    <a:pt x="2474" y="198"/>
                    <a:pt x="2539" y="169"/>
                    <a:pt x="2612" y="139"/>
                  </a:cubicBezTo>
                  <a:cubicBezTo>
                    <a:pt x="2729" y="96"/>
                    <a:pt x="2853" y="59"/>
                    <a:pt x="2977" y="37"/>
                  </a:cubicBezTo>
                  <a:lnTo>
                    <a:pt x="2999" y="37"/>
                  </a:lnTo>
                  <a:cubicBezTo>
                    <a:pt x="3065" y="23"/>
                    <a:pt x="3130" y="15"/>
                    <a:pt x="3203" y="8"/>
                  </a:cubicBezTo>
                  <a:lnTo>
                    <a:pt x="3313" y="1"/>
                  </a:lnTo>
                  <a:lnTo>
                    <a:pt x="3152" y="1"/>
                  </a:lnTo>
                  <a:cubicBezTo>
                    <a:pt x="3148" y="1"/>
                    <a:pt x="3143" y="1"/>
                    <a:pt x="3138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5">
              <a:extLst>
                <a:ext uri="{FF2B5EF4-FFF2-40B4-BE49-F238E27FC236}">
                  <a16:creationId xmlns:a16="http://schemas.microsoft.com/office/drawing/2014/main" id="{5C705E43-58F1-B3F0-C2B5-9C118C90CDFF}"/>
                </a:ext>
              </a:extLst>
            </p:cNvPr>
            <p:cNvSpPr/>
            <p:nvPr/>
          </p:nvSpPr>
          <p:spPr>
            <a:xfrm>
              <a:off x="8387279" y="3199277"/>
              <a:ext cx="208305" cy="1585741"/>
            </a:xfrm>
            <a:custGeom>
              <a:avLst/>
              <a:gdLst/>
              <a:ahLst/>
              <a:cxnLst/>
              <a:rect l="l" t="t" r="r" b="b"/>
              <a:pathLst>
                <a:path w="6378" h="48553" extrusionOk="0">
                  <a:moveTo>
                    <a:pt x="6005" y="1510"/>
                  </a:moveTo>
                  <a:cubicBezTo>
                    <a:pt x="6004" y="1516"/>
                    <a:pt x="6003" y="1523"/>
                    <a:pt x="6001" y="1529"/>
                  </a:cubicBezTo>
                  <a:lnTo>
                    <a:pt x="6001" y="1529"/>
                  </a:lnTo>
                  <a:cubicBezTo>
                    <a:pt x="6005" y="1523"/>
                    <a:pt x="6005" y="1516"/>
                    <a:pt x="6005" y="1510"/>
                  </a:cubicBezTo>
                  <a:close/>
                  <a:moveTo>
                    <a:pt x="6305" y="0"/>
                  </a:moveTo>
                  <a:cubicBezTo>
                    <a:pt x="6275" y="0"/>
                    <a:pt x="6246" y="15"/>
                    <a:pt x="6239" y="44"/>
                  </a:cubicBezTo>
                  <a:lnTo>
                    <a:pt x="6239" y="51"/>
                  </a:lnTo>
                  <a:cubicBezTo>
                    <a:pt x="6035" y="795"/>
                    <a:pt x="5845" y="1539"/>
                    <a:pt x="5655" y="2291"/>
                  </a:cubicBezTo>
                  <a:cubicBezTo>
                    <a:pt x="5473" y="3021"/>
                    <a:pt x="5305" y="3750"/>
                    <a:pt x="5145" y="4480"/>
                  </a:cubicBezTo>
                  <a:cubicBezTo>
                    <a:pt x="4794" y="5990"/>
                    <a:pt x="4502" y="7508"/>
                    <a:pt x="4203" y="9025"/>
                  </a:cubicBezTo>
                  <a:cubicBezTo>
                    <a:pt x="4057" y="9784"/>
                    <a:pt x="3919" y="10550"/>
                    <a:pt x="3787" y="11316"/>
                  </a:cubicBezTo>
                  <a:cubicBezTo>
                    <a:pt x="3656" y="12075"/>
                    <a:pt x="3525" y="12841"/>
                    <a:pt x="3401" y="13607"/>
                  </a:cubicBezTo>
                  <a:cubicBezTo>
                    <a:pt x="3160" y="15139"/>
                    <a:pt x="2934" y="16671"/>
                    <a:pt x="2722" y="18204"/>
                  </a:cubicBezTo>
                  <a:cubicBezTo>
                    <a:pt x="2503" y="19743"/>
                    <a:pt x="2306" y="21275"/>
                    <a:pt x="2109" y="22800"/>
                  </a:cubicBezTo>
                  <a:cubicBezTo>
                    <a:pt x="1912" y="24332"/>
                    <a:pt x="1693" y="25857"/>
                    <a:pt x="1453" y="27382"/>
                  </a:cubicBezTo>
                  <a:cubicBezTo>
                    <a:pt x="1227" y="28878"/>
                    <a:pt x="986" y="30381"/>
                    <a:pt x="767" y="31876"/>
                  </a:cubicBezTo>
                  <a:cubicBezTo>
                    <a:pt x="555" y="33365"/>
                    <a:pt x="380" y="34853"/>
                    <a:pt x="249" y="36349"/>
                  </a:cubicBezTo>
                  <a:cubicBezTo>
                    <a:pt x="74" y="38290"/>
                    <a:pt x="1" y="40245"/>
                    <a:pt x="52" y="42200"/>
                  </a:cubicBezTo>
                  <a:cubicBezTo>
                    <a:pt x="74" y="43193"/>
                    <a:pt x="132" y="44185"/>
                    <a:pt x="220" y="45170"/>
                  </a:cubicBezTo>
                  <a:cubicBezTo>
                    <a:pt x="271" y="45666"/>
                    <a:pt x="329" y="46155"/>
                    <a:pt x="395" y="46651"/>
                  </a:cubicBezTo>
                  <a:cubicBezTo>
                    <a:pt x="431" y="46899"/>
                    <a:pt x="468" y="47147"/>
                    <a:pt x="504" y="47395"/>
                  </a:cubicBezTo>
                  <a:cubicBezTo>
                    <a:pt x="555" y="47672"/>
                    <a:pt x="621" y="47950"/>
                    <a:pt x="687" y="48227"/>
                  </a:cubicBezTo>
                  <a:cubicBezTo>
                    <a:pt x="709" y="48329"/>
                    <a:pt x="767" y="48417"/>
                    <a:pt x="847" y="48482"/>
                  </a:cubicBezTo>
                  <a:cubicBezTo>
                    <a:pt x="915" y="48530"/>
                    <a:pt x="993" y="48553"/>
                    <a:pt x="1071" y="48553"/>
                  </a:cubicBezTo>
                  <a:cubicBezTo>
                    <a:pt x="1196" y="48553"/>
                    <a:pt x="1321" y="48495"/>
                    <a:pt x="1402" y="48387"/>
                  </a:cubicBezTo>
                  <a:cubicBezTo>
                    <a:pt x="1460" y="48300"/>
                    <a:pt x="1482" y="48190"/>
                    <a:pt x="1467" y="48088"/>
                  </a:cubicBezTo>
                  <a:cubicBezTo>
                    <a:pt x="1409" y="47308"/>
                    <a:pt x="1307" y="46527"/>
                    <a:pt x="1234" y="45746"/>
                  </a:cubicBezTo>
                  <a:cubicBezTo>
                    <a:pt x="1161" y="44944"/>
                    <a:pt x="1110" y="44148"/>
                    <a:pt x="1081" y="43346"/>
                  </a:cubicBezTo>
                  <a:lnTo>
                    <a:pt x="1081" y="43484"/>
                  </a:lnTo>
                  <a:cubicBezTo>
                    <a:pt x="971" y="40471"/>
                    <a:pt x="1168" y="37465"/>
                    <a:pt x="1475" y="34481"/>
                  </a:cubicBezTo>
                  <a:cubicBezTo>
                    <a:pt x="1781" y="31468"/>
                    <a:pt x="2190" y="28462"/>
                    <a:pt x="2591" y="25456"/>
                  </a:cubicBezTo>
                  <a:cubicBezTo>
                    <a:pt x="2795" y="23924"/>
                    <a:pt x="2985" y="22392"/>
                    <a:pt x="3167" y="20859"/>
                  </a:cubicBezTo>
                  <a:cubicBezTo>
                    <a:pt x="3350" y="19320"/>
                    <a:pt x="3525" y="17780"/>
                    <a:pt x="3700" y="16248"/>
                  </a:cubicBezTo>
                  <a:cubicBezTo>
                    <a:pt x="3875" y="14709"/>
                    <a:pt x="4050" y="13169"/>
                    <a:pt x="4247" y="11637"/>
                  </a:cubicBezTo>
                  <a:cubicBezTo>
                    <a:pt x="4444" y="10105"/>
                    <a:pt x="4656" y="8573"/>
                    <a:pt x="4911" y="7048"/>
                  </a:cubicBezTo>
                  <a:cubicBezTo>
                    <a:pt x="5064" y="6136"/>
                    <a:pt x="5225" y="5224"/>
                    <a:pt x="5400" y="4312"/>
                  </a:cubicBezTo>
                  <a:cubicBezTo>
                    <a:pt x="5581" y="3384"/>
                    <a:pt x="5784" y="2456"/>
                    <a:pt x="6001" y="1529"/>
                  </a:cubicBezTo>
                  <a:lnTo>
                    <a:pt x="6001" y="1529"/>
                  </a:lnTo>
                  <a:cubicBezTo>
                    <a:pt x="6000" y="1530"/>
                    <a:pt x="5999" y="1531"/>
                    <a:pt x="5998" y="1532"/>
                  </a:cubicBezTo>
                  <a:cubicBezTo>
                    <a:pt x="6115" y="1051"/>
                    <a:pt x="6232" y="569"/>
                    <a:pt x="6363" y="88"/>
                  </a:cubicBezTo>
                  <a:cubicBezTo>
                    <a:pt x="6378" y="51"/>
                    <a:pt x="6363" y="15"/>
                    <a:pt x="63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2F21EEA-9474-411E-862E-2C3EB6B0F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286" y="1045476"/>
            <a:ext cx="4482141" cy="38047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31AD8-AEC7-8946-6BFF-986C7B427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11" y="2663500"/>
            <a:ext cx="1686975" cy="57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BE421A-BC73-90A9-CE99-A404C7C0E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48" y="2403585"/>
            <a:ext cx="1683677" cy="661958"/>
          </a:xfrm>
          <a:prstGeom prst="rect">
            <a:avLst/>
          </a:prstGeom>
        </p:spPr>
      </p:pic>
      <p:cxnSp>
        <p:nvCxnSpPr>
          <p:cNvPr id="10" name="Google Shape;1172;p54">
            <a:extLst>
              <a:ext uri="{FF2B5EF4-FFF2-40B4-BE49-F238E27FC236}">
                <a16:creationId xmlns:a16="http://schemas.microsoft.com/office/drawing/2014/main" id="{DE62DFDA-74AB-8A9E-A95F-B755AD4B53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27775" y="3218947"/>
            <a:ext cx="1165039" cy="913734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" name="Google Shape;1172;p54">
            <a:extLst>
              <a:ext uri="{FF2B5EF4-FFF2-40B4-BE49-F238E27FC236}">
                <a16:creationId xmlns:a16="http://schemas.microsoft.com/office/drawing/2014/main" id="{ED0C93A4-0262-10B0-812D-0E0350D977F9}"/>
              </a:ext>
            </a:extLst>
          </p:cNvPr>
          <p:cNvCxnSpPr>
            <a:cxnSpLocks/>
          </p:cNvCxnSpPr>
          <p:nvPr/>
        </p:nvCxnSpPr>
        <p:spPr>
          <a:xfrm rot="5400000">
            <a:off x="1157457" y="1614337"/>
            <a:ext cx="1020350" cy="953865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56762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>
          <a:extLst>
            <a:ext uri="{FF2B5EF4-FFF2-40B4-BE49-F238E27FC236}">
              <a16:creationId xmlns:a16="http://schemas.microsoft.com/office/drawing/2014/main" id="{979F2363-A795-EDD0-3FDE-65AC5EFD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1">
            <a:extLst>
              <a:ext uri="{FF2B5EF4-FFF2-40B4-BE49-F238E27FC236}">
                <a16:creationId xmlns:a16="http://schemas.microsoft.com/office/drawing/2014/main" id="{F2AC9EB8-5623-D663-63B3-E9D4DA73F10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12539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Summary &amp; Impact</a:t>
            </a:r>
            <a:endParaRPr dirty="0"/>
          </a:p>
        </p:txBody>
      </p:sp>
      <p:sp>
        <p:nvSpPr>
          <p:cNvPr id="1504" name="Google Shape;1504;p61">
            <a:extLst>
              <a:ext uri="{FF2B5EF4-FFF2-40B4-BE49-F238E27FC236}">
                <a16:creationId xmlns:a16="http://schemas.microsoft.com/office/drawing/2014/main" id="{41B47492-54C3-C1E3-B205-B708495559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111" y="2364147"/>
            <a:ext cx="2463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Concept</a:t>
            </a:r>
            <a:endParaRPr dirty="0"/>
          </a:p>
        </p:txBody>
      </p:sp>
      <p:sp>
        <p:nvSpPr>
          <p:cNvPr id="1505" name="Google Shape;1505;p61">
            <a:extLst>
              <a:ext uri="{FF2B5EF4-FFF2-40B4-BE49-F238E27FC236}">
                <a16:creationId xmlns:a16="http://schemas.microsoft.com/office/drawing/2014/main" id="{93EA11B6-9454-5992-F262-F60E36A92D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962368"/>
            <a:ext cx="1859936" cy="998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Elegant fusion of drawing and music</a:t>
            </a:r>
            <a:endParaRPr dirty="0"/>
          </a:p>
        </p:txBody>
      </p:sp>
      <p:sp>
        <p:nvSpPr>
          <p:cNvPr id="1506" name="Google Shape;1506;p61">
            <a:extLst>
              <a:ext uri="{FF2B5EF4-FFF2-40B4-BE49-F238E27FC236}">
                <a16:creationId xmlns:a16="http://schemas.microsoft.com/office/drawing/2014/main" id="{27445FB4-EEA4-D725-3879-8E931B43CC1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17331" y="2381466"/>
            <a:ext cx="2463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Technical</a:t>
            </a:r>
            <a:endParaRPr dirty="0"/>
          </a:p>
        </p:txBody>
      </p:sp>
      <p:sp>
        <p:nvSpPr>
          <p:cNvPr id="1507" name="Google Shape;1507;p61">
            <a:extLst>
              <a:ext uri="{FF2B5EF4-FFF2-40B4-BE49-F238E27FC236}">
                <a16:creationId xmlns:a16="http://schemas.microsoft.com/office/drawing/2014/main" id="{C986CAD1-F74B-2DB7-7B0A-D66ED041605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12064" y="2921715"/>
            <a:ext cx="1538799" cy="1026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Sophisticated synthesis &amp; synchronization</a:t>
            </a:r>
            <a:endParaRPr dirty="0"/>
          </a:p>
        </p:txBody>
      </p:sp>
      <p:sp>
        <p:nvSpPr>
          <p:cNvPr id="1508" name="Google Shape;1508;p61">
            <a:extLst>
              <a:ext uri="{FF2B5EF4-FFF2-40B4-BE49-F238E27FC236}">
                <a16:creationId xmlns:a16="http://schemas.microsoft.com/office/drawing/2014/main" id="{1E928730-DDC5-F043-EBFA-408507EA835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221149" y="2399477"/>
            <a:ext cx="2463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Result</a:t>
            </a:r>
            <a:endParaRPr dirty="0"/>
          </a:p>
        </p:txBody>
      </p:sp>
      <p:sp>
        <p:nvSpPr>
          <p:cNvPr id="1509" name="Google Shape;1509;p61">
            <a:extLst>
              <a:ext uri="{FF2B5EF4-FFF2-40B4-BE49-F238E27FC236}">
                <a16:creationId xmlns:a16="http://schemas.microsoft.com/office/drawing/2014/main" id="{B5B2A8D1-CFB1-3F21-97A9-396317D3618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02068" y="2951931"/>
            <a:ext cx="1597331" cy="1060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Expressive audiovisual performance tool</a:t>
            </a:r>
            <a:endParaRPr dirty="0"/>
          </a:p>
        </p:txBody>
      </p:sp>
      <p:grpSp>
        <p:nvGrpSpPr>
          <p:cNvPr id="1510" name="Google Shape;1510;p61">
            <a:extLst>
              <a:ext uri="{FF2B5EF4-FFF2-40B4-BE49-F238E27FC236}">
                <a16:creationId xmlns:a16="http://schemas.microsoft.com/office/drawing/2014/main" id="{360CDDBF-46C5-788A-0D3F-C7D8A29099AA}"/>
              </a:ext>
            </a:extLst>
          </p:cNvPr>
          <p:cNvGrpSpPr/>
          <p:nvPr/>
        </p:nvGrpSpPr>
        <p:grpSpPr>
          <a:xfrm>
            <a:off x="7384943" y="435284"/>
            <a:ext cx="1484654" cy="1046057"/>
            <a:chOff x="7156993" y="1924347"/>
            <a:chExt cx="1484654" cy="1046057"/>
          </a:xfrm>
        </p:grpSpPr>
        <p:sp>
          <p:nvSpPr>
            <p:cNvPr id="1511" name="Google Shape;1511;p61">
              <a:extLst>
                <a:ext uri="{FF2B5EF4-FFF2-40B4-BE49-F238E27FC236}">
                  <a16:creationId xmlns:a16="http://schemas.microsoft.com/office/drawing/2014/main" id="{DFE616E2-155E-A32D-6393-1BFBAE4C4A14}"/>
                </a:ext>
              </a:extLst>
            </p:cNvPr>
            <p:cNvSpPr/>
            <p:nvPr/>
          </p:nvSpPr>
          <p:spPr>
            <a:xfrm rot="10800000">
              <a:off x="7156993" y="1924347"/>
              <a:ext cx="1484654" cy="1046057"/>
            </a:xfrm>
            <a:custGeom>
              <a:avLst/>
              <a:gdLst/>
              <a:ahLst/>
              <a:cxnLst/>
              <a:rect l="l" t="t" r="r" b="b"/>
              <a:pathLst>
                <a:path w="21009" h="14802" extrusionOk="0">
                  <a:moveTo>
                    <a:pt x="6310" y="0"/>
                  </a:moveTo>
                  <a:cubicBezTo>
                    <a:pt x="4925" y="0"/>
                    <a:pt x="3630" y="870"/>
                    <a:pt x="3155" y="2253"/>
                  </a:cubicBezTo>
                  <a:lnTo>
                    <a:pt x="2879" y="3072"/>
                  </a:lnTo>
                  <a:cubicBezTo>
                    <a:pt x="2114" y="2942"/>
                    <a:pt x="1218" y="2360"/>
                    <a:pt x="636" y="599"/>
                  </a:cubicBezTo>
                  <a:lnTo>
                    <a:pt x="636" y="599"/>
                  </a:lnTo>
                  <a:cubicBezTo>
                    <a:pt x="636" y="599"/>
                    <a:pt x="1" y="2965"/>
                    <a:pt x="2435" y="4366"/>
                  </a:cubicBezTo>
                  <a:lnTo>
                    <a:pt x="1654" y="6670"/>
                  </a:lnTo>
                  <a:cubicBezTo>
                    <a:pt x="1065" y="8408"/>
                    <a:pt x="1999" y="10299"/>
                    <a:pt x="3737" y="10897"/>
                  </a:cubicBezTo>
                  <a:lnTo>
                    <a:pt x="14700" y="14625"/>
                  </a:lnTo>
                  <a:cubicBezTo>
                    <a:pt x="15054" y="14745"/>
                    <a:pt x="15413" y="14802"/>
                    <a:pt x="15767" y="14802"/>
                  </a:cubicBezTo>
                  <a:cubicBezTo>
                    <a:pt x="17154" y="14802"/>
                    <a:pt x="18451" y="13929"/>
                    <a:pt x="18926" y="12550"/>
                  </a:cubicBezTo>
                  <a:lnTo>
                    <a:pt x="20427" y="8133"/>
                  </a:lnTo>
                  <a:cubicBezTo>
                    <a:pt x="21009" y="6395"/>
                    <a:pt x="20083" y="4511"/>
                    <a:pt x="18352" y="3914"/>
                  </a:cubicBezTo>
                  <a:lnTo>
                    <a:pt x="7381" y="178"/>
                  </a:lnTo>
                  <a:cubicBezTo>
                    <a:pt x="7026" y="58"/>
                    <a:pt x="6665" y="0"/>
                    <a:pt x="63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61">
              <a:extLst>
                <a:ext uri="{FF2B5EF4-FFF2-40B4-BE49-F238E27FC236}">
                  <a16:creationId xmlns:a16="http://schemas.microsoft.com/office/drawing/2014/main" id="{54C98BA4-79D6-179F-ADEC-CC8A598B64BB}"/>
                </a:ext>
              </a:extLst>
            </p:cNvPr>
            <p:cNvSpPr/>
            <p:nvPr/>
          </p:nvSpPr>
          <p:spPr>
            <a:xfrm rot="10800000">
              <a:off x="7448069" y="2134097"/>
              <a:ext cx="912247" cy="627762"/>
            </a:xfrm>
            <a:custGeom>
              <a:avLst/>
              <a:gdLst/>
              <a:ahLst/>
              <a:cxnLst/>
              <a:rect l="l" t="t" r="r" b="b"/>
              <a:pathLst>
                <a:path w="12909" h="8883" extrusionOk="0">
                  <a:moveTo>
                    <a:pt x="3683" y="1101"/>
                  </a:moveTo>
                  <a:lnTo>
                    <a:pt x="3683" y="1101"/>
                  </a:lnTo>
                  <a:cubicBezTo>
                    <a:pt x="3676" y="1170"/>
                    <a:pt x="3668" y="1231"/>
                    <a:pt x="3653" y="1277"/>
                  </a:cubicBezTo>
                  <a:cubicBezTo>
                    <a:pt x="3622" y="1461"/>
                    <a:pt x="3538" y="1629"/>
                    <a:pt x="3415" y="1767"/>
                  </a:cubicBezTo>
                  <a:cubicBezTo>
                    <a:pt x="3346" y="1844"/>
                    <a:pt x="3262" y="1913"/>
                    <a:pt x="3178" y="1966"/>
                  </a:cubicBezTo>
                  <a:cubicBezTo>
                    <a:pt x="3048" y="2050"/>
                    <a:pt x="2910" y="2119"/>
                    <a:pt x="2772" y="2165"/>
                  </a:cubicBezTo>
                  <a:cubicBezTo>
                    <a:pt x="2657" y="2203"/>
                    <a:pt x="2550" y="2226"/>
                    <a:pt x="2435" y="2249"/>
                  </a:cubicBezTo>
                  <a:lnTo>
                    <a:pt x="2451" y="2219"/>
                  </a:lnTo>
                  <a:lnTo>
                    <a:pt x="2489" y="2142"/>
                  </a:lnTo>
                  <a:cubicBezTo>
                    <a:pt x="2565" y="1981"/>
                    <a:pt x="2673" y="1828"/>
                    <a:pt x="2795" y="1690"/>
                  </a:cubicBezTo>
                  <a:cubicBezTo>
                    <a:pt x="2910" y="1560"/>
                    <a:pt x="3048" y="1445"/>
                    <a:pt x="3193" y="1346"/>
                  </a:cubicBezTo>
                  <a:cubicBezTo>
                    <a:pt x="3346" y="1246"/>
                    <a:pt x="3507" y="1162"/>
                    <a:pt x="3683" y="1101"/>
                  </a:cubicBezTo>
                  <a:close/>
                  <a:moveTo>
                    <a:pt x="2812" y="233"/>
                  </a:moveTo>
                  <a:cubicBezTo>
                    <a:pt x="2898" y="233"/>
                    <a:pt x="2985" y="242"/>
                    <a:pt x="3071" y="259"/>
                  </a:cubicBezTo>
                  <a:cubicBezTo>
                    <a:pt x="3117" y="266"/>
                    <a:pt x="3155" y="274"/>
                    <a:pt x="3201" y="289"/>
                  </a:cubicBezTo>
                  <a:cubicBezTo>
                    <a:pt x="3232" y="305"/>
                    <a:pt x="3262" y="312"/>
                    <a:pt x="3293" y="328"/>
                  </a:cubicBezTo>
                  <a:cubicBezTo>
                    <a:pt x="3346" y="358"/>
                    <a:pt x="3400" y="389"/>
                    <a:pt x="3446" y="427"/>
                  </a:cubicBezTo>
                  <a:cubicBezTo>
                    <a:pt x="3522" y="496"/>
                    <a:pt x="3584" y="588"/>
                    <a:pt x="3614" y="688"/>
                  </a:cubicBezTo>
                  <a:cubicBezTo>
                    <a:pt x="3637" y="749"/>
                    <a:pt x="3645" y="810"/>
                    <a:pt x="3653" y="871"/>
                  </a:cubicBezTo>
                  <a:cubicBezTo>
                    <a:pt x="3377" y="963"/>
                    <a:pt x="3117" y="1101"/>
                    <a:pt x="2887" y="1285"/>
                  </a:cubicBezTo>
                  <a:cubicBezTo>
                    <a:pt x="2634" y="1484"/>
                    <a:pt x="2428" y="1736"/>
                    <a:pt x="2282" y="2027"/>
                  </a:cubicBezTo>
                  <a:cubicBezTo>
                    <a:pt x="2236" y="2112"/>
                    <a:pt x="2198" y="2203"/>
                    <a:pt x="2167" y="2295"/>
                  </a:cubicBezTo>
                  <a:lnTo>
                    <a:pt x="2121" y="2295"/>
                  </a:lnTo>
                  <a:lnTo>
                    <a:pt x="2014" y="2311"/>
                  </a:lnTo>
                  <a:cubicBezTo>
                    <a:pt x="1911" y="2314"/>
                    <a:pt x="1809" y="2316"/>
                    <a:pt x="1708" y="2316"/>
                  </a:cubicBezTo>
                  <a:cubicBezTo>
                    <a:pt x="1607" y="2316"/>
                    <a:pt x="1505" y="2314"/>
                    <a:pt x="1402" y="2311"/>
                  </a:cubicBezTo>
                  <a:lnTo>
                    <a:pt x="1379" y="2272"/>
                  </a:lnTo>
                  <a:lnTo>
                    <a:pt x="1348" y="2226"/>
                  </a:lnTo>
                  <a:cubicBezTo>
                    <a:pt x="1279" y="2127"/>
                    <a:pt x="1226" y="2020"/>
                    <a:pt x="1187" y="1913"/>
                  </a:cubicBezTo>
                  <a:cubicBezTo>
                    <a:pt x="1157" y="1821"/>
                    <a:pt x="1141" y="1736"/>
                    <a:pt x="1134" y="1645"/>
                  </a:cubicBezTo>
                  <a:cubicBezTo>
                    <a:pt x="1126" y="1560"/>
                    <a:pt x="1134" y="1476"/>
                    <a:pt x="1149" y="1392"/>
                  </a:cubicBezTo>
                  <a:cubicBezTo>
                    <a:pt x="1164" y="1300"/>
                    <a:pt x="1203" y="1208"/>
                    <a:pt x="1241" y="1124"/>
                  </a:cubicBezTo>
                  <a:cubicBezTo>
                    <a:pt x="1295" y="1032"/>
                    <a:pt x="1356" y="940"/>
                    <a:pt x="1425" y="856"/>
                  </a:cubicBezTo>
                  <a:lnTo>
                    <a:pt x="1425" y="864"/>
                  </a:lnTo>
                  <a:cubicBezTo>
                    <a:pt x="1524" y="749"/>
                    <a:pt x="1639" y="657"/>
                    <a:pt x="1762" y="573"/>
                  </a:cubicBezTo>
                  <a:cubicBezTo>
                    <a:pt x="1907" y="481"/>
                    <a:pt x="2068" y="397"/>
                    <a:pt x="2236" y="343"/>
                  </a:cubicBezTo>
                  <a:cubicBezTo>
                    <a:pt x="2389" y="289"/>
                    <a:pt x="2550" y="251"/>
                    <a:pt x="2711" y="236"/>
                  </a:cubicBezTo>
                  <a:lnTo>
                    <a:pt x="2726" y="236"/>
                  </a:lnTo>
                  <a:cubicBezTo>
                    <a:pt x="2755" y="234"/>
                    <a:pt x="2784" y="233"/>
                    <a:pt x="2812" y="233"/>
                  </a:cubicBezTo>
                  <a:close/>
                  <a:moveTo>
                    <a:pt x="7140" y="437"/>
                  </a:moveTo>
                  <a:cubicBezTo>
                    <a:pt x="7284" y="437"/>
                    <a:pt x="7429" y="452"/>
                    <a:pt x="7565" y="481"/>
                  </a:cubicBezTo>
                  <a:cubicBezTo>
                    <a:pt x="7680" y="504"/>
                    <a:pt x="7787" y="534"/>
                    <a:pt x="7894" y="565"/>
                  </a:cubicBezTo>
                  <a:cubicBezTo>
                    <a:pt x="8009" y="611"/>
                    <a:pt x="8124" y="657"/>
                    <a:pt x="8231" y="711"/>
                  </a:cubicBezTo>
                  <a:cubicBezTo>
                    <a:pt x="8476" y="833"/>
                    <a:pt x="8706" y="986"/>
                    <a:pt x="8912" y="1170"/>
                  </a:cubicBezTo>
                  <a:lnTo>
                    <a:pt x="8928" y="1170"/>
                  </a:lnTo>
                  <a:cubicBezTo>
                    <a:pt x="9104" y="1331"/>
                    <a:pt x="9257" y="1514"/>
                    <a:pt x="9395" y="1713"/>
                  </a:cubicBezTo>
                  <a:cubicBezTo>
                    <a:pt x="9410" y="1744"/>
                    <a:pt x="9433" y="1767"/>
                    <a:pt x="9448" y="1798"/>
                  </a:cubicBezTo>
                  <a:cubicBezTo>
                    <a:pt x="9379" y="1821"/>
                    <a:pt x="9318" y="1844"/>
                    <a:pt x="9257" y="1867"/>
                  </a:cubicBezTo>
                  <a:cubicBezTo>
                    <a:pt x="9073" y="1951"/>
                    <a:pt x="8905" y="2058"/>
                    <a:pt x="8744" y="2173"/>
                  </a:cubicBezTo>
                  <a:cubicBezTo>
                    <a:pt x="8598" y="2288"/>
                    <a:pt x="8461" y="2410"/>
                    <a:pt x="8346" y="2556"/>
                  </a:cubicBezTo>
                  <a:cubicBezTo>
                    <a:pt x="8300" y="2602"/>
                    <a:pt x="8262" y="2648"/>
                    <a:pt x="8231" y="2701"/>
                  </a:cubicBezTo>
                  <a:cubicBezTo>
                    <a:pt x="8170" y="2701"/>
                    <a:pt x="8108" y="2709"/>
                    <a:pt x="8047" y="2716"/>
                  </a:cubicBezTo>
                  <a:cubicBezTo>
                    <a:pt x="7991" y="2714"/>
                    <a:pt x="7936" y="2713"/>
                    <a:pt x="7881" y="2713"/>
                  </a:cubicBezTo>
                  <a:cubicBezTo>
                    <a:pt x="7750" y="2713"/>
                    <a:pt x="7623" y="2719"/>
                    <a:pt x="7504" y="2724"/>
                  </a:cubicBezTo>
                  <a:cubicBezTo>
                    <a:pt x="7496" y="2693"/>
                    <a:pt x="7488" y="2663"/>
                    <a:pt x="7481" y="2632"/>
                  </a:cubicBezTo>
                  <a:cubicBezTo>
                    <a:pt x="7351" y="2272"/>
                    <a:pt x="7151" y="1951"/>
                    <a:pt x="6884" y="1675"/>
                  </a:cubicBezTo>
                  <a:cubicBezTo>
                    <a:pt x="6631" y="1407"/>
                    <a:pt x="6332" y="1185"/>
                    <a:pt x="6003" y="1024"/>
                  </a:cubicBezTo>
                  <a:lnTo>
                    <a:pt x="5873" y="963"/>
                  </a:lnTo>
                  <a:lnTo>
                    <a:pt x="5873" y="956"/>
                  </a:lnTo>
                  <a:lnTo>
                    <a:pt x="5881" y="956"/>
                  </a:lnTo>
                  <a:cubicBezTo>
                    <a:pt x="5965" y="864"/>
                    <a:pt x="6057" y="787"/>
                    <a:pt x="6156" y="718"/>
                  </a:cubicBezTo>
                  <a:cubicBezTo>
                    <a:pt x="6271" y="642"/>
                    <a:pt x="6401" y="580"/>
                    <a:pt x="6539" y="534"/>
                  </a:cubicBezTo>
                  <a:cubicBezTo>
                    <a:pt x="6684" y="488"/>
                    <a:pt x="6838" y="450"/>
                    <a:pt x="6991" y="443"/>
                  </a:cubicBezTo>
                  <a:cubicBezTo>
                    <a:pt x="7040" y="439"/>
                    <a:pt x="7090" y="437"/>
                    <a:pt x="7140" y="437"/>
                  </a:cubicBezTo>
                  <a:close/>
                  <a:moveTo>
                    <a:pt x="2106" y="2517"/>
                  </a:moveTo>
                  <a:cubicBezTo>
                    <a:pt x="2068" y="2640"/>
                    <a:pt x="2045" y="2762"/>
                    <a:pt x="2030" y="2885"/>
                  </a:cubicBezTo>
                  <a:lnTo>
                    <a:pt x="2022" y="2877"/>
                  </a:lnTo>
                  <a:cubicBezTo>
                    <a:pt x="1930" y="2808"/>
                    <a:pt x="1838" y="2739"/>
                    <a:pt x="1754" y="2663"/>
                  </a:cubicBezTo>
                  <a:cubicBezTo>
                    <a:pt x="1700" y="2617"/>
                    <a:pt x="1654" y="2571"/>
                    <a:pt x="1608" y="2525"/>
                  </a:cubicBezTo>
                  <a:lnTo>
                    <a:pt x="1608" y="2525"/>
                  </a:lnTo>
                  <a:cubicBezTo>
                    <a:pt x="1673" y="2531"/>
                    <a:pt x="1736" y="2533"/>
                    <a:pt x="1799" y="2533"/>
                  </a:cubicBezTo>
                  <a:cubicBezTo>
                    <a:pt x="1901" y="2533"/>
                    <a:pt x="2002" y="2527"/>
                    <a:pt x="2106" y="2517"/>
                  </a:cubicBezTo>
                  <a:close/>
                  <a:moveTo>
                    <a:pt x="9548" y="2004"/>
                  </a:moveTo>
                  <a:cubicBezTo>
                    <a:pt x="9594" y="2104"/>
                    <a:pt x="9640" y="2203"/>
                    <a:pt x="9678" y="2303"/>
                  </a:cubicBezTo>
                  <a:lnTo>
                    <a:pt x="9686" y="2311"/>
                  </a:lnTo>
                  <a:lnTo>
                    <a:pt x="9686" y="2326"/>
                  </a:lnTo>
                  <a:cubicBezTo>
                    <a:pt x="9747" y="2525"/>
                    <a:pt x="9785" y="2732"/>
                    <a:pt x="9808" y="2938"/>
                  </a:cubicBezTo>
                  <a:cubicBezTo>
                    <a:pt x="9801" y="2938"/>
                    <a:pt x="9793" y="2931"/>
                    <a:pt x="9785" y="2931"/>
                  </a:cubicBezTo>
                  <a:cubicBezTo>
                    <a:pt x="9556" y="2854"/>
                    <a:pt x="9318" y="2793"/>
                    <a:pt x="9081" y="2755"/>
                  </a:cubicBezTo>
                  <a:cubicBezTo>
                    <a:pt x="8889" y="2724"/>
                    <a:pt x="8698" y="2709"/>
                    <a:pt x="8507" y="2701"/>
                  </a:cubicBezTo>
                  <a:lnTo>
                    <a:pt x="8514" y="2701"/>
                  </a:lnTo>
                  <a:lnTo>
                    <a:pt x="8537" y="2678"/>
                  </a:lnTo>
                  <a:lnTo>
                    <a:pt x="8560" y="2648"/>
                  </a:lnTo>
                  <a:cubicBezTo>
                    <a:pt x="8683" y="2510"/>
                    <a:pt x="8821" y="2395"/>
                    <a:pt x="8974" y="2295"/>
                  </a:cubicBezTo>
                  <a:cubicBezTo>
                    <a:pt x="9157" y="2173"/>
                    <a:pt x="9349" y="2081"/>
                    <a:pt x="9548" y="2004"/>
                  </a:cubicBezTo>
                  <a:close/>
                  <a:moveTo>
                    <a:pt x="4632" y="927"/>
                  </a:moveTo>
                  <a:cubicBezTo>
                    <a:pt x="4816" y="927"/>
                    <a:pt x="4998" y="944"/>
                    <a:pt x="5176" y="978"/>
                  </a:cubicBezTo>
                  <a:lnTo>
                    <a:pt x="5169" y="986"/>
                  </a:lnTo>
                  <a:cubicBezTo>
                    <a:pt x="5283" y="1009"/>
                    <a:pt x="5406" y="1040"/>
                    <a:pt x="5521" y="1078"/>
                  </a:cubicBezTo>
                  <a:lnTo>
                    <a:pt x="5505" y="1086"/>
                  </a:lnTo>
                  <a:lnTo>
                    <a:pt x="5498" y="1101"/>
                  </a:lnTo>
                  <a:cubicBezTo>
                    <a:pt x="5383" y="1323"/>
                    <a:pt x="5283" y="1553"/>
                    <a:pt x="5207" y="1790"/>
                  </a:cubicBezTo>
                  <a:cubicBezTo>
                    <a:pt x="5138" y="1981"/>
                    <a:pt x="5069" y="2173"/>
                    <a:pt x="4985" y="2357"/>
                  </a:cubicBezTo>
                  <a:cubicBezTo>
                    <a:pt x="4916" y="2494"/>
                    <a:pt x="4824" y="2632"/>
                    <a:pt x="4724" y="2747"/>
                  </a:cubicBezTo>
                  <a:cubicBezTo>
                    <a:pt x="4548" y="2954"/>
                    <a:pt x="4311" y="3099"/>
                    <a:pt x="4058" y="3183"/>
                  </a:cubicBezTo>
                  <a:cubicBezTo>
                    <a:pt x="3890" y="3237"/>
                    <a:pt x="3714" y="3275"/>
                    <a:pt x="3538" y="3283"/>
                  </a:cubicBezTo>
                  <a:cubicBezTo>
                    <a:pt x="3484" y="3287"/>
                    <a:pt x="3430" y="3289"/>
                    <a:pt x="3376" y="3289"/>
                  </a:cubicBezTo>
                  <a:cubicBezTo>
                    <a:pt x="3221" y="3289"/>
                    <a:pt x="3063" y="3273"/>
                    <a:pt x="2910" y="3245"/>
                  </a:cubicBezTo>
                  <a:cubicBezTo>
                    <a:pt x="2803" y="3222"/>
                    <a:pt x="2696" y="3191"/>
                    <a:pt x="2588" y="3153"/>
                  </a:cubicBezTo>
                  <a:cubicBezTo>
                    <a:pt x="2481" y="3122"/>
                    <a:pt x="2382" y="3076"/>
                    <a:pt x="2290" y="3030"/>
                  </a:cubicBezTo>
                  <a:lnTo>
                    <a:pt x="2244" y="3007"/>
                  </a:lnTo>
                  <a:cubicBezTo>
                    <a:pt x="2252" y="2931"/>
                    <a:pt x="2267" y="2854"/>
                    <a:pt x="2275" y="2785"/>
                  </a:cubicBezTo>
                  <a:cubicBezTo>
                    <a:pt x="2297" y="2686"/>
                    <a:pt x="2320" y="2586"/>
                    <a:pt x="2351" y="2494"/>
                  </a:cubicBezTo>
                  <a:cubicBezTo>
                    <a:pt x="2550" y="2464"/>
                    <a:pt x="2742" y="2418"/>
                    <a:pt x="2933" y="2349"/>
                  </a:cubicBezTo>
                  <a:cubicBezTo>
                    <a:pt x="3147" y="2272"/>
                    <a:pt x="3346" y="2150"/>
                    <a:pt x="3515" y="1989"/>
                  </a:cubicBezTo>
                  <a:cubicBezTo>
                    <a:pt x="3683" y="1828"/>
                    <a:pt x="3806" y="1622"/>
                    <a:pt x="3859" y="1400"/>
                  </a:cubicBezTo>
                  <a:cubicBezTo>
                    <a:pt x="3890" y="1277"/>
                    <a:pt x="3905" y="1147"/>
                    <a:pt x="3905" y="1017"/>
                  </a:cubicBezTo>
                  <a:cubicBezTo>
                    <a:pt x="4081" y="971"/>
                    <a:pt x="4257" y="948"/>
                    <a:pt x="4441" y="933"/>
                  </a:cubicBezTo>
                  <a:lnTo>
                    <a:pt x="4449" y="933"/>
                  </a:lnTo>
                  <a:cubicBezTo>
                    <a:pt x="4510" y="929"/>
                    <a:pt x="4571" y="927"/>
                    <a:pt x="4632" y="927"/>
                  </a:cubicBezTo>
                  <a:close/>
                  <a:moveTo>
                    <a:pt x="5743" y="1147"/>
                  </a:moveTo>
                  <a:lnTo>
                    <a:pt x="5758" y="1155"/>
                  </a:lnTo>
                  <a:lnTo>
                    <a:pt x="5773" y="1155"/>
                  </a:lnTo>
                  <a:lnTo>
                    <a:pt x="5911" y="1223"/>
                  </a:lnTo>
                  <a:cubicBezTo>
                    <a:pt x="6141" y="1338"/>
                    <a:pt x="6348" y="1476"/>
                    <a:pt x="6539" y="1645"/>
                  </a:cubicBezTo>
                  <a:lnTo>
                    <a:pt x="6547" y="1652"/>
                  </a:lnTo>
                  <a:cubicBezTo>
                    <a:pt x="6723" y="1805"/>
                    <a:pt x="6876" y="1989"/>
                    <a:pt x="7006" y="2180"/>
                  </a:cubicBezTo>
                  <a:cubicBezTo>
                    <a:pt x="7113" y="2341"/>
                    <a:pt x="7197" y="2510"/>
                    <a:pt x="7259" y="2693"/>
                  </a:cubicBezTo>
                  <a:lnTo>
                    <a:pt x="7274" y="2739"/>
                  </a:lnTo>
                  <a:cubicBezTo>
                    <a:pt x="7021" y="2755"/>
                    <a:pt x="6776" y="2793"/>
                    <a:pt x="6524" y="2839"/>
                  </a:cubicBezTo>
                  <a:cubicBezTo>
                    <a:pt x="6171" y="2915"/>
                    <a:pt x="5827" y="3015"/>
                    <a:pt x="5490" y="3153"/>
                  </a:cubicBezTo>
                  <a:cubicBezTo>
                    <a:pt x="5169" y="3291"/>
                    <a:pt x="4855" y="3467"/>
                    <a:pt x="4571" y="3673"/>
                  </a:cubicBezTo>
                  <a:cubicBezTo>
                    <a:pt x="4288" y="3872"/>
                    <a:pt x="4035" y="4110"/>
                    <a:pt x="3821" y="4378"/>
                  </a:cubicBezTo>
                  <a:cubicBezTo>
                    <a:pt x="3599" y="4638"/>
                    <a:pt x="3423" y="4929"/>
                    <a:pt x="3300" y="5251"/>
                  </a:cubicBezTo>
                  <a:cubicBezTo>
                    <a:pt x="3216" y="5465"/>
                    <a:pt x="3163" y="5702"/>
                    <a:pt x="3147" y="5940"/>
                  </a:cubicBezTo>
                  <a:cubicBezTo>
                    <a:pt x="3032" y="5809"/>
                    <a:pt x="2925" y="5679"/>
                    <a:pt x="2833" y="5534"/>
                  </a:cubicBezTo>
                  <a:cubicBezTo>
                    <a:pt x="2757" y="5419"/>
                    <a:pt x="2688" y="5304"/>
                    <a:pt x="2627" y="5174"/>
                  </a:cubicBezTo>
                  <a:cubicBezTo>
                    <a:pt x="2565" y="5044"/>
                    <a:pt x="2512" y="4914"/>
                    <a:pt x="2466" y="4776"/>
                  </a:cubicBezTo>
                  <a:cubicBezTo>
                    <a:pt x="2343" y="4401"/>
                    <a:pt x="2259" y="4018"/>
                    <a:pt x="2229" y="3627"/>
                  </a:cubicBezTo>
                  <a:lnTo>
                    <a:pt x="2221" y="3635"/>
                  </a:lnTo>
                  <a:lnTo>
                    <a:pt x="2221" y="3252"/>
                  </a:lnTo>
                  <a:cubicBezTo>
                    <a:pt x="2313" y="3298"/>
                    <a:pt x="2405" y="3337"/>
                    <a:pt x="2504" y="3367"/>
                  </a:cubicBezTo>
                  <a:lnTo>
                    <a:pt x="2512" y="3367"/>
                  </a:lnTo>
                  <a:cubicBezTo>
                    <a:pt x="2650" y="3413"/>
                    <a:pt x="2795" y="3451"/>
                    <a:pt x="2941" y="3482"/>
                  </a:cubicBezTo>
                  <a:cubicBezTo>
                    <a:pt x="3089" y="3508"/>
                    <a:pt x="3240" y="3521"/>
                    <a:pt x="3392" y="3521"/>
                  </a:cubicBezTo>
                  <a:cubicBezTo>
                    <a:pt x="3554" y="3521"/>
                    <a:pt x="3716" y="3506"/>
                    <a:pt x="3875" y="3474"/>
                  </a:cubicBezTo>
                  <a:cubicBezTo>
                    <a:pt x="4189" y="3413"/>
                    <a:pt x="4472" y="3275"/>
                    <a:pt x="4717" y="3076"/>
                  </a:cubicBezTo>
                  <a:cubicBezTo>
                    <a:pt x="4839" y="2977"/>
                    <a:pt x="4954" y="2854"/>
                    <a:pt x="5046" y="2716"/>
                  </a:cubicBezTo>
                  <a:cubicBezTo>
                    <a:pt x="5138" y="2571"/>
                    <a:pt x="5214" y="2418"/>
                    <a:pt x="5283" y="2257"/>
                  </a:cubicBezTo>
                  <a:cubicBezTo>
                    <a:pt x="5337" y="2127"/>
                    <a:pt x="5383" y="1997"/>
                    <a:pt x="5429" y="1874"/>
                  </a:cubicBezTo>
                  <a:lnTo>
                    <a:pt x="5429" y="1859"/>
                  </a:lnTo>
                  <a:cubicBezTo>
                    <a:pt x="5490" y="1668"/>
                    <a:pt x="5559" y="1484"/>
                    <a:pt x="5651" y="1300"/>
                  </a:cubicBezTo>
                  <a:cubicBezTo>
                    <a:pt x="5674" y="1246"/>
                    <a:pt x="5704" y="1193"/>
                    <a:pt x="5743" y="1147"/>
                  </a:cubicBezTo>
                  <a:close/>
                  <a:moveTo>
                    <a:pt x="8331" y="2954"/>
                  </a:moveTo>
                  <a:cubicBezTo>
                    <a:pt x="8637" y="2977"/>
                    <a:pt x="8943" y="3015"/>
                    <a:pt x="9249" y="3076"/>
                  </a:cubicBezTo>
                  <a:cubicBezTo>
                    <a:pt x="9441" y="3115"/>
                    <a:pt x="9632" y="3160"/>
                    <a:pt x="9808" y="3214"/>
                  </a:cubicBezTo>
                  <a:cubicBezTo>
                    <a:pt x="9801" y="3360"/>
                    <a:pt x="9785" y="3497"/>
                    <a:pt x="9762" y="3643"/>
                  </a:cubicBezTo>
                  <a:cubicBezTo>
                    <a:pt x="9701" y="3911"/>
                    <a:pt x="9609" y="4171"/>
                    <a:pt x="9494" y="4416"/>
                  </a:cubicBezTo>
                  <a:cubicBezTo>
                    <a:pt x="9333" y="4722"/>
                    <a:pt x="9142" y="4998"/>
                    <a:pt x="8920" y="5251"/>
                  </a:cubicBezTo>
                  <a:cubicBezTo>
                    <a:pt x="8675" y="5519"/>
                    <a:pt x="8399" y="5756"/>
                    <a:pt x="8101" y="5955"/>
                  </a:cubicBezTo>
                  <a:lnTo>
                    <a:pt x="8124" y="5955"/>
                  </a:lnTo>
                  <a:lnTo>
                    <a:pt x="8063" y="5986"/>
                  </a:lnTo>
                  <a:lnTo>
                    <a:pt x="7886" y="6100"/>
                  </a:lnTo>
                  <a:cubicBezTo>
                    <a:pt x="7932" y="5825"/>
                    <a:pt x="7963" y="5542"/>
                    <a:pt x="7971" y="5266"/>
                  </a:cubicBezTo>
                  <a:cubicBezTo>
                    <a:pt x="7978" y="5136"/>
                    <a:pt x="7978" y="5013"/>
                    <a:pt x="7986" y="4883"/>
                  </a:cubicBezTo>
                  <a:lnTo>
                    <a:pt x="7986" y="4845"/>
                  </a:lnTo>
                  <a:lnTo>
                    <a:pt x="7986" y="4791"/>
                  </a:lnTo>
                  <a:cubicBezTo>
                    <a:pt x="7994" y="4607"/>
                    <a:pt x="8001" y="4408"/>
                    <a:pt x="8009" y="4202"/>
                  </a:cubicBezTo>
                  <a:cubicBezTo>
                    <a:pt x="8024" y="4018"/>
                    <a:pt x="8047" y="3834"/>
                    <a:pt x="8086" y="3658"/>
                  </a:cubicBezTo>
                  <a:cubicBezTo>
                    <a:pt x="8124" y="3451"/>
                    <a:pt x="8185" y="3252"/>
                    <a:pt x="8277" y="3061"/>
                  </a:cubicBezTo>
                  <a:cubicBezTo>
                    <a:pt x="8292" y="3023"/>
                    <a:pt x="8308" y="2992"/>
                    <a:pt x="8331" y="2954"/>
                  </a:cubicBezTo>
                  <a:close/>
                  <a:moveTo>
                    <a:pt x="8101" y="2946"/>
                  </a:moveTo>
                  <a:cubicBezTo>
                    <a:pt x="8093" y="2954"/>
                    <a:pt x="8078" y="2961"/>
                    <a:pt x="8078" y="2977"/>
                  </a:cubicBezTo>
                  <a:cubicBezTo>
                    <a:pt x="7940" y="3275"/>
                    <a:pt x="7856" y="3597"/>
                    <a:pt x="7825" y="3926"/>
                  </a:cubicBezTo>
                  <a:cubicBezTo>
                    <a:pt x="7787" y="4240"/>
                    <a:pt x="7772" y="4569"/>
                    <a:pt x="7772" y="4814"/>
                  </a:cubicBezTo>
                  <a:lnTo>
                    <a:pt x="7772" y="4967"/>
                  </a:lnTo>
                  <a:cubicBezTo>
                    <a:pt x="7772" y="5105"/>
                    <a:pt x="7756" y="5312"/>
                    <a:pt x="7741" y="5511"/>
                  </a:cubicBezTo>
                  <a:cubicBezTo>
                    <a:pt x="7733" y="5695"/>
                    <a:pt x="7710" y="5871"/>
                    <a:pt x="7680" y="6039"/>
                  </a:cubicBezTo>
                  <a:cubicBezTo>
                    <a:pt x="7664" y="6108"/>
                    <a:pt x="7649" y="6177"/>
                    <a:pt x="7626" y="6238"/>
                  </a:cubicBezTo>
                  <a:lnTo>
                    <a:pt x="7596" y="6261"/>
                  </a:lnTo>
                  <a:lnTo>
                    <a:pt x="7557" y="6277"/>
                  </a:lnTo>
                  <a:cubicBezTo>
                    <a:pt x="7550" y="6261"/>
                    <a:pt x="7542" y="6238"/>
                    <a:pt x="7534" y="6223"/>
                  </a:cubicBezTo>
                  <a:lnTo>
                    <a:pt x="7519" y="6177"/>
                  </a:lnTo>
                  <a:lnTo>
                    <a:pt x="7511" y="6177"/>
                  </a:lnTo>
                  <a:lnTo>
                    <a:pt x="7511" y="6169"/>
                  </a:lnTo>
                  <a:cubicBezTo>
                    <a:pt x="7450" y="5993"/>
                    <a:pt x="7419" y="5817"/>
                    <a:pt x="7404" y="5633"/>
                  </a:cubicBezTo>
                  <a:cubicBezTo>
                    <a:pt x="7389" y="5289"/>
                    <a:pt x="7404" y="4944"/>
                    <a:pt x="7465" y="4600"/>
                  </a:cubicBezTo>
                  <a:cubicBezTo>
                    <a:pt x="7473" y="4516"/>
                    <a:pt x="7488" y="4439"/>
                    <a:pt x="7496" y="4362"/>
                  </a:cubicBezTo>
                  <a:cubicBezTo>
                    <a:pt x="7534" y="4110"/>
                    <a:pt x="7573" y="3865"/>
                    <a:pt x="7596" y="3612"/>
                  </a:cubicBezTo>
                  <a:cubicBezTo>
                    <a:pt x="7611" y="3421"/>
                    <a:pt x="7603" y="3237"/>
                    <a:pt x="7573" y="3046"/>
                  </a:cubicBezTo>
                  <a:cubicBezTo>
                    <a:pt x="7733" y="3000"/>
                    <a:pt x="7894" y="2961"/>
                    <a:pt x="8055" y="2946"/>
                  </a:cubicBezTo>
                  <a:close/>
                  <a:moveTo>
                    <a:pt x="7358" y="3122"/>
                  </a:moveTo>
                  <a:cubicBezTo>
                    <a:pt x="7358" y="3153"/>
                    <a:pt x="7358" y="3183"/>
                    <a:pt x="7358" y="3214"/>
                  </a:cubicBezTo>
                  <a:lnTo>
                    <a:pt x="7358" y="3237"/>
                  </a:lnTo>
                  <a:lnTo>
                    <a:pt x="7366" y="3222"/>
                  </a:lnTo>
                  <a:lnTo>
                    <a:pt x="7366" y="3222"/>
                  </a:lnTo>
                  <a:cubicBezTo>
                    <a:pt x="7366" y="3543"/>
                    <a:pt x="7343" y="3865"/>
                    <a:pt x="7289" y="4179"/>
                  </a:cubicBezTo>
                  <a:lnTo>
                    <a:pt x="7266" y="4309"/>
                  </a:lnTo>
                  <a:lnTo>
                    <a:pt x="7266" y="4324"/>
                  </a:lnTo>
                  <a:cubicBezTo>
                    <a:pt x="7220" y="4615"/>
                    <a:pt x="7182" y="4906"/>
                    <a:pt x="7167" y="5205"/>
                  </a:cubicBezTo>
                  <a:cubicBezTo>
                    <a:pt x="7144" y="5503"/>
                    <a:pt x="7167" y="5809"/>
                    <a:pt x="7243" y="6100"/>
                  </a:cubicBezTo>
                  <a:cubicBezTo>
                    <a:pt x="7266" y="6192"/>
                    <a:pt x="7297" y="6284"/>
                    <a:pt x="7335" y="6368"/>
                  </a:cubicBezTo>
                  <a:cubicBezTo>
                    <a:pt x="7190" y="6422"/>
                    <a:pt x="7083" y="6460"/>
                    <a:pt x="6991" y="6499"/>
                  </a:cubicBezTo>
                  <a:cubicBezTo>
                    <a:pt x="6585" y="6636"/>
                    <a:pt x="6164" y="6721"/>
                    <a:pt x="5735" y="6759"/>
                  </a:cubicBezTo>
                  <a:lnTo>
                    <a:pt x="5750" y="6751"/>
                  </a:lnTo>
                  <a:cubicBezTo>
                    <a:pt x="5712" y="6675"/>
                    <a:pt x="5682" y="6598"/>
                    <a:pt x="5659" y="6537"/>
                  </a:cubicBezTo>
                  <a:cubicBezTo>
                    <a:pt x="5605" y="6361"/>
                    <a:pt x="5567" y="6177"/>
                    <a:pt x="5551" y="5993"/>
                  </a:cubicBezTo>
                  <a:cubicBezTo>
                    <a:pt x="5536" y="5771"/>
                    <a:pt x="5544" y="5549"/>
                    <a:pt x="5590" y="5335"/>
                  </a:cubicBezTo>
                  <a:cubicBezTo>
                    <a:pt x="5643" y="5082"/>
                    <a:pt x="5727" y="4837"/>
                    <a:pt x="5842" y="4607"/>
                  </a:cubicBezTo>
                  <a:cubicBezTo>
                    <a:pt x="5965" y="4347"/>
                    <a:pt x="6126" y="4110"/>
                    <a:pt x="6317" y="3895"/>
                  </a:cubicBezTo>
                  <a:cubicBezTo>
                    <a:pt x="6501" y="3689"/>
                    <a:pt x="6707" y="3505"/>
                    <a:pt x="6929" y="3352"/>
                  </a:cubicBezTo>
                  <a:cubicBezTo>
                    <a:pt x="7067" y="3268"/>
                    <a:pt x="7213" y="3191"/>
                    <a:pt x="7358" y="3122"/>
                  </a:cubicBezTo>
                  <a:close/>
                  <a:moveTo>
                    <a:pt x="7174" y="2969"/>
                  </a:moveTo>
                  <a:lnTo>
                    <a:pt x="7174" y="2969"/>
                  </a:lnTo>
                  <a:cubicBezTo>
                    <a:pt x="7029" y="3030"/>
                    <a:pt x="6891" y="3107"/>
                    <a:pt x="6769" y="3191"/>
                  </a:cubicBezTo>
                  <a:cubicBezTo>
                    <a:pt x="6508" y="3375"/>
                    <a:pt x="6271" y="3589"/>
                    <a:pt x="6072" y="3827"/>
                  </a:cubicBezTo>
                  <a:cubicBezTo>
                    <a:pt x="5666" y="4309"/>
                    <a:pt x="5406" y="4898"/>
                    <a:pt x="5329" y="5526"/>
                  </a:cubicBezTo>
                  <a:cubicBezTo>
                    <a:pt x="5291" y="5832"/>
                    <a:pt x="5314" y="6139"/>
                    <a:pt x="5391" y="6437"/>
                  </a:cubicBezTo>
                  <a:cubicBezTo>
                    <a:pt x="5421" y="6552"/>
                    <a:pt x="5459" y="6659"/>
                    <a:pt x="5505" y="6766"/>
                  </a:cubicBezTo>
                  <a:cubicBezTo>
                    <a:pt x="5476" y="6767"/>
                    <a:pt x="5446" y="6768"/>
                    <a:pt x="5416" y="6768"/>
                  </a:cubicBezTo>
                  <a:cubicBezTo>
                    <a:pt x="5155" y="6768"/>
                    <a:pt x="4895" y="6738"/>
                    <a:pt x="4640" y="6690"/>
                  </a:cubicBezTo>
                  <a:cubicBezTo>
                    <a:pt x="4495" y="6659"/>
                    <a:pt x="4357" y="6629"/>
                    <a:pt x="4219" y="6575"/>
                  </a:cubicBezTo>
                  <a:lnTo>
                    <a:pt x="4212" y="6575"/>
                  </a:lnTo>
                  <a:cubicBezTo>
                    <a:pt x="4089" y="6537"/>
                    <a:pt x="3967" y="6483"/>
                    <a:pt x="3852" y="6430"/>
                  </a:cubicBezTo>
                  <a:cubicBezTo>
                    <a:pt x="3676" y="6345"/>
                    <a:pt x="3515" y="6238"/>
                    <a:pt x="3362" y="6123"/>
                  </a:cubicBezTo>
                  <a:cubicBezTo>
                    <a:pt x="3362" y="5978"/>
                    <a:pt x="3377" y="5832"/>
                    <a:pt x="3400" y="5695"/>
                  </a:cubicBezTo>
                  <a:cubicBezTo>
                    <a:pt x="3446" y="5488"/>
                    <a:pt x="3515" y="5289"/>
                    <a:pt x="3607" y="5097"/>
                  </a:cubicBezTo>
                  <a:cubicBezTo>
                    <a:pt x="3737" y="4845"/>
                    <a:pt x="3898" y="4615"/>
                    <a:pt x="4089" y="4401"/>
                  </a:cubicBezTo>
                  <a:cubicBezTo>
                    <a:pt x="4311" y="4156"/>
                    <a:pt x="4564" y="3934"/>
                    <a:pt x="4839" y="3750"/>
                  </a:cubicBezTo>
                  <a:cubicBezTo>
                    <a:pt x="5161" y="3543"/>
                    <a:pt x="5513" y="3367"/>
                    <a:pt x="5881" y="3245"/>
                  </a:cubicBezTo>
                  <a:cubicBezTo>
                    <a:pt x="6302" y="3107"/>
                    <a:pt x="6730" y="3007"/>
                    <a:pt x="7174" y="2969"/>
                  </a:cubicBezTo>
                  <a:close/>
                  <a:moveTo>
                    <a:pt x="10030" y="3275"/>
                  </a:moveTo>
                  <a:lnTo>
                    <a:pt x="10068" y="3291"/>
                  </a:lnTo>
                  <a:cubicBezTo>
                    <a:pt x="10160" y="3321"/>
                    <a:pt x="10245" y="3360"/>
                    <a:pt x="10329" y="3390"/>
                  </a:cubicBezTo>
                  <a:cubicBezTo>
                    <a:pt x="10597" y="3520"/>
                    <a:pt x="10842" y="3689"/>
                    <a:pt x="11064" y="3888"/>
                  </a:cubicBezTo>
                  <a:cubicBezTo>
                    <a:pt x="11225" y="4026"/>
                    <a:pt x="11362" y="4186"/>
                    <a:pt x="11485" y="4362"/>
                  </a:cubicBezTo>
                  <a:cubicBezTo>
                    <a:pt x="11577" y="4500"/>
                    <a:pt x="11646" y="4653"/>
                    <a:pt x="11707" y="4807"/>
                  </a:cubicBezTo>
                  <a:cubicBezTo>
                    <a:pt x="11753" y="4952"/>
                    <a:pt x="11783" y="5105"/>
                    <a:pt x="11799" y="5258"/>
                  </a:cubicBezTo>
                  <a:cubicBezTo>
                    <a:pt x="11814" y="5427"/>
                    <a:pt x="11799" y="5587"/>
                    <a:pt x="11768" y="5756"/>
                  </a:cubicBezTo>
                  <a:cubicBezTo>
                    <a:pt x="11730" y="5947"/>
                    <a:pt x="11669" y="6139"/>
                    <a:pt x="11577" y="6315"/>
                  </a:cubicBezTo>
                  <a:cubicBezTo>
                    <a:pt x="11416" y="6644"/>
                    <a:pt x="11171" y="6920"/>
                    <a:pt x="10872" y="7119"/>
                  </a:cubicBezTo>
                  <a:cubicBezTo>
                    <a:pt x="10712" y="7218"/>
                    <a:pt x="10543" y="7302"/>
                    <a:pt x="10367" y="7371"/>
                  </a:cubicBezTo>
                  <a:cubicBezTo>
                    <a:pt x="10153" y="7440"/>
                    <a:pt x="9931" y="7486"/>
                    <a:pt x="9709" y="7501"/>
                  </a:cubicBezTo>
                  <a:cubicBezTo>
                    <a:pt x="9673" y="7503"/>
                    <a:pt x="9637" y="7503"/>
                    <a:pt x="9601" y="7503"/>
                  </a:cubicBezTo>
                  <a:cubicBezTo>
                    <a:pt x="9420" y="7503"/>
                    <a:pt x="9237" y="7487"/>
                    <a:pt x="9058" y="7456"/>
                  </a:cubicBezTo>
                  <a:cubicBezTo>
                    <a:pt x="8951" y="7433"/>
                    <a:pt x="8851" y="7410"/>
                    <a:pt x="8752" y="7371"/>
                  </a:cubicBezTo>
                  <a:lnTo>
                    <a:pt x="8752" y="7379"/>
                  </a:lnTo>
                  <a:cubicBezTo>
                    <a:pt x="8660" y="7341"/>
                    <a:pt x="8568" y="7302"/>
                    <a:pt x="8476" y="7264"/>
                  </a:cubicBezTo>
                  <a:cubicBezTo>
                    <a:pt x="8315" y="7180"/>
                    <a:pt x="8162" y="7080"/>
                    <a:pt x="8024" y="6958"/>
                  </a:cubicBezTo>
                  <a:cubicBezTo>
                    <a:pt x="7909" y="6858"/>
                    <a:pt x="7810" y="6744"/>
                    <a:pt x="7726" y="6621"/>
                  </a:cubicBezTo>
                  <a:cubicBezTo>
                    <a:pt x="7756" y="6552"/>
                    <a:pt x="7779" y="6476"/>
                    <a:pt x="7802" y="6399"/>
                  </a:cubicBezTo>
                  <a:cubicBezTo>
                    <a:pt x="8185" y="6200"/>
                    <a:pt x="8537" y="5955"/>
                    <a:pt x="8843" y="5656"/>
                  </a:cubicBezTo>
                  <a:cubicBezTo>
                    <a:pt x="9349" y="5189"/>
                    <a:pt x="9716" y="4600"/>
                    <a:pt x="9923" y="3949"/>
                  </a:cubicBezTo>
                  <a:cubicBezTo>
                    <a:pt x="9984" y="3727"/>
                    <a:pt x="10023" y="3505"/>
                    <a:pt x="10030" y="3275"/>
                  </a:cubicBezTo>
                  <a:close/>
                  <a:moveTo>
                    <a:pt x="7435" y="6560"/>
                  </a:moveTo>
                  <a:cubicBezTo>
                    <a:pt x="7442" y="6590"/>
                    <a:pt x="7458" y="6613"/>
                    <a:pt x="7473" y="6636"/>
                  </a:cubicBezTo>
                  <a:lnTo>
                    <a:pt x="7465" y="6644"/>
                  </a:lnTo>
                  <a:lnTo>
                    <a:pt x="7458" y="6659"/>
                  </a:lnTo>
                  <a:cubicBezTo>
                    <a:pt x="7442" y="6682"/>
                    <a:pt x="7435" y="6713"/>
                    <a:pt x="7419" y="6736"/>
                  </a:cubicBezTo>
                  <a:cubicBezTo>
                    <a:pt x="7305" y="6966"/>
                    <a:pt x="7159" y="7188"/>
                    <a:pt x="6983" y="7379"/>
                  </a:cubicBezTo>
                  <a:cubicBezTo>
                    <a:pt x="6853" y="7524"/>
                    <a:pt x="6715" y="7647"/>
                    <a:pt x="6554" y="7762"/>
                  </a:cubicBezTo>
                  <a:lnTo>
                    <a:pt x="6516" y="7731"/>
                  </a:lnTo>
                  <a:cubicBezTo>
                    <a:pt x="6485" y="7701"/>
                    <a:pt x="6447" y="7670"/>
                    <a:pt x="6409" y="7639"/>
                  </a:cubicBezTo>
                  <a:cubicBezTo>
                    <a:pt x="6225" y="7471"/>
                    <a:pt x="6064" y="7287"/>
                    <a:pt x="5934" y="7088"/>
                  </a:cubicBezTo>
                  <a:lnTo>
                    <a:pt x="5926" y="7096"/>
                  </a:lnTo>
                  <a:cubicBezTo>
                    <a:pt x="5896" y="7042"/>
                    <a:pt x="5873" y="7004"/>
                    <a:pt x="5850" y="6966"/>
                  </a:cubicBezTo>
                  <a:cubicBezTo>
                    <a:pt x="6294" y="6927"/>
                    <a:pt x="6738" y="6828"/>
                    <a:pt x="7159" y="6675"/>
                  </a:cubicBezTo>
                  <a:cubicBezTo>
                    <a:pt x="7251" y="6636"/>
                    <a:pt x="7343" y="6606"/>
                    <a:pt x="7435" y="6560"/>
                  </a:cubicBezTo>
                  <a:close/>
                  <a:moveTo>
                    <a:pt x="3392" y="6407"/>
                  </a:moveTo>
                  <a:lnTo>
                    <a:pt x="3392" y="6407"/>
                  </a:lnTo>
                  <a:cubicBezTo>
                    <a:pt x="3408" y="6422"/>
                    <a:pt x="3431" y="6437"/>
                    <a:pt x="3454" y="6453"/>
                  </a:cubicBezTo>
                  <a:cubicBezTo>
                    <a:pt x="3660" y="6590"/>
                    <a:pt x="3890" y="6705"/>
                    <a:pt x="4135" y="6782"/>
                  </a:cubicBezTo>
                  <a:cubicBezTo>
                    <a:pt x="4487" y="6904"/>
                    <a:pt x="4855" y="6966"/>
                    <a:pt x="5230" y="6981"/>
                  </a:cubicBezTo>
                  <a:lnTo>
                    <a:pt x="5613" y="6981"/>
                  </a:lnTo>
                  <a:cubicBezTo>
                    <a:pt x="5636" y="7042"/>
                    <a:pt x="5674" y="7103"/>
                    <a:pt x="5712" y="7165"/>
                  </a:cubicBezTo>
                  <a:cubicBezTo>
                    <a:pt x="5888" y="7440"/>
                    <a:pt x="6110" y="7685"/>
                    <a:pt x="6371" y="7892"/>
                  </a:cubicBezTo>
                  <a:cubicBezTo>
                    <a:pt x="6233" y="7976"/>
                    <a:pt x="6080" y="8037"/>
                    <a:pt x="5934" y="8099"/>
                  </a:cubicBezTo>
                  <a:cubicBezTo>
                    <a:pt x="5766" y="8152"/>
                    <a:pt x="5597" y="8183"/>
                    <a:pt x="5429" y="8198"/>
                  </a:cubicBezTo>
                  <a:cubicBezTo>
                    <a:pt x="5395" y="8200"/>
                    <a:pt x="5360" y="8201"/>
                    <a:pt x="5326" y="8201"/>
                  </a:cubicBezTo>
                  <a:cubicBezTo>
                    <a:pt x="5215" y="8201"/>
                    <a:pt x="5104" y="8191"/>
                    <a:pt x="4992" y="8168"/>
                  </a:cubicBezTo>
                  <a:cubicBezTo>
                    <a:pt x="4847" y="8137"/>
                    <a:pt x="4709" y="8091"/>
                    <a:pt x="4571" y="8030"/>
                  </a:cubicBezTo>
                  <a:cubicBezTo>
                    <a:pt x="4426" y="7953"/>
                    <a:pt x="4288" y="7854"/>
                    <a:pt x="4158" y="7746"/>
                  </a:cubicBezTo>
                  <a:cubicBezTo>
                    <a:pt x="3997" y="7601"/>
                    <a:pt x="3859" y="7433"/>
                    <a:pt x="3737" y="7249"/>
                  </a:cubicBezTo>
                  <a:cubicBezTo>
                    <a:pt x="3630" y="7088"/>
                    <a:pt x="3545" y="6912"/>
                    <a:pt x="3477" y="6721"/>
                  </a:cubicBezTo>
                  <a:cubicBezTo>
                    <a:pt x="3438" y="6621"/>
                    <a:pt x="3408" y="6514"/>
                    <a:pt x="3392" y="6407"/>
                  </a:cubicBezTo>
                  <a:close/>
                  <a:moveTo>
                    <a:pt x="11661" y="4217"/>
                  </a:moveTo>
                  <a:cubicBezTo>
                    <a:pt x="11860" y="4416"/>
                    <a:pt x="12044" y="4630"/>
                    <a:pt x="12197" y="4860"/>
                  </a:cubicBezTo>
                  <a:cubicBezTo>
                    <a:pt x="12319" y="5044"/>
                    <a:pt x="12411" y="5235"/>
                    <a:pt x="12488" y="5434"/>
                  </a:cubicBezTo>
                  <a:cubicBezTo>
                    <a:pt x="12541" y="5603"/>
                    <a:pt x="12580" y="5787"/>
                    <a:pt x="12595" y="5963"/>
                  </a:cubicBezTo>
                  <a:cubicBezTo>
                    <a:pt x="12603" y="6146"/>
                    <a:pt x="12595" y="6322"/>
                    <a:pt x="12557" y="6506"/>
                  </a:cubicBezTo>
                  <a:cubicBezTo>
                    <a:pt x="12518" y="6705"/>
                    <a:pt x="12450" y="6897"/>
                    <a:pt x="12358" y="7088"/>
                  </a:cubicBezTo>
                  <a:cubicBezTo>
                    <a:pt x="12365" y="7088"/>
                    <a:pt x="12365" y="7080"/>
                    <a:pt x="12373" y="7080"/>
                  </a:cubicBezTo>
                  <a:cubicBezTo>
                    <a:pt x="12266" y="7264"/>
                    <a:pt x="12143" y="7440"/>
                    <a:pt x="12005" y="7609"/>
                  </a:cubicBezTo>
                  <a:lnTo>
                    <a:pt x="11998" y="7616"/>
                  </a:lnTo>
                  <a:cubicBezTo>
                    <a:pt x="11845" y="7785"/>
                    <a:pt x="11669" y="7930"/>
                    <a:pt x="11485" y="8060"/>
                  </a:cubicBezTo>
                  <a:lnTo>
                    <a:pt x="11470" y="8068"/>
                  </a:lnTo>
                  <a:cubicBezTo>
                    <a:pt x="11240" y="8214"/>
                    <a:pt x="10987" y="8336"/>
                    <a:pt x="10727" y="8428"/>
                  </a:cubicBezTo>
                  <a:lnTo>
                    <a:pt x="10719" y="8436"/>
                  </a:lnTo>
                  <a:lnTo>
                    <a:pt x="10727" y="8436"/>
                  </a:lnTo>
                  <a:cubicBezTo>
                    <a:pt x="10375" y="8543"/>
                    <a:pt x="10007" y="8612"/>
                    <a:pt x="9640" y="8635"/>
                  </a:cubicBezTo>
                  <a:cubicBezTo>
                    <a:pt x="9529" y="8642"/>
                    <a:pt x="9418" y="8646"/>
                    <a:pt x="9306" y="8646"/>
                  </a:cubicBezTo>
                  <a:cubicBezTo>
                    <a:pt x="8986" y="8646"/>
                    <a:pt x="8664" y="8615"/>
                    <a:pt x="8346" y="8558"/>
                  </a:cubicBezTo>
                  <a:cubicBezTo>
                    <a:pt x="8139" y="8512"/>
                    <a:pt x="7932" y="8458"/>
                    <a:pt x="7733" y="8390"/>
                  </a:cubicBezTo>
                  <a:cubicBezTo>
                    <a:pt x="7557" y="8328"/>
                    <a:pt x="7381" y="8252"/>
                    <a:pt x="7205" y="8175"/>
                  </a:cubicBezTo>
                  <a:cubicBezTo>
                    <a:pt x="7052" y="8091"/>
                    <a:pt x="6899" y="8007"/>
                    <a:pt x="6753" y="7907"/>
                  </a:cubicBezTo>
                  <a:cubicBezTo>
                    <a:pt x="7006" y="7716"/>
                    <a:pt x="7228" y="7494"/>
                    <a:pt x="7404" y="7234"/>
                  </a:cubicBezTo>
                  <a:cubicBezTo>
                    <a:pt x="7488" y="7111"/>
                    <a:pt x="7565" y="6981"/>
                    <a:pt x="7626" y="6851"/>
                  </a:cubicBezTo>
                  <a:cubicBezTo>
                    <a:pt x="7894" y="7188"/>
                    <a:pt x="8254" y="7440"/>
                    <a:pt x="8660" y="7578"/>
                  </a:cubicBezTo>
                  <a:lnTo>
                    <a:pt x="8698" y="7593"/>
                  </a:lnTo>
                  <a:lnTo>
                    <a:pt x="8690" y="7593"/>
                  </a:lnTo>
                  <a:cubicBezTo>
                    <a:pt x="8973" y="7688"/>
                    <a:pt x="9269" y="7737"/>
                    <a:pt x="9566" y="7737"/>
                  </a:cubicBezTo>
                  <a:cubicBezTo>
                    <a:pt x="9726" y="7737"/>
                    <a:pt x="9887" y="7722"/>
                    <a:pt x="10045" y="7693"/>
                  </a:cubicBezTo>
                  <a:cubicBezTo>
                    <a:pt x="10513" y="7609"/>
                    <a:pt x="10949" y="7394"/>
                    <a:pt x="11301" y="7073"/>
                  </a:cubicBezTo>
                  <a:cubicBezTo>
                    <a:pt x="11477" y="6904"/>
                    <a:pt x="11630" y="6713"/>
                    <a:pt x="11745" y="6491"/>
                  </a:cubicBezTo>
                  <a:cubicBezTo>
                    <a:pt x="11875" y="6254"/>
                    <a:pt x="11967" y="5993"/>
                    <a:pt x="12005" y="5725"/>
                  </a:cubicBezTo>
                  <a:cubicBezTo>
                    <a:pt x="12051" y="5473"/>
                    <a:pt x="12044" y="5212"/>
                    <a:pt x="11990" y="4967"/>
                  </a:cubicBezTo>
                  <a:cubicBezTo>
                    <a:pt x="11937" y="4722"/>
                    <a:pt x="11837" y="4500"/>
                    <a:pt x="11707" y="4294"/>
                  </a:cubicBezTo>
                  <a:cubicBezTo>
                    <a:pt x="11692" y="4271"/>
                    <a:pt x="11676" y="4248"/>
                    <a:pt x="11661" y="4217"/>
                  </a:cubicBezTo>
                  <a:close/>
                  <a:moveTo>
                    <a:pt x="2833" y="1"/>
                  </a:moveTo>
                  <a:cubicBezTo>
                    <a:pt x="2765" y="1"/>
                    <a:pt x="2696" y="5"/>
                    <a:pt x="2627" y="14"/>
                  </a:cubicBezTo>
                  <a:cubicBezTo>
                    <a:pt x="2435" y="37"/>
                    <a:pt x="2252" y="90"/>
                    <a:pt x="2068" y="159"/>
                  </a:cubicBezTo>
                  <a:cubicBezTo>
                    <a:pt x="1884" y="236"/>
                    <a:pt x="1716" y="328"/>
                    <a:pt x="1555" y="450"/>
                  </a:cubicBezTo>
                  <a:cubicBezTo>
                    <a:pt x="1402" y="557"/>
                    <a:pt x="1264" y="695"/>
                    <a:pt x="1157" y="856"/>
                  </a:cubicBezTo>
                  <a:cubicBezTo>
                    <a:pt x="1103" y="933"/>
                    <a:pt x="1057" y="1017"/>
                    <a:pt x="1019" y="1101"/>
                  </a:cubicBezTo>
                  <a:cubicBezTo>
                    <a:pt x="981" y="1185"/>
                    <a:pt x="950" y="1277"/>
                    <a:pt x="935" y="1377"/>
                  </a:cubicBezTo>
                  <a:cubicBezTo>
                    <a:pt x="904" y="1568"/>
                    <a:pt x="919" y="1759"/>
                    <a:pt x="981" y="1951"/>
                  </a:cubicBezTo>
                  <a:cubicBezTo>
                    <a:pt x="1019" y="2066"/>
                    <a:pt x="1065" y="2173"/>
                    <a:pt x="1134" y="2280"/>
                  </a:cubicBezTo>
                  <a:lnTo>
                    <a:pt x="1034" y="2265"/>
                  </a:lnTo>
                  <a:lnTo>
                    <a:pt x="889" y="2234"/>
                  </a:lnTo>
                  <a:cubicBezTo>
                    <a:pt x="743" y="2203"/>
                    <a:pt x="598" y="2165"/>
                    <a:pt x="452" y="2119"/>
                  </a:cubicBezTo>
                  <a:cubicBezTo>
                    <a:pt x="353" y="2089"/>
                    <a:pt x="261" y="2043"/>
                    <a:pt x="169" y="1997"/>
                  </a:cubicBezTo>
                  <a:lnTo>
                    <a:pt x="154" y="1997"/>
                  </a:lnTo>
                  <a:cubicBezTo>
                    <a:pt x="146" y="1993"/>
                    <a:pt x="137" y="1991"/>
                    <a:pt x="127" y="1991"/>
                  </a:cubicBezTo>
                  <a:cubicBezTo>
                    <a:pt x="117" y="1991"/>
                    <a:pt x="108" y="1993"/>
                    <a:pt x="100" y="1997"/>
                  </a:cubicBezTo>
                  <a:cubicBezTo>
                    <a:pt x="70" y="1997"/>
                    <a:pt x="47" y="2020"/>
                    <a:pt x="24" y="2043"/>
                  </a:cubicBezTo>
                  <a:cubicBezTo>
                    <a:pt x="8" y="2066"/>
                    <a:pt x="1" y="2096"/>
                    <a:pt x="8" y="2127"/>
                  </a:cubicBezTo>
                  <a:cubicBezTo>
                    <a:pt x="16" y="2158"/>
                    <a:pt x="31" y="2180"/>
                    <a:pt x="54" y="2203"/>
                  </a:cubicBezTo>
                  <a:cubicBezTo>
                    <a:pt x="161" y="2257"/>
                    <a:pt x="276" y="2303"/>
                    <a:pt x="391" y="2341"/>
                  </a:cubicBezTo>
                  <a:cubicBezTo>
                    <a:pt x="468" y="2364"/>
                    <a:pt x="560" y="2395"/>
                    <a:pt x="659" y="2418"/>
                  </a:cubicBezTo>
                  <a:cubicBezTo>
                    <a:pt x="873" y="2471"/>
                    <a:pt x="1088" y="2510"/>
                    <a:pt x="1310" y="2525"/>
                  </a:cubicBezTo>
                  <a:cubicBezTo>
                    <a:pt x="1325" y="2548"/>
                    <a:pt x="1333" y="2563"/>
                    <a:pt x="1356" y="2579"/>
                  </a:cubicBezTo>
                  <a:cubicBezTo>
                    <a:pt x="1455" y="2693"/>
                    <a:pt x="1562" y="2801"/>
                    <a:pt x="1685" y="2900"/>
                  </a:cubicBezTo>
                  <a:cubicBezTo>
                    <a:pt x="1785" y="2992"/>
                    <a:pt x="1892" y="3076"/>
                    <a:pt x="2014" y="3145"/>
                  </a:cubicBezTo>
                  <a:cubicBezTo>
                    <a:pt x="1991" y="3413"/>
                    <a:pt x="2007" y="3689"/>
                    <a:pt x="2045" y="3957"/>
                  </a:cubicBezTo>
                  <a:cubicBezTo>
                    <a:pt x="2091" y="4294"/>
                    <a:pt x="2175" y="4623"/>
                    <a:pt x="2290" y="4944"/>
                  </a:cubicBezTo>
                  <a:cubicBezTo>
                    <a:pt x="2343" y="5105"/>
                    <a:pt x="2412" y="5266"/>
                    <a:pt x="2497" y="5419"/>
                  </a:cubicBezTo>
                  <a:cubicBezTo>
                    <a:pt x="2573" y="5564"/>
                    <a:pt x="2665" y="5702"/>
                    <a:pt x="2765" y="5840"/>
                  </a:cubicBezTo>
                  <a:cubicBezTo>
                    <a:pt x="2879" y="5986"/>
                    <a:pt x="3010" y="6123"/>
                    <a:pt x="3147" y="6246"/>
                  </a:cubicBezTo>
                  <a:cubicBezTo>
                    <a:pt x="3163" y="6407"/>
                    <a:pt x="3193" y="6575"/>
                    <a:pt x="3239" y="6736"/>
                  </a:cubicBezTo>
                  <a:cubicBezTo>
                    <a:pt x="3293" y="6912"/>
                    <a:pt x="3369" y="7080"/>
                    <a:pt x="3461" y="7241"/>
                  </a:cubicBezTo>
                  <a:cubicBezTo>
                    <a:pt x="3645" y="7570"/>
                    <a:pt x="3890" y="7854"/>
                    <a:pt x="4189" y="8076"/>
                  </a:cubicBezTo>
                  <a:cubicBezTo>
                    <a:pt x="4319" y="8168"/>
                    <a:pt x="4457" y="8244"/>
                    <a:pt x="4610" y="8305"/>
                  </a:cubicBezTo>
                  <a:cubicBezTo>
                    <a:pt x="4640" y="8321"/>
                    <a:pt x="4671" y="8336"/>
                    <a:pt x="4702" y="8344"/>
                  </a:cubicBezTo>
                  <a:cubicBezTo>
                    <a:pt x="4809" y="8382"/>
                    <a:pt x="4924" y="8413"/>
                    <a:pt x="5038" y="8428"/>
                  </a:cubicBezTo>
                  <a:cubicBezTo>
                    <a:pt x="5129" y="8440"/>
                    <a:pt x="5221" y="8446"/>
                    <a:pt x="5313" y="8446"/>
                  </a:cubicBezTo>
                  <a:cubicBezTo>
                    <a:pt x="5514" y="8446"/>
                    <a:pt x="5716" y="8417"/>
                    <a:pt x="5911" y="8359"/>
                  </a:cubicBezTo>
                  <a:cubicBezTo>
                    <a:pt x="6141" y="8290"/>
                    <a:pt x="6363" y="8191"/>
                    <a:pt x="6562" y="8060"/>
                  </a:cubicBezTo>
                  <a:cubicBezTo>
                    <a:pt x="6623" y="8106"/>
                    <a:pt x="6692" y="8152"/>
                    <a:pt x="6769" y="8198"/>
                  </a:cubicBezTo>
                  <a:cubicBezTo>
                    <a:pt x="7044" y="8367"/>
                    <a:pt x="7343" y="8512"/>
                    <a:pt x="7657" y="8612"/>
                  </a:cubicBezTo>
                  <a:cubicBezTo>
                    <a:pt x="7833" y="8673"/>
                    <a:pt x="8017" y="8726"/>
                    <a:pt x="8200" y="8765"/>
                  </a:cubicBezTo>
                  <a:cubicBezTo>
                    <a:pt x="8555" y="8843"/>
                    <a:pt x="8914" y="8882"/>
                    <a:pt x="9274" y="8882"/>
                  </a:cubicBezTo>
                  <a:cubicBezTo>
                    <a:pt x="9441" y="8882"/>
                    <a:pt x="9609" y="8874"/>
                    <a:pt x="9778" y="8857"/>
                  </a:cubicBezTo>
                  <a:cubicBezTo>
                    <a:pt x="10283" y="8818"/>
                    <a:pt x="10780" y="8681"/>
                    <a:pt x="11232" y="8451"/>
                  </a:cubicBezTo>
                  <a:cubicBezTo>
                    <a:pt x="11676" y="8244"/>
                    <a:pt x="12059" y="7923"/>
                    <a:pt x="12342" y="7532"/>
                  </a:cubicBezTo>
                  <a:cubicBezTo>
                    <a:pt x="12495" y="7325"/>
                    <a:pt x="12610" y="7088"/>
                    <a:pt x="12695" y="6851"/>
                  </a:cubicBezTo>
                  <a:cubicBezTo>
                    <a:pt x="12794" y="6552"/>
                    <a:pt x="12840" y="6246"/>
                    <a:pt x="12817" y="5932"/>
                  </a:cubicBezTo>
                  <a:cubicBezTo>
                    <a:pt x="12794" y="5641"/>
                    <a:pt x="12717" y="5365"/>
                    <a:pt x="12595" y="5097"/>
                  </a:cubicBezTo>
                  <a:cubicBezTo>
                    <a:pt x="12465" y="4829"/>
                    <a:pt x="12304" y="4585"/>
                    <a:pt x="12105" y="4362"/>
                  </a:cubicBezTo>
                  <a:cubicBezTo>
                    <a:pt x="11906" y="4133"/>
                    <a:pt x="11676" y="3926"/>
                    <a:pt x="11424" y="3742"/>
                  </a:cubicBezTo>
                  <a:cubicBezTo>
                    <a:pt x="11179" y="3559"/>
                    <a:pt x="10911" y="3405"/>
                    <a:pt x="10635" y="3275"/>
                  </a:cubicBezTo>
                  <a:cubicBezTo>
                    <a:pt x="10566" y="3237"/>
                    <a:pt x="10490" y="3206"/>
                    <a:pt x="10413" y="3176"/>
                  </a:cubicBezTo>
                  <a:cubicBezTo>
                    <a:pt x="10290" y="3115"/>
                    <a:pt x="10168" y="3061"/>
                    <a:pt x="10038" y="3007"/>
                  </a:cubicBezTo>
                  <a:cubicBezTo>
                    <a:pt x="10038" y="2992"/>
                    <a:pt x="10038" y="2969"/>
                    <a:pt x="10038" y="2954"/>
                  </a:cubicBezTo>
                  <a:cubicBezTo>
                    <a:pt x="10015" y="2602"/>
                    <a:pt x="9923" y="2257"/>
                    <a:pt x="9778" y="1943"/>
                  </a:cubicBezTo>
                  <a:cubicBezTo>
                    <a:pt x="9946" y="1897"/>
                    <a:pt x="10122" y="1867"/>
                    <a:pt x="10298" y="1859"/>
                  </a:cubicBezTo>
                  <a:lnTo>
                    <a:pt x="10313" y="1859"/>
                  </a:lnTo>
                  <a:cubicBezTo>
                    <a:pt x="10403" y="1852"/>
                    <a:pt x="10492" y="1849"/>
                    <a:pt x="10581" y="1849"/>
                  </a:cubicBezTo>
                  <a:cubicBezTo>
                    <a:pt x="10798" y="1849"/>
                    <a:pt x="11013" y="1869"/>
                    <a:pt x="11225" y="1913"/>
                  </a:cubicBezTo>
                  <a:cubicBezTo>
                    <a:pt x="11347" y="1935"/>
                    <a:pt x="11477" y="1974"/>
                    <a:pt x="11600" y="2012"/>
                  </a:cubicBezTo>
                  <a:cubicBezTo>
                    <a:pt x="11699" y="2043"/>
                    <a:pt x="11799" y="2089"/>
                    <a:pt x="11891" y="2135"/>
                  </a:cubicBezTo>
                  <a:cubicBezTo>
                    <a:pt x="12044" y="2211"/>
                    <a:pt x="12189" y="2303"/>
                    <a:pt x="12319" y="2418"/>
                  </a:cubicBezTo>
                  <a:cubicBezTo>
                    <a:pt x="12404" y="2502"/>
                    <a:pt x="12488" y="2594"/>
                    <a:pt x="12557" y="2701"/>
                  </a:cubicBezTo>
                  <a:cubicBezTo>
                    <a:pt x="12610" y="2770"/>
                    <a:pt x="12649" y="2847"/>
                    <a:pt x="12679" y="2931"/>
                  </a:cubicBezTo>
                  <a:cubicBezTo>
                    <a:pt x="12695" y="2954"/>
                    <a:pt x="12717" y="2977"/>
                    <a:pt x="12748" y="2984"/>
                  </a:cubicBezTo>
                  <a:cubicBezTo>
                    <a:pt x="12763" y="2988"/>
                    <a:pt x="12779" y="2990"/>
                    <a:pt x="12793" y="2990"/>
                  </a:cubicBezTo>
                  <a:cubicBezTo>
                    <a:pt x="12807" y="2990"/>
                    <a:pt x="12821" y="2988"/>
                    <a:pt x="12832" y="2984"/>
                  </a:cubicBezTo>
                  <a:cubicBezTo>
                    <a:pt x="12886" y="2954"/>
                    <a:pt x="12909" y="2885"/>
                    <a:pt x="12886" y="2831"/>
                  </a:cubicBezTo>
                  <a:cubicBezTo>
                    <a:pt x="12825" y="2693"/>
                    <a:pt x="12748" y="2563"/>
                    <a:pt x="12656" y="2448"/>
                  </a:cubicBezTo>
                  <a:cubicBezTo>
                    <a:pt x="12564" y="2334"/>
                    <a:pt x="12457" y="2226"/>
                    <a:pt x="12335" y="2142"/>
                  </a:cubicBezTo>
                  <a:cubicBezTo>
                    <a:pt x="12212" y="2050"/>
                    <a:pt x="12082" y="1974"/>
                    <a:pt x="11944" y="1913"/>
                  </a:cubicBezTo>
                  <a:cubicBezTo>
                    <a:pt x="11852" y="1867"/>
                    <a:pt x="11768" y="1828"/>
                    <a:pt x="11676" y="1798"/>
                  </a:cubicBezTo>
                  <a:cubicBezTo>
                    <a:pt x="11623" y="1782"/>
                    <a:pt x="11569" y="1767"/>
                    <a:pt x="11515" y="1752"/>
                  </a:cubicBezTo>
                  <a:cubicBezTo>
                    <a:pt x="11202" y="1668"/>
                    <a:pt x="10888" y="1622"/>
                    <a:pt x="10566" y="1622"/>
                  </a:cubicBezTo>
                  <a:cubicBezTo>
                    <a:pt x="10260" y="1622"/>
                    <a:pt x="9961" y="1660"/>
                    <a:pt x="9663" y="1736"/>
                  </a:cubicBezTo>
                  <a:cubicBezTo>
                    <a:pt x="9548" y="1530"/>
                    <a:pt x="9395" y="1331"/>
                    <a:pt x="9226" y="1162"/>
                  </a:cubicBezTo>
                  <a:cubicBezTo>
                    <a:pt x="8997" y="925"/>
                    <a:pt x="8736" y="726"/>
                    <a:pt x="8453" y="573"/>
                  </a:cubicBezTo>
                  <a:cubicBezTo>
                    <a:pt x="8300" y="488"/>
                    <a:pt x="8139" y="420"/>
                    <a:pt x="7971" y="358"/>
                  </a:cubicBezTo>
                  <a:lnTo>
                    <a:pt x="7963" y="358"/>
                  </a:lnTo>
                  <a:cubicBezTo>
                    <a:pt x="7700" y="263"/>
                    <a:pt x="7423" y="216"/>
                    <a:pt x="7145" y="216"/>
                  </a:cubicBezTo>
                  <a:cubicBezTo>
                    <a:pt x="6955" y="216"/>
                    <a:pt x="6764" y="238"/>
                    <a:pt x="6577" y="282"/>
                  </a:cubicBezTo>
                  <a:cubicBezTo>
                    <a:pt x="6363" y="343"/>
                    <a:pt x="6156" y="443"/>
                    <a:pt x="5972" y="573"/>
                  </a:cubicBezTo>
                  <a:cubicBezTo>
                    <a:pt x="5850" y="657"/>
                    <a:pt x="5743" y="764"/>
                    <a:pt x="5651" y="879"/>
                  </a:cubicBezTo>
                  <a:lnTo>
                    <a:pt x="5628" y="871"/>
                  </a:lnTo>
                  <a:cubicBezTo>
                    <a:pt x="5414" y="795"/>
                    <a:pt x="5192" y="741"/>
                    <a:pt x="4962" y="718"/>
                  </a:cubicBezTo>
                  <a:cubicBezTo>
                    <a:pt x="4851" y="706"/>
                    <a:pt x="4740" y="700"/>
                    <a:pt x="4629" y="700"/>
                  </a:cubicBezTo>
                  <a:cubicBezTo>
                    <a:pt x="4378" y="700"/>
                    <a:pt x="4127" y="731"/>
                    <a:pt x="3882" y="795"/>
                  </a:cubicBezTo>
                  <a:cubicBezTo>
                    <a:pt x="3882" y="756"/>
                    <a:pt x="3875" y="718"/>
                    <a:pt x="3867" y="680"/>
                  </a:cubicBezTo>
                  <a:cubicBezTo>
                    <a:pt x="3844" y="596"/>
                    <a:pt x="3813" y="519"/>
                    <a:pt x="3767" y="443"/>
                  </a:cubicBezTo>
                  <a:cubicBezTo>
                    <a:pt x="3722" y="366"/>
                    <a:pt x="3668" y="297"/>
                    <a:pt x="3599" y="243"/>
                  </a:cubicBezTo>
                  <a:cubicBezTo>
                    <a:pt x="3507" y="167"/>
                    <a:pt x="3408" y="106"/>
                    <a:pt x="3293" y="67"/>
                  </a:cubicBezTo>
                  <a:cubicBezTo>
                    <a:pt x="3255" y="60"/>
                    <a:pt x="3216" y="44"/>
                    <a:pt x="3170" y="37"/>
                  </a:cubicBezTo>
                  <a:cubicBezTo>
                    <a:pt x="3060" y="13"/>
                    <a:pt x="2947" y="1"/>
                    <a:pt x="28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61">
            <a:extLst>
              <a:ext uri="{FF2B5EF4-FFF2-40B4-BE49-F238E27FC236}">
                <a16:creationId xmlns:a16="http://schemas.microsoft.com/office/drawing/2014/main" id="{CA9143CB-0F96-8558-D289-7AC69784E824}"/>
              </a:ext>
            </a:extLst>
          </p:cNvPr>
          <p:cNvGrpSpPr/>
          <p:nvPr/>
        </p:nvGrpSpPr>
        <p:grpSpPr>
          <a:xfrm rot="-7148318">
            <a:off x="1041083" y="167243"/>
            <a:ext cx="1041947" cy="2172169"/>
            <a:chOff x="1117397" y="404909"/>
            <a:chExt cx="1041999" cy="2172279"/>
          </a:xfrm>
        </p:grpSpPr>
        <p:sp>
          <p:nvSpPr>
            <p:cNvPr id="1514" name="Google Shape;1514;p61">
              <a:extLst>
                <a:ext uri="{FF2B5EF4-FFF2-40B4-BE49-F238E27FC236}">
                  <a16:creationId xmlns:a16="http://schemas.microsoft.com/office/drawing/2014/main" id="{C7730929-D9EF-A9E3-569F-D7B7C0B44CAD}"/>
                </a:ext>
              </a:extLst>
            </p:cNvPr>
            <p:cNvSpPr/>
            <p:nvPr/>
          </p:nvSpPr>
          <p:spPr>
            <a:xfrm>
              <a:off x="1117397" y="1040426"/>
              <a:ext cx="680275" cy="856443"/>
            </a:xfrm>
            <a:custGeom>
              <a:avLst/>
              <a:gdLst/>
              <a:ahLst/>
              <a:cxnLst/>
              <a:rect l="l" t="t" r="r" b="b"/>
              <a:pathLst>
                <a:path w="20829" h="26223" extrusionOk="0">
                  <a:moveTo>
                    <a:pt x="252" y="0"/>
                  </a:moveTo>
                  <a:cubicBezTo>
                    <a:pt x="83" y="0"/>
                    <a:pt x="1" y="200"/>
                    <a:pt x="123" y="322"/>
                  </a:cubicBezTo>
                  <a:cubicBezTo>
                    <a:pt x="378" y="613"/>
                    <a:pt x="655" y="891"/>
                    <a:pt x="932" y="1161"/>
                  </a:cubicBezTo>
                  <a:cubicBezTo>
                    <a:pt x="1042" y="1270"/>
                    <a:pt x="1151" y="1379"/>
                    <a:pt x="1261" y="1489"/>
                  </a:cubicBezTo>
                  <a:cubicBezTo>
                    <a:pt x="1596" y="1825"/>
                    <a:pt x="1903" y="2189"/>
                    <a:pt x="2187" y="2576"/>
                  </a:cubicBezTo>
                  <a:cubicBezTo>
                    <a:pt x="2917" y="3561"/>
                    <a:pt x="3530" y="4699"/>
                    <a:pt x="4062" y="6064"/>
                  </a:cubicBezTo>
                  <a:cubicBezTo>
                    <a:pt x="4551" y="7326"/>
                    <a:pt x="4909" y="8624"/>
                    <a:pt x="5237" y="9836"/>
                  </a:cubicBezTo>
                  <a:cubicBezTo>
                    <a:pt x="5325" y="10164"/>
                    <a:pt x="5412" y="10492"/>
                    <a:pt x="5500" y="10813"/>
                  </a:cubicBezTo>
                  <a:cubicBezTo>
                    <a:pt x="5580" y="11142"/>
                    <a:pt x="5668" y="11470"/>
                    <a:pt x="5755" y="11791"/>
                  </a:cubicBezTo>
                  <a:cubicBezTo>
                    <a:pt x="5937" y="12491"/>
                    <a:pt x="6120" y="13119"/>
                    <a:pt x="6310" y="13717"/>
                  </a:cubicBezTo>
                  <a:cubicBezTo>
                    <a:pt x="6682" y="14928"/>
                    <a:pt x="7156" y="16103"/>
                    <a:pt x="7740" y="17234"/>
                  </a:cubicBezTo>
                  <a:cubicBezTo>
                    <a:pt x="8258" y="18233"/>
                    <a:pt x="8885" y="19182"/>
                    <a:pt x="9615" y="20050"/>
                  </a:cubicBezTo>
                  <a:cubicBezTo>
                    <a:pt x="10308" y="20860"/>
                    <a:pt x="11081" y="21604"/>
                    <a:pt x="11935" y="22253"/>
                  </a:cubicBezTo>
                  <a:cubicBezTo>
                    <a:pt x="12781" y="22903"/>
                    <a:pt x="13693" y="23479"/>
                    <a:pt x="14649" y="23968"/>
                  </a:cubicBezTo>
                  <a:cubicBezTo>
                    <a:pt x="16232" y="24785"/>
                    <a:pt x="18078" y="25478"/>
                    <a:pt x="20442" y="26164"/>
                  </a:cubicBezTo>
                  <a:lnTo>
                    <a:pt x="20479" y="26164"/>
                  </a:lnTo>
                  <a:cubicBezTo>
                    <a:pt x="20515" y="26201"/>
                    <a:pt x="20559" y="26222"/>
                    <a:pt x="20610" y="26222"/>
                  </a:cubicBezTo>
                  <a:cubicBezTo>
                    <a:pt x="20639" y="26222"/>
                    <a:pt x="20676" y="26215"/>
                    <a:pt x="20697" y="26201"/>
                  </a:cubicBezTo>
                  <a:cubicBezTo>
                    <a:pt x="20792" y="26142"/>
                    <a:pt x="20829" y="26033"/>
                    <a:pt x="20778" y="25938"/>
                  </a:cubicBezTo>
                  <a:cubicBezTo>
                    <a:pt x="20537" y="25471"/>
                    <a:pt x="20296" y="24982"/>
                    <a:pt x="20077" y="24479"/>
                  </a:cubicBezTo>
                  <a:cubicBezTo>
                    <a:pt x="19895" y="24077"/>
                    <a:pt x="19712" y="23640"/>
                    <a:pt x="19479" y="23056"/>
                  </a:cubicBezTo>
                  <a:lnTo>
                    <a:pt x="19472" y="23041"/>
                  </a:lnTo>
                  <a:cubicBezTo>
                    <a:pt x="19464" y="23019"/>
                    <a:pt x="19457" y="23012"/>
                    <a:pt x="19457" y="22998"/>
                  </a:cubicBezTo>
                  <a:cubicBezTo>
                    <a:pt x="19129" y="22144"/>
                    <a:pt x="18815" y="21261"/>
                    <a:pt x="18516" y="20400"/>
                  </a:cubicBezTo>
                  <a:cubicBezTo>
                    <a:pt x="18304" y="19817"/>
                    <a:pt x="18093" y="19218"/>
                    <a:pt x="17874" y="18627"/>
                  </a:cubicBezTo>
                  <a:cubicBezTo>
                    <a:pt x="17567" y="17788"/>
                    <a:pt x="17290" y="17095"/>
                    <a:pt x="17013" y="16453"/>
                  </a:cubicBezTo>
                  <a:cubicBezTo>
                    <a:pt x="16728" y="15811"/>
                    <a:pt x="16415" y="15154"/>
                    <a:pt x="16086" y="14527"/>
                  </a:cubicBezTo>
                  <a:cubicBezTo>
                    <a:pt x="15444" y="13294"/>
                    <a:pt x="14707" y="12105"/>
                    <a:pt x="13883" y="10981"/>
                  </a:cubicBezTo>
                  <a:cubicBezTo>
                    <a:pt x="13051" y="9850"/>
                    <a:pt x="12139" y="8785"/>
                    <a:pt x="11154" y="7785"/>
                  </a:cubicBezTo>
                  <a:cubicBezTo>
                    <a:pt x="10680" y="7304"/>
                    <a:pt x="10155" y="6815"/>
                    <a:pt x="9600" y="6319"/>
                  </a:cubicBezTo>
                  <a:cubicBezTo>
                    <a:pt x="9126" y="5896"/>
                    <a:pt x="8659" y="5487"/>
                    <a:pt x="8214" y="5108"/>
                  </a:cubicBezTo>
                  <a:cubicBezTo>
                    <a:pt x="7360" y="4371"/>
                    <a:pt x="6229" y="3408"/>
                    <a:pt x="5011" y="2525"/>
                  </a:cubicBezTo>
                  <a:cubicBezTo>
                    <a:pt x="4259" y="1970"/>
                    <a:pt x="3479" y="1467"/>
                    <a:pt x="2669" y="1007"/>
                  </a:cubicBezTo>
                  <a:cubicBezTo>
                    <a:pt x="1917" y="584"/>
                    <a:pt x="1129" y="249"/>
                    <a:pt x="305" y="8"/>
                  </a:cubicBezTo>
                  <a:cubicBezTo>
                    <a:pt x="290" y="0"/>
                    <a:pt x="276" y="0"/>
                    <a:pt x="254" y="0"/>
                  </a:cubicBezTo>
                  <a:lnTo>
                    <a:pt x="261" y="0"/>
                  </a:lnTo>
                  <a:cubicBezTo>
                    <a:pt x="258" y="0"/>
                    <a:pt x="255" y="0"/>
                    <a:pt x="2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61">
              <a:extLst>
                <a:ext uri="{FF2B5EF4-FFF2-40B4-BE49-F238E27FC236}">
                  <a16:creationId xmlns:a16="http://schemas.microsoft.com/office/drawing/2014/main" id="{3512E4A7-9D3A-84E1-05DB-72BF073948B6}"/>
                </a:ext>
              </a:extLst>
            </p:cNvPr>
            <p:cNvSpPr/>
            <p:nvPr/>
          </p:nvSpPr>
          <p:spPr>
            <a:xfrm>
              <a:off x="1385399" y="404909"/>
              <a:ext cx="313373" cy="1024218"/>
            </a:xfrm>
            <a:custGeom>
              <a:avLst/>
              <a:gdLst/>
              <a:ahLst/>
              <a:cxnLst/>
              <a:rect l="l" t="t" r="r" b="b"/>
              <a:pathLst>
                <a:path w="9595" h="31360" extrusionOk="0">
                  <a:moveTo>
                    <a:pt x="548" y="1"/>
                  </a:moveTo>
                  <a:cubicBezTo>
                    <a:pt x="533" y="1"/>
                    <a:pt x="526" y="1"/>
                    <a:pt x="511" y="8"/>
                  </a:cubicBezTo>
                  <a:cubicBezTo>
                    <a:pt x="475" y="16"/>
                    <a:pt x="446" y="37"/>
                    <a:pt x="424" y="74"/>
                  </a:cubicBezTo>
                  <a:cubicBezTo>
                    <a:pt x="402" y="110"/>
                    <a:pt x="395" y="147"/>
                    <a:pt x="402" y="183"/>
                  </a:cubicBezTo>
                  <a:cubicBezTo>
                    <a:pt x="402" y="220"/>
                    <a:pt x="416" y="249"/>
                    <a:pt x="416" y="286"/>
                  </a:cubicBezTo>
                  <a:lnTo>
                    <a:pt x="416" y="264"/>
                  </a:lnTo>
                  <a:lnTo>
                    <a:pt x="416" y="264"/>
                  </a:lnTo>
                  <a:cubicBezTo>
                    <a:pt x="519" y="1270"/>
                    <a:pt x="453" y="2277"/>
                    <a:pt x="373" y="3204"/>
                  </a:cubicBezTo>
                  <a:cubicBezTo>
                    <a:pt x="343" y="3569"/>
                    <a:pt x="307" y="3934"/>
                    <a:pt x="271" y="4306"/>
                  </a:cubicBezTo>
                  <a:cubicBezTo>
                    <a:pt x="212" y="4904"/>
                    <a:pt x="146" y="5531"/>
                    <a:pt x="110" y="6144"/>
                  </a:cubicBezTo>
                  <a:cubicBezTo>
                    <a:pt x="1" y="8056"/>
                    <a:pt x="95" y="9982"/>
                    <a:pt x="409" y="11879"/>
                  </a:cubicBezTo>
                  <a:cubicBezTo>
                    <a:pt x="723" y="13761"/>
                    <a:pt x="1219" y="15614"/>
                    <a:pt x="1876" y="17417"/>
                  </a:cubicBezTo>
                  <a:cubicBezTo>
                    <a:pt x="2510" y="19153"/>
                    <a:pt x="3276" y="20838"/>
                    <a:pt x="4174" y="22458"/>
                  </a:cubicBezTo>
                  <a:cubicBezTo>
                    <a:pt x="4539" y="23129"/>
                    <a:pt x="4955" y="23823"/>
                    <a:pt x="5392" y="24523"/>
                  </a:cubicBezTo>
                  <a:cubicBezTo>
                    <a:pt x="5823" y="25201"/>
                    <a:pt x="6282" y="25873"/>
                    <a:pt x="6684" y="26449"/>
                  </a:cubicBezTo>
                  <a:cubicBezTo>
                    <a:pt x="7530" y="27675"/>
                    <a:pt x="8413" y="28937"/>
                    <a:pt x="8982" y="30382"/>
                  </a:cubicBezTo>
                  <a:cubicBezTo>
                    <a:pt x="9055" y="30571"/>
                    <a:pt x="9128" y="30768"/>
                    <a:pt x="9194" y="30973"/>
                  </a:cubicBezTo>
                  <a:lnTo>
                    <a:pt x="9194" y="31067"/>
                  </a:lnTo>
                  <a:lnTo>
                    <a:pt x="9201" y="31170"/>
                  </a:lnTo>
                  <a:cubicBezTo>
                    <a:pt x="9201" y="31221"/>
                    <a:pt x="9223" y="31264"/>
                    <a:pt x="9259" y="31301"/>
                  </a:cubicBezTo>
                  <a:cubicBezTo>
                    <a:pt x="9288" y="31337"/>
                    <a:pt x="9340" y="31359"/>
                    <a:pt x="9383" y="31359"/>
                  </a:cubicBezTo>
                  <a:cubicBezTo>
                    <a:pt x="9485" y="31359"/>
                    <a:pt x="9573" y="31279"/>
                    <a:pt x="9580" y="31177"/>
                  </a:cubicBezTo>
                  <a:cubicBezTo>
                    <a:pt x="9595" y="30433"/>
                    <a:pt x="9580" y="29681"/>
                    <a:pt x="9515" y="28937"/>
                  </a:cubicBezTo>
                  <a:cubicBezTo>
                    <a:pt x="9500" y="28667"/>
                    <a:pt x="9478" y="28390"/>
                    <a:pt x="9464" y="28120"/>
                  </a:cubicBezTo>
                  <a:lnTo>
                    <a:pt x="9464" y="28025"/>
                  </a:lnTo>
                  <a:cubicBezTo>
                    <a:pt x="9434" y="27551"/>
                    <a:pt x="9412" y="27069"/>
                    <a:pt x="9398" y="26588"/>
                  </a:cubicBezTo>
                  <a:cubicBezTo>
                    <a:pt x="9391" y="26223"/>
                    <a:pt x="9391" y="25858"/>
                    <a:pt x="9391" y="25501"/>
                  </a:cubicBezTo>
                  <a:lnTo>
                    <a:pt x="9391" y="25136"/>
                  </a:lnTo>
                  <a:cubicBezTo>
                    <a:pt x="9376" y="23348"/>
                    <a:pt x="9347" y="21437"/>
                    <a:pt x="9143" y="19569"/>
                  </a:cubicBezTo>
                  <a:cubicBezTo>
                    <a:pt x="9048" y="18642"/>
                    <a:pt x="8902" y="17730"/>
                    <a:pt x="8712" y="16818"/>
                  </a:cubicBezTo>
                  <a:cubicBezTo>
                    <a:pt x="8515" y="15914"/>
                    <a:pt x="8252" y="15031"/>
                    <a:pt x="7924" y="14163"/>
                  </a:cubicBezTo>
                  <a:cubicBezTo>
                    <a:pt x="7596" y="13316"/>
                    <a:pt x="7224" y="12484"/>
                    <a:pt x="6808" y="11675"/>
                  </a:cubicBezTo>
                  <a:cubicBezTo>
                    <a:pt x="6443" y="10952"/>
                    <a:pt x="6027" y="10172"/>
                    <a:pt x="5524" y="9289"/>
                  </a:cubicBezTo>
                  <a:cubicBezTo>
                    <a:pt x="5159" y="8639"/>
                    <a:pt x="4772" y="7990"/>
                    <a:pt x="4400" y="7355"/>
                  </a:cubicBezTo>
                  <a:cubicBezTo>
                    <a:pt x="3933" y="6567"/>
                    <a:pt x="3452" y="5743"/>
                    <a:pt x="2999" y="4926"/>
                  </a:cubicBezTo>
                  <a:cubicBezTo>
                    <a:pt x="2051" y="3233"/>
                    <a:pt x="1343" y="1781"/>
                    <a:pt x="789" y="358"/>
                  </a:cubicBezTo>
                  <a:lnTo>
                    <a:pt x="752" y="271"/>
                  </a:lnTo>
                  <a:cubicBezTo>
                    <a:pt x="730" y="205"/>
                    <a:pt x="708" y="147"/>
                    <a:pt x="679" y="81"/>
                  </a:cubicBezTo>
                  <a:cubicBezTo>
                    <a:pt x="657" y="30"/>
                    <a:pt x="606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61">
              <a:extLst>
                <a:ext uri="{FF2B5EF4-FFF2-40B4-BE49-F238E27FC236}">
                  <a16:creationId xmlns:a16="http://schemas.microsoft.com/office/drawing/2014/main" id="{AFE1085F-4921-435A-7732-ECD01C508E6A}"/>
                </a:ext>
              </a:extLst>
            </p:cNvPr>
            <p:cNvSpPr/>
            <p:nvPr/>
          </p:nvSpPr>
          <p:spPr>
            <a:xfrm>
              <a:off x="1855529" y="1165021"/>
              <a:ext cx="231167" cy="884596"/>
            </a:xfrm>
            <a:custGeom>
              <a:avLst/>
              <a:gdLst/>
              <a:ahLst/>
              <a:cxnLst/>
              <a:rect l="l" t="t" r="r" b="b"/>
              <a:pathLst>
                <a:path w="7078" h="27085" extrusionOk="0">
                  <a:moveTo>
                    <a:pt x="5501" y="1"/>
                  </a:moveTo>
                  <a:cubicBezTo>
                    <a:pt x="5434" y="1"/>
                    <a:pt x="5376" y="43"/>
                    <a:pt x="5356" y="111"/>
                  </a:cubicBezTo>
                  <a:cubicBezTo>
                    <a:pt x="5210" y="556"/>
                    <a:pt x="5093" y="1015"/>
                    <a:pt x="4998" y="1475"/>
                  </a:cubicBezTo>
                  <a:cubicBezTo>
                    <a:pt x="4884" y="1995"/>
                    <a:pt x="4784" y="2418"/>
                    <a:pt x="4685" y="2818"/>
                  </a:cubicBezTo>
                  <a:lnTo>
                    <a:pt x="4685" y="2818"/>
                  </a:lnTo>
                  <a:cubicBezTo>
                    <a:pt x="4480" y="3577"/>
                    <a:pt x="4247" y="4350"/>
                    <a:pt x="3992" y="5116"/>
                  </a:cubicBezTo>
                  <a:cubicBezTo>
                    <a:pt x="3714" y="5933"/>
                    <a:pt x="3415" y="6728"/>
                    <a:pt x="3160" y="7400"/>
                  </a:cubicBezTo>
                  <a:cubicBezTo>
                    <a:pt x="2905" y="8071"/>
                    <a:pt x="2635" y="8757"/>
                    <a:pt x="2372" y="9413"/>
                  </a:cubicBezTo>
                  <a:cubicBezTo>
                    <a:pt x="2051" y="10238"/>
                    <a:pt x="1715" y="11084"/>
                    <a:pt x="1402" y="11930"/>
                  </a:cubicBezTo>
                  <a:cubicBezTo>
                    <a:pt x="1256" y="12310"/>
                    <a:pt x="1117" y="12696"/>
                    <a:pt x="978" y="13076"/>
                  </a:cubicBezTo>
                  <a:cubicBezTo>
                    <a:pt x="847" y="13455"/>
                    <a:pt x="708" y="13864"/>
                    <a:pt x="584" y="14287"/>
                  </a:cubicBezTo>
                  <a:cubicBezTo>
                    <a:pt x="351" y="15090"/>
                    <a:pt x="198" y="15921"/>
                    <a:pt x="110" y="16753"/>
                  </a:cubicBezTo>
                  <a:cubicBezTo>
                    <a:pt x="37" y="17563"/>
                    <a:pt x="1" y="18373"/>
                    <a:pt x="23" y="19183"/>
                  </a:cubicBezTo>
                  <a:cubicBezTo>
                    <a:pt x="30" y="19890"/>
                    <a:pt x="66" y="20656"/>
                    <a:pt x="132" y="21590"/>
                  </a:cubicBezTo>
                  <a:lnTo>
                    <a:pt x="132" y="21619"/>
                  </a:lnTo>
                  <a:cubicBezTo>
                    <a:pt x="205" y="22670"/>
                    <a:pt x="278" y="23750"/>
                    <a:pt x="293" y="24815"/>
                  </a:cubicBezTo>
                  <a:cubicBezTo>
                    <a:pt x="300" y="25523"/>
                    <a:pt x="278" y="26172"/>
                    <a:pt x="227" y="26800"/>
                  </a:cubicBezTo>
                  <a:cubicBezTo>
                    <a:pt x="241" y="26843"/>
                    <a:pt x="256" y="26895"/>
                    <a:pt x="278" y="26938"/>
                  </a:cubicBezTo>
                  <a:cubicBezTo>
                    <a:pt x="314" y="27026"/>
                    <a:pt x="402" y="27084"/>
                    <a:pt x="497" y="27084"/>
                  </a:cubicBezTo>
                  <a:cubicBezTo>
                    <a:pt x="526" y="27084"/>
                    <a:pt x="555" y="27077"/>
                    <a:pt x="584" y="27062"/>
                  </a:cubicBezTo>
                  <a:cubicBezTo>
                    <a:pt x="643" y="27040"/>
                    <a:pt x="687" y="26989"/>
                    <a:pt x="716" y="26938"/>
                  </a:cubicBezTo>
                  <a:lnTo>
                    <a:pt x="876" y="26646"/>
                  </a:lnTo>
                  <a:lnTo>
                    <a:pt x="854" y="26676"/>
                  </a:lnTo>
                  <a:cubicBezTo>
                    <a:pt x="1205" y="26099"/>
                    <a:pt x="1591" y="25537"/>
                    <a:pt x="2007" y="25005"/>
                  </a:cubicBezTo>
                  <a:cubicBezTo>
                    <a:pt x="2365" y="24538"/>
                    <a:pt x="2751" y="24078"/>
                    <a:pt x="3123" y="23640"/>
                  </a:cubicBezTo>
                  <a:lnTo>
                    <a:pt x="3350" y="23371"/>
                  </a:lnTo>
                  <a:cubicBezTo>
                    <a:pt x="3780" y="22853"/>
                    <a:pt x="4240" y="22291"/>
                    <a:pt x="4641" y="21700"/>
                  </a:cubicBezTo>
                  <a:cubicBezTo>
                    <a:pt x="4845" y="21408"/>
                    <a:pt x="5035" y="21101"/>
                    <a:pt x="5210" y="20780"/>
                  </a:cubicBezTo>
                  <a:cubicBezTo>
                    <a:pt x="5385" y="20459"/>
                    <a:pt x="5546" y="20116"/>
                    <a:pt x="5721" y="19708"/>
                  </a:cubicBezTo>
                  <a:cubicBezTo>
                    <a:pt x="6363" y="18227"/>
                    <a:pt x="6771" y="16658"/>
                    <a:pt x="6932" y="15060"/>
                  </a:cubicBezTo>
                  <a:cubicBezTo>
                    <a:pt x="7078" y="13703"/>
                    <a:pt x="7071" y="12208"/>
                    <a:pt x="6910" y="10486"/>
                  </a:cubicBezTo>
                  <a:cubicBezTo>
                    <a:pt x="6837" y="9705"/>
                    <a:pt x="6728" y="8910"/>
                    <a:pt x="6626" y="8209"/>
                  </a:cubicBezTo>
                  <a:cubicBezTo>
                    <a:pt x="6545" y="7677"/>
                    <a:pt x="6465" y="7144"/>
                    <a:pt x="6385" y="6619"/>
                  </a:cubicBezTo>
                  <a:lnTo>
                    <a:pt x="6275" y="5918"/>
                  </a:lnTo>
                  <a:cubicBezTo>
                    <a:pt x="6042" y="4437"/>
                    <a:pt x="5816" y="2839"/>
                    <a:pt x="5728" y="1249"/>
                  </a:cubicBezTo>
                  <a:cubicBezTo>
                    <a:pt x="5706" y="913"/>
                    <a:pt x="5692" y="614"/>
                    <a:pt x="5692" y="337"/>
                  </a:cubicBezTo>
                  <a:lnTo>
                    <a:pt x="5692" y="257"/>
                  </a:lnTo>
                  <a:lnTo>
                    <a:pt x="5692" y="198"/>
                  </a:lnTo>
                  <a:cubicBezTo>
                    <a:pt x="5699" y="118"/>
                    <a:pt x="5655" y="45"/>
                    <a:pt x="5582" y="16"/>
                  </a:cubicBezTo>
                  <a:cubicBezTo>
                    <a:pt x="5560" y="9"/>
                    <a:pt x="5538" y="1"/>
                    <a:pt x="5517" y="1"/>
                  </a:cubicBezTo>
                  <a:cubicBezTo>
                    <a:pt x="5511" y="1"/>
                    <a:pt x="5506" y="1"/>
                    <a:pt x="5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61">
              <a:extLst>
                <a:ext uri="{FF2B5EF4-FFF2-40B4-BE49-F238E27FC236}">
                  <a16:creationId xmlns:a16="http://schemas.microsoft.com/office/drawing/2014/main" id="{311AA278-7A9D-629A-5096-7963C49A37C6}"/>
                </a:ext>
              </a:extLst>
            </p:cNvPr>
            <p:cNvSpPr/>
            <p:nvPr/>
          </p:nvSpPr>
          <p:spPr>
            <a:xfrm>
              <a:off x="1913923" y="1876079"/>
              <a:ext cx="245473" cy="349593"/>
            </a:xfrm>
            <a:custGeom>
              <a:avLst/>
              <a:gdLst/>
              <a:ahLst/>
              <a:cxnLst/>
              <a:rect l="l" t="t" r="r" b="b"/>
              <a:pathLst>
                <a:path w="7516" h="10704" extrusionOk="0">
                  <a:moveTo>
                    <a:pt x="7340" y="1"/>
                  </a:moveTo>
                  <a:cubicBezTo>
                    <a:pt x="7282" y="1"/>
                    <a:pt x="7238" y="23"/>
                    <a:pt x="7201" y="66"/>
                  </a:cubicBezTo>
                  <a:cubicBezTo>
                    <a:pt x="6844" y="548"/>
                    <a:pt x="6450" y="1008"/>
                    <a:pt x="6027" y="1438"/>
                  </a:cubicBezTo>
                  <a:lnTo>
                    <a:pt x="6005" y="1460"/>
                  </a:lnTo>
                  <a:cubicBezTo>
                    <a:pt x="5421" y="2044"/>
                    <a:pt x="4779" y="2591"/>
                    <a:pt x="4166" y="3123"/>
                  </a:cubicBezTo>
                  <a:cubicBezTo>
                    <a:pt x="3692" y="3532"/>
                    <a:pt x="3203" y="3948"/>
                    <a:pt x="2744" y="4386"/>
                  </a:cubicBezTo>
                  <a:cubicBezTo>
                    <a:pt x="2226" y="4860"/>
                    <a:pt x="1751" y="5378"/>
                    <a:pt x="1328" y="5940"/>
                  </a:cubicBezTo>
                  <a:cubicBezTo>
                    <a:pt x="905" y="6501"/>
                    <a:pt x="577" y="7129"/>
                    <a:pt x="343" y="7793"/>
                  </a:cubicBezTo>
                  <a:cubicBezTo>
                    <a:pt x="205" y="8201"/>
                    <a:pt x="110" y="8625"/>
                    <a:pt x="51" y="9055"/>
                  </a:cubicBezTo>
                  <a:cubicBezTo>
                    <a:pt x="22" y="9318"/>
                    <a:pt x="0" y="9580"/>
                    <a:pt x="0" y="9850"/>
                  </a:cubicBezTo>
                  <a:cubicBezTo>
                    <a:pt x="29" y="9916"/>
                    <a:pt x="66" y="9989"/>
                    <a:pt x="95" y="10062"/>
                  </a:cubicBezTo>
                  <a:lnTo>
                    <a:pt x="139" y="10157"/>
                  </a:lnTo>
                  <a:cubicBezTo>
                    <a:pt x="219" y="10339"/>
                    <a:pt x="299" y="10522"/>
                    <a:pt x="372" y="10704"/>
                  </a:cubicBezTo>
                  <a:lnTo>
                    <a:pt x="387" y="10697"/>
                  </a:lnTo>
                  <a:cubicBezTo>
                    <a:pt x="810" y="10507"/>
                    <a:pt x="1262" y="10288"/>
                    <a:pt x="1759" y="10018"/>
                  </a:cubicBezTo>
                  <a:cubicBezTo>
                    <a:pt x="2262" y="9748"/>
                    <a:pt x="2700" y="9493"/>
                    <a:pt x="3123" y="9216"/>
                  </a:cubicBezTo>
                  <a:cubicBezTo>
                    <a:pt x="4086" y="8574"/>
                    <a:pt x="4830" y="7902"/>
                    <a:pt x="5392" y="7151"/>
                  </a:cubicBezTo>
                  <a:cubicBezTo>
                    <a:pt x="6589" y="5560"/>
                    <a:pt x="6931" y="3517"/>
                    <a:pt x="7238" y="1715"/>
                  </a:cubicBezTo>
                  <a:lnTo>
                    <a:pt x="7274" y="1467"/>
                  </a:lnTo>
                  <a:cubicBezTo>
                    <a:pt x="7347" y="1051"/>
                    <a:pt x="7420" y="614"/>
                    <a:pt x="7501" y="190"/>
                  </a:cubicBezTo>
                  <a:cubicBezTo>
                    <a:pt x="7515" y="88"/>
                    <a:pt x="7435" y="1"/>
                    <a:pt x="7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61">
              <a:extLst>
                <a:ext uri="{FF2B5EF4-FFF2-40B4-BE49-F238E27FC236}">
                  <a16:creationId xmlns:a16="http://schemas.microsoft.com/office/drawing/2014/main" id="{412E4B8A-788B-011C-D2ED-E3AB77761F54}"/>
                </a:ext>
              </a:extLst>
            </p:cNvPr>
            <p:cNvSpPr/>
            <p:nvPr/>
          </p:nvSpPr>
          <p:spPr>
            <a:xfrm>
              <a:off x="1224813" y="543842"/>
              <a:ext cx="932214" cy="2033346"/>
            </a:xfrm>
            <a:custGeom>
              <a:avLst/>
              <a:gdLst/>
              <a:ahLst/>
              <a:cxnLst/>
              <a:rect l="l" t="t" r="r" b="b"/>
              <a:pathLst>
                <a:path w="28543" h="62258" extrusionOk="0">
                  <a:moveTo>
                    <a:pt x="6267" y="1"/>
                  </a:moveTo>
                  <a:lnTo>
                    <a:pt x="6267" y="8"/>
                  </a:lnTo>
                  <a:cubicBezTo>
                    <a:pt x="6262" y="7"/>
                    <a:pt x="6257" y="6"/>
                    <a:pt x="6253" y="6"/>
                  </a:cubicBezTo>
                  <a:cubicBezTo>
                    <a:pt x="6231" y="6"/>
                    <a:pt x="6214" y="19"/>
                    <a:pt x="6202" y="37"/>
                  </a:cubicBezTo>
                  <a:cubicBezTo>
                    <a:pt x="6187" y="59"/>
                    <a:pt x="6187" y="81"/>
                    <a:pt x="6194" y="103"/>
                  </a:cubicBezTo>
                  <a:cubicBezTo>
                    <a:pt x="6530" y="934"/>
                    <a:pt x="6880" y="1861"/>
                    <a:pt x="7260" y="2926"/>
                  </a:cubicBezTo>
                  <a:cubicBezTo>
                    <a:pt x="7595" y="3860"/>
                    <a:pt x="7916" y="4831"/>
                    <a:pt x="8230" y="5815"/>
                  </a:cubicBezTo>
                  <a:cubicBezTo>
                    <a:pt x="8828" y="7712"/>
                    <a:pt x="9375" y="9653"/>
                    <a:pt x="9923" y="11762"/>
                  </a:cubicBezTo>
                  <a:lnTo>
                    <a:pt x="9930" y="11791"/>
                  </a:lnTo>
                  <a:lnTo>
                    <a:pt x="10025" y="12185"/>
                  </a:lnTo>
                  <a:lnTo>
                    <a:pt x="10032" y="12207"/>
                  </a:lnTo>
                  <a:lnTo>
                    <a:pt x="10069" y="12338"/>
                  </a:lnTo>
                  <a:lnTo>
                    <a:pt x="10105" y="12491"/>
                  </a:lnTo>
                  <a:lnTo>
                    <a:pt x="10156" y="12688"/>
                  </a:lnTo>
                  <a:lnTo>
                    <a:pt x="10222" y="12944"/>
                  </a:lnTo>
                  <a:lnTo>
                    <a:pt x="10302" y="13272"/>
                  </a:lnTo>
                  <a:lnTo>
                    <a:pt x="10382" y="13600"/>
                  </a:lnTo>
                  <a:cubicBezTo>
                    <a:pt x="10441" y="13819"/>
                    <a:pt x="10492" y="14045"/>
                    <a:pt x="10550" y="14264"/>
                  </a:cubicBezTo>
                  <a:cubicBezTo>
                    <a:pt x="10674" y="14746"/>
                    <a:pt x="10791" y="15227"/>
                    <a:pt x="10908" y="15709"/>
                  </a:cubicBezTo>
                  <a:lnTo>
                    <a:pt x="11148" y="16694"/>
                  </a:lnTo>
                  <a:cubicBezTo>
                    <a:pt x="11294" y="17285"/>
                    <a:pt x="11440" y="17883"/>
                    <a:pt x="11586" y="18474"/>
                  </a:cubicBezTo>
                  <a:cubicBezTo>
                    <a:pt x="11790" y="19328"/>
                    <a:pt x="12009" y="20181"/>
                    <a:pt x="12272" y="21203"/>
                  </a:cubicBezTo>
                  <a:cubicBezTo>
                    <a:pt x="12520" y="22159"/>
                    <a:pt x="12761" y="23049"/>
                    <a:pt x="13002" y="23910"/>
                  </a:cubicBezTo>
                  <a:lnTo>
                    <a:pt x="13023" y="23983"/>
                  </a:lnTo>
                  <a:cubicBezTo>
                    <a:pt x="13286" y="24902"/>
                    <a:pt x="13556" y="25850"/>
                    <a:pt x="13811" y="26792"/>
                  </a:cubicBezTo>
                  <a:cubicBezTo>
                    <a:pt x="14081" y="27806"/>
                    <a:pt x="14359" y="28827"/>
                    <a:pt x="14585" y="29695"/>
                  </a:cubicBezTo>
                  <a:cubicBezTo>
                    <a:pt x="14804" y="30527"/>
                    <a:pt x="15023" y="31359"/>
                    <a:pt x="15241" y="32191"/>
                  </a:cubicBezTo>
                  <a:cubicBezTo>
                    <a:pt x="15526" y="33292"/>
                    <a:pt x="15818" y="34401"/>
                    <a:pt x="16110" y="35503"/>
                  </a:cubicBezTo>
                  <a:cubicBezTo>
                    <a:pt x="16686" y="37670"/>
                    <a:pt x="17168" y="39421"/>
                    <a:pt x="17642" y="41033"/>
                  </a:cubicBezTo>
                  <a:lnTo>
                    <a:pt x="17569" y="40968"/>
                  </a:lnTo>
                  <a:cubicBezTo>
                    <a:pt x="17284" y="40734"/>
                    <a:pt x="17014" y="40479"/>
                    <a:pt x="16759" y="40216"/>
                  </a:cubicBezTo>
                  <a:cubicBezTo>
                    <a:pt x="16307" y="39742"/>
                    <a:pt x="15876" y="39246"/>
                    <a:pt x="15482" y="38721"/>
                  </a:cubicBezTo>
                  <a:cubicBezTo>
                    <a:pt x="15125" y="38261"/>
                    <a:pt x="14760" y="37736"/>
                    <a:pt x="14308" y="37035"/>
                  </a:cubicBezTo>
                  <a:cubicBezTo>
                    <a:pt x="13921" y="36437"/>
                    <a:pt x="13534" y="35802"/>
                    <a:pt x="13228" y="35291"/>
                  </a:cubicBezTo>
                  <a:cubicBezTo>
                    <a:pt x="13082" y="35058"/>
                    <a:pt x="12943" y="34825"/>
                    <a:pt x="12797" y="34584"/>
                  </a:cubicBezTo>
                  <a:lnTo>
                    <a:pt x="12673" y="34394"/>
                  </a:lnTo>
                  <a:cubicBezTo>
                    <a:pt x="12535" y="34161"/>
                    <a:pt x="12396" y="33934"/>
                    <a:pt x="12250" y="33701"/>
                  </a:cubicBezTo>
                  <a:cubicBezTo>
                    <a:pt x="11827" y="33008"/>
                    <a:pt x="11411" y="32307"/>
                    <a:pt x="10995" y="31600"/>
                  </a:cubicBezTo>
                  <a:lnTo>
                    <a:pt x="10951" y="31527"/>
                  </a:lnTo>
                  <a:cubicBezTo>
                    <a:pt x="10120" y="30140"/>
                    <a:pt x="9266" y="28710"/>
                    <a:pt x="8376" y="27324"/>
                  </a:cubicBezTo>
                  <a:cubicBezTo>
                    <a:pt x="6720" y="24727"/>
                    <a:pt x="5319" y="22830"/>
                    <a:pt x="3845" y="21166"/>
                  </a:cubicBezTo>
                  <a:cubicBezTo>
                    <a:pt x="2627" y="19795"/>
                    <a:pt x="1423" y="18678"/>
                    <a:pt x="182" y="17781"/>
                  </a:cubicBezTo>
                  <a:cubicBezTo>
                    <a:pt x="161" y="17766"/>
                    <a:pt x="139" y="17752"/>
                    <a:pt x="117" y="17752"/>
                  </a:cubicBezTo>
                  <a:cubicBezTo>
                    <a:pt x="80" y="17752"/>
                    <a:pt x="51" y="17766"/>
                    <a:pt x="29" y="17796"/>
                  </a:cubicBezTo>
                  <a:cubicBezTo>
                    <a:pt x="7" y="17817"/>
                    <a:pt x="0" y="17854"/>
                    <a:pt x="7" y="17883"/>
                  </a:cubicBezTo>
                  <a:cubicBezTo>
                    <a:pt x="7" y="17905"/>
                    <a:pt x="22" y="17934"/>
                    <a:pt x="44" y="17949"/>
                  </a:cubicBezTo>
                  <a:cubicBezTo>
                    <a:pt x="978" y="18635"/>
                    <a:pt x="1846" y="19401"/>
                    <a:pt x="2648" y="20232"/>
                  </a:cubicBezTo>
                  <a:cubicBezTo>
                    <a:pt x="4173" y="21801"/>
                    <a:pt x="5640" y="23698"/>
                    <a:pt x="7267" y="26186"/>
                  </a:cubicBezTo>
                  <a:cubicBezTo>
                    <a:pt x="8580" y="28214"/>
                    <a:pt x="9799" y="30323"/>
                    <a:pt x="10973" y="32373"/>
                  </a:cubicBezTo>
                  <a:lnTo>
                    <a:pt x="11163" y="32701"/>
                  </a:lnTo>
                  <a:lnTo>
                    <a:pt x="11615" y="33475"/>
                  </a:lnTo>
                  <a:lnTo>
                    <a:pt x="12053" y="34241"/>
                  </a:lnTo>
                  <a:cubicBezTo>
                    <a:pt x="12206" y="34504"/>
                    <a:pt x="12360" y="34766"/>
                    <a:pt x="12513" y="35029"/>
                  </a:cubicBezTo>
                  <a:lnTo>
                    <a:pt x="12586" y="35160"/>
                  </a:lnTo>
                  <a:lnTo>
                    <a:pt x="13023" y="35904"/>
                  </a:lnTo>
                  <a:lnTo>
                    <a:pt x="13155" y="36123"/>
                  </a:lnTo>
                  <a:lnTo>
                    <a:pt x="13169" y="36152"/>
                  </a:lnTo>
                  <a:cubicBezTo>
                    <a:pt x="13461" y="36656"/>
                    <a:pt x="13760" y="37174"/>
                    <a:pt x="14067" y="37677"/>
                  </a:cubicBezTo>
                  <a:cubicBezTo>
                    <a:pt x="14446" y="38297"/>
                    <a:pt x="14818" y="38859"/>
                    <a:pt x="15205" y="39392"/>
                  </a:cubicBezTo>
                  <a:cubicBezTo>
                    <a:pt x="15584" y="39924"/>
                    <a:pt x="16000" y="40428"/>
                    <a:pt x="16453" y="40902"/>
                  </a:cubicBezTo>
                  <a:cubicBezTo>
                    <a:pt x="16599" y="41055"/>
                    <a:pt x="16744" y="41201"/>
                    <a:pt x="16898" y="41340"/>
                  </a:cubicBezTo>
                  <a:cubicBezTo>
                    <a:pt x="17000" y="41442"/>
                    <a:pt x="17102" y="41544"/>
                    <a:pt x="17204" y="41646"/>
                  </a:cubicBezTo>
                  <a:cubicBezTo>
                    <a:pt x="17343" y="41778"/>
                    <a:pt x="17459" y="41887"/>
                    <a:pt x="17584" y="41997"/>
                  </a:cubicBezTo>
                  <a:cubicBezTo>
                    <a:pt x="17664" y="42062"/>
                    <a:pt x="17751" y="42121"/>
                    <a:pt x="17846" y="42172"/>
                  </a:cubicBezTo>
                  <a:cubicBezTo>
                    <a:pt x="17883" y="42194"/>
                    <a:pt x="17919" y="42215"/>
                    <a:pt x="17956" y="42230"/>
                  </a:cubicBezTo>
                  <a:cubicBezTo>
                    <a:pt x="17970" y="42237"/>
                    <a:pt x="17985" y="42245"/>
                    <a:pt x="17999" y="42252"/>
                  </a:cubicBezTo>
                  <a:cubicBezTo>
                    <a:pt x="18503" y="43923"/>
                    <a:pt x="18992" y="45411"/>
                    <a:pt x="19480" y="46797"/>
                  </a:cubicBezTo>
                  <a:cubicBezTo>
                    <a:pt x="20093" y="48505"/>
                    <a:pt x="20757" y="50161"/>
                    <a:pt x="21458" y="51715"/>
                  </a:cubicBezTo>
                  <a:cubicBezTo>
                    <a:pt x="22180" y="53305"/>
                    <a:pt x="22975" y="54859"/>
                    <a:pt x="23858" y="56370"/>
                  </a:cubicBezTo>
                  <a:cubicBezTo>
                    <a:pt x="25040" y="58398"/>
                    <a:pt x="26390" y="60317"/>
                    <a:pt x="27893" y="62119"/>
                  </a:cubicBezTo>
                  <a:cubicBezTo>
                    <a:pt x="27951" y="62192"/>
                    <a:pt x="28031" y="62243"/>
                    <a:pt x="28119" y="62258"/>
                  </a:cubicBezTo>
                  <a:lnTo>
                    <a:pt x="28177" y="62258"/>
                  </a:lnTo>
                  <a:cubicBezTo>
                    <a:pt x="28250" y="62258"/>
                    <a:pt x="28331" y="62236"/>
                    <a:pt x="28389" y="62185"/>
                  </a:cubicBezTo>
                  <a:cubicBezTo>
                    <a:pt x="28469" y="62126"/>
                    <a:pt x="28520" y="62039"/>
                    <a:pt x="28528" y="61937"/>
                  </a:cubicBezTo>
                  <a:cubicBezTo>
                    <a:pt x="28542" y="61849"/>
                    <a:pt x="28513" y="61762"/>
                    <a:pt x="28462" y="61689"/>
                  </a:cubicBezTo>
                  <a:cubicBezTo>
                    <a:pt x="27645" y="60711"/>
                    <a:pt x="26864" y="59682"/>
                    <a:pt x="26127" y="58617"/>
                  </a:cubicBezTo>
                  <a:cubicBezTo>
                    <a:pt x="25441" y="57617"/>
                    <a:pt x="24763" y="56538"/>
                    <a:pt x="24121" y="55399"/>
                  </a:cubicBezTo>
                  <a:cubicBezTo>
                    <a:pt x="23340" y="54020"/>
                    <a:pt x="22596" y="52532"/>
                    <a:pt x="21910" y="50978"/>
                  </a:cubicBezTo>
                  <a:cubicBezTo>
                    <a:pt x="21990" y="50774"/>
                    <a:pt x="22078" y="50562"/>
                    <a:pt x="22180" y="50351"/>
                  </a:cubicBezTo>
                  <a:cubicBezTo>
                    <a:pt x="22457" y="49781"/>
                    <a:pt x="22778" y="49234"/>
                    <a:pt x="23150" y="48716"/>
                  </a:cubicBezTo>
                  <a:cubicBezTo>
                    <a:pt x="23493" y="48220"/>
                    <a:pt x="23887" y="47731"/>
                    <a:pt x="24332" y="47206"/>
                  </a:cubicBezTo>
                  <a:lnTo>
                    <a:pt x="24332" y="47206"/>
                  </a:lnTo>
                  <a:lnTo>
                    <a:pt x="24318" y="47221"/>
                  </a:lnTo>
                  <a:cubicBezTo>
                    <a:pt x="24442" y="47082"/>
                    <a:pt x="24559" y="46943"/>
                    <a:pt x="24683" y="46812"/>
                  </a:cubicBezTo>
                  <a:lnTo>
                    <a:pt x="24821" y="46651"/>
                  </a:lnTo>
                  <a:cubicBezTo>
                    <a:pt x="24931" y="46535"/>
                    <a:pt x="25040" y="46411"/>
                    <a:pt x="25142" y="46294"/>
                  </a:cubicBezTo>
                  <a:cubicBezTo>
                    <a:pt x="25427" y="45973"/>
                    <a:pt x="25704" y="45652"/>
                    <a:pt x="25967" y="45324"/>
                  </a:cubicBezTo>
                  <a:cubicBezTo>
                    <a:pt x="26105" y="45156"/>
                    <a:pt x="26229" y="44995"/>
                    <a:pt x="26353" y="44835"/>
                  </a:cubicBezTo>
                  <a:cubicBezTo>
                    <a:pt x="26463" y="44689"/>
                    <a:pt x="26580" y="44521"/>
                    <a:pt x="26711" y="44324"/>
                  </a:cubicBezTo>
                  <a:cubicBezTo>
                    <a:pt x="26944" y="43981"/>
                    <a:pt x="27156" y="43616"/>
                    <a:pt x="27338" y="43244"/>
                  </a:cubicBezTo>
                  <a:cubicBezTo>
                    <a:pt x="27411" y="43091"/>
                    <a:pt x="27477" y="42952"/>
                    <a:pt x="27535" y="42814"/>
                  </a:cubicBezTo>
                  <a:cubicBezTo>
                    <a:pt x="27543" y="42792"/>
                    <a:pt x="27543" y="42777"/>
                    <a:pt x="27535" y="42755"/>
                  </a:cubicBezTo>
                  <a:cubicBezTo>
                    <a:pt x="27528" y="42741"/>
                    <a:pt x="27506" y="42726"/>
                    <a:pt x="27492" y="42719"/>
                  </a:cubicBezTo>
                  <a:cubicBezTo>
                    <a:pt x="27488" y="42715"/>
                    <a:pt x="27484" y="42713"/>
                    <a:pt x="27481" y="42713"/>
                  </a:cubicBezTo>
                  <a:cubicBezTo>
                    <a:pt x="27477" y="42713"/>
                    <a:pt x="27473" y="42715"/>
                    <a:pt x="27470" y="42719"/>
                  </a:cubicBezTo>
                  <a:cubicBezTo>
                    <a:pt x="27433" y="42719"/>
                    <a:pt x="27404" y="42741"/>
                    <a:pt x="27397" y="42770"/>
                  </a:cubicBezTo>
                  <a:cubicBezTo>
                    <a:pt x="27360" y="42850"/>
                    <a:pt x="27324" y="42938"/>
                    <a:pt x="27280" y="43018"/>
                  </a:cubicBezTo>
                  <a:cubicBezTo>
                    <a:pt x="27112" y="43368"/>
                    <a:pt x="26922" y="43704"/>
                    <a:pt x="26704" y="44025"/>
                  </a:cubicBezTo>
                  <a:cubicBezTo>
                    <a:pt x="26477" y="44346"/>
                    <a:pt x="26237" y="44652"/>
                    <a:pt x="25981" y="44944"/>
                  </a:cubicBezTo>
                  <a:cubicBezTo>
                    <a:pt x="25843" y="45105"/>
                    <a:pt x="25704" y="45258"/>
                    <a:pt x="25565" y="45411"/>
                  </a:cubicBezTo>
                  <a:cubicBezTo>
                    <a:pt x="25463" y="45521"/>
                    <a:pt x="25361" y="45623"/>
                    <a:pt x="25259" y="45725"/>
                  </a:cubicBezTo>
                  <a:lnTo>
                    <a:pt x="25128" y="45863"/>
                  </a:lnTo>
                  <a:cubicBezTo>
                    <a:pt x="24821" y="46177"/>
                    <a:pt x="24522" y="46484"/>
                    <a:pt x="24238" y="46761"/>
                  </a:cubicBezTo>
                  <a:lnTo>
                    <a:pt x="24106" y="46892"/>
                  </a:lnTo>
                  <a:cubicBezTo>
                    <a:pt x="23836" y="47162"/>
                    <a:pt x="23581" y="47403"/>
                    <a:pt x="23340" y="47658"/>
                  </a:cubicBezTo>
                  <a:cubicBezTo>
                    <a:pt x="23041" y="47972"/>
                    <a:pt x="22756" y="48308"/>
                    <a:pt x="22486" y="48651"/>
                  </a:cubicBezTo>
                  <a:cubicBezTo>
                    <a:pt x="22238" y="48972"/>
                    <a:pt x="22020" y="49314"/>
                    <a:pt x="21823" y="49672"/>
                  </a:cubicBezTo>
                  <a:cubicBezTo>
                    <a:pt x="21728" y="49840"/>
                    <a:pt x="21640" y="50022"/>
                    <a:pt x="21560" y="50205"/>
                  </a:cubicBezTo>
                  <a:cubicBezTo>
                    <a:pt x="21071" y="49037"/>
                    <a:pt x="20611" y="47848"/>
                    <a:pt x="20152" y="46557"/>
                  </a:cubicBezTo>
                  <a:lnTo>
                    <a:pt x="20152" y="46513"/>
                  </a:lnTo>
                  <a:cubicBezTo>
                    <a:pt x="20159" y="46447"/>
                    <a:pt x="20159" y="46381"/>
                    <a:pt x="20166" y="46323"/>
                  </a:cubicBezTo>
                  <a:lnTo>
                    <a:pt x="20166" y="46279"/>
                  </a:lnTo>
                  <a:cubicBezTo>
                    <a:pt x="20166" y="46141"/>
                    <a:pt x="20174" y="46009"/>
                    <a:pt x="20174" y="45863"/>
                  </a:cubicBezTo>
                  <a:cubicBezTo>
                    <a:pt x="20181" y="45564"/>
                    <a:pt x="20196" y="45265"/>
                    <a:pt x="20210" y="45075"/>
                  </a:cubicBezTo>
                  <a:cubicBezTo>
                    <a:pt x="20239" y="44536"/>
                    <a:pt x="20276" y="44010"/>
                    <a:pt x="20327" y="43507"/>
                  </a:cubicBezTo>
                  <a:cubicBezTo>
                    <a:pt x="20414" y="42573"/>
                    <a:pt x="20546" y="41588"/>
                    <a:pt x="20743" y="40486"/>
                  </a:cubicBezTo>
                  <a:cubicBezTo>
                    <a:pt x="20976" y="39166"/>
                    <a:pt x="21268" y="37801"/>
                    <a:pt x="21633" y="36320"/>
                  </a:cubicBezTo>
                  <a:cubicBezTo>
                    <a:pt x="21954" y="35022"/>
                    <a:pt x="22319" y="33672"/>
                    <a:pt x="22611" y="32592"/>
                  </a:cubicBezTo>
                  <a:lnTo>
                    <a:pt x="22720" y="32154"/>
                  </a:lnTo>
                  <a:cubicBezTo>
                    <a:pt x="23150" y="30564"/>
                    <a:pt x="23479" y="29236"/>
                    <a:pt x="23756" y="27995"/>
                  </a:cubicBezTo>
                  <a:cubicBezTo>
                    <a:pt x="24106" y="26463"/>
                    <a:pt x="24347" y="25099"/>
                    <a:pt x="24507" y="23837"/>
                  </a:cubicBezTo>
                  <a:cubicBezTo>
                    <a:pt x="24537" y="23640"/>
                    <a:pt x="24559" y="23443"/>
                    <a:pt x="24580" y="23246"/>
                  </a:cubicBezTo>
                  <a:cubicBezTo>
                    <a:pt x="24580" y="23224"/>
                    <a:pt x="24573" y="23209"/>
                    <a:pt x="24559" y="23195"/>
                  </a:cubicBezTo>
                  <a:cubicBezTo>
                    <a:pt x="24551" y="23173"/>
                    <a:pt x="24529" y="23165"/>
                    <a:pt x="24515" y="23158"/>
                  </a:cubicBezTo>
                  <a:cubicBezTo>
                    <a:pt x="24464" y="23158"/>
                    <a:pt x="24427" y="23195"/>
                    <a:pt x="24427" y="23238"/>
                  </a:cubicBezTo>
                  <a:cubicBezTo>
                    <a:pt x="24354" y="23866"/>
                    <a:pt x="24252" y="24552"/>
                    <a:pt x="24113" y="25332"/>
                  </a:cubicBezTo>
                  <a:cubicBezTo>
                    <a:pt x="23625" y="28112"/>
                    <a:pt x="22829" y="30863"/>
                    <a:pt x="22056" y="33533"/>
                  </a:cubicBezTo>
                  <a:lnTo>
                    <a:pt x="22034" y="33599"/>
                  </a:lnTo>
                  <a:lnTo>
                    <a:pt x="21888" y="34124"/>
                  </a:lnTo>
                  <a:cubicBezTo>
                    <a:pt x="21567" y="35233"/>
                    <a:pt x="21195" y="36495"/>
                    <a:pt x="20867" y="37728"/>
                  </a:cubicBezTo>
                  <a:cubicBezTo>
                    <a:pt x="20444" y="39326"/>
                    <a:pt x="20137" y="40647"/>
                    <a:pt x="19918" y="41880"/>
                  </a:cubicBezTo>
                  <a:cubicBezTo>
                    <a:pt x="19772" y="42712"/>
                    <a:pt x="19663" y="43478"/>
                    <a:pt x="19583" y="44236"/>
                  </a:cubicBezTo>
                  <a:cubicBezTo>
                    <a:pt x="19561" y="44412"/>
                    <a:pt x="19546" y="44579"/>
                    <a:pt x="19532" y="44754"/>
                  </a:cubicBezTo>
                  <a:cubicBezTo>
                    <a:pt x="19079" y="43375"/>
                    <a:pt x="18641" y="41924"/>
                    <a:pt x="18145" y="40216"/>
                  </a:cubicBezTo>
                  <a:cubicBezTo>
                    <a:pt x="17562" y="38210"/>
                    <a:pt x="17014" y="36160"/>
                    <a:pt x="16555" y="34423"/>
                  </a:cubicBezTo>
                  <a:cubicBezTo>
                    <a:pt x="16336" y="33584"/>
                    <a:pt x="16117" y="32745"/>
                    <a:pt x="15898" y="31906"/>
                  </a:cubicBezTo>
                  <a:lnTo>
                    <a:pt x="15796" y="31512"/>
                  </a:lnTo>
                  <a:cubicBezTo>
                    <a:pt x="15541" y="30549"/>
                    <a:pt x="15285" y="29579"/>
                    <a:pt x="15037" y="28616"/>
                  </a:cubicBezTo>
                  <a:cubicBezTo>
                    <a:pt x="14767" y="27601"/>
                    <a:pt x="14505" y="26624"/>
                    <a:pt x="14249" y="25712"/>
                  </a:cubicBezTo>
                  <a:cubicBezTo>
                    <a:pt x="14001" y="24807"/>
                    <a:pt x="13731" y="23859"/>
                    <a:pt x="13454" y="22896"/>
                  </a:cubicBezTo>
                  <a:cubicBezTo>
                    <a:pt x="12936" y="21093"/>
                    <a:pt x="12425" y="19299"/>
                    <a:pt x="11914" y="17460"/>
                  </a:cubicBezTo>
                  <a:cubicBezTo>
                    <a:pt x="11769" y="16942"/>
                    <a:pt x="11623" y="16431"/>
                    <a:pt x="11477" y="15921"/>
                  </a:cubicBezTo>
                  <a:lnTo>
                    <a:pt x="11302" y="15308"/>
                  </a:lnTo>
                  <a:lnTo>
                    <a:pt x="11134" y="14709"/>
                  </a:lnTo>
                  <a:cubicBezTo>
                    <a:pt x="10842" y="13673"/>
                    <a:pt x="10587" y="12798"/>
                    <a:pt x="10339" y="11959"/>
                  </a:cubicBezTo>
                  <a:cubicBezTo>
                    <a:pt x="9624" y="9529"/>
                    <a:pt x="9054" y="7676"/>
                    <a:pt x="8493" y="5961"/>
                  </a:cubicBezTo>
                  <a:cubicBezTo>
                    <a:pt x="8157" y="4940"/>
                    <a:pt x="7807" y="3933"/>
                    <a:pt x="7464" y="2963"/>
                  </a:cubicBezTo>
                  <a:cubicBezTo>
                    <a:pt x="7128" y="2051"/>
                    <a:pt x="6756" y="1095"/>
                    <a:pt x="6333" y="44"/>
                  </a:cubicBezTo>
                  <a:cubicBezTo>
                    <a:pt x="6318" y="22"/>
                    <a:pt x="6297" y="1"/>
                    <a:pt x="6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61">
              <a:extLst>
                <a:ext uri="{FF2B5EF4-FFF2-40B4-BE49-F238E27FC236}">
                  <a16:creationId xmlns:a16="http://schemas.microsoft.com/office/drawing/2014/main" id="{DF4AD0EE-8862-C47D-F239-CB0F4A1445F4}"/>
                </a:ext>
              </a:extLst>
            </p:cNvPr>
            <p:cNvSpPr/>
            <p:nvPr/>
          </p:nvSpPr>
          <p:spPr>
            <a:xfrm>
              <a:off x="1224813" y="543842"/>
              <a:ext cx="932214" cy="2033346"/>
            </a:xfrm>
            <a:custGeom>
              <a:avLst/>
              <a:gdLst/>
              <a:ahLst/>
              <a:cxnLst/>
              <a:rect l="l" t="t" r="r" b="b"/>
              <a:pathLst>
                <a:path w="28543" h="62258" extrusionOk="0">
                  <a:moveTo>
                    <a:pt x="6267" y="1"/>
                  </a:moveTo>
                  <a:lnTo>
                    <a:pt x="6267" y="8"/>
                  </a:lnTo>
                  <a:cubicBezTo>
                    <a:pt x="6262" y="7"/>
                    <a:pt x="6257" y="6"/>
                    <a:pt x="6253" y="6"/>
                  </a:cubicBezTo>
                  <a:cubicBezTo>
                    <a:pt x="6231" y="6"/>
                    <a:pt x="6214" y="19"/>
                    <a:pt x="6202" y="37"/>
                  </a:cubicBezTo>
                  <a:cubicBezTo>
                    <a:pt x="6187" y="59"/>
                    <a:pt x="6187" y="81"/>
                    <a:pt x="6194" y="103"/>
                  </a:cubicBezTo>
                  <a:cubicBezTo>
                    <a:pt x="6530" y="934"/>
                    <a:pt x="6880" y="1861"/>
                    <a:pt x="7260" y="2926"/>
                  </a:cubicBezTo>
                  <a:cubicBezTo>
                    <a:pt x="7595" y="3860"/>
                    <a:pt x="7916" y="4831"/>
                    <a:pt x="8230" y="5815"/>
                  </a:cubicBezTo>
                  <a:cubicBezTo>
                    <a:pt x="8828" y="7712"/>
                    <a:pt x="9375" y="9653"/>
                    <a:pt x="9923" y="11762"/>
                  </a:cubicBezTo>
                  <a:lnTo>
                    <a:pt x="9930" y="11791"/>
                  </a:lnTo>
                  <a:lnTo>
                    <a:pt x="10025" y="12185"/>
                  </a:lnTo>
                  <a:lnTo>
                    <a:pt x="10032" y="12207"/>
                  </a:lnTo>
                  <a:lnTo>
                    <a:pt x="10069" y="12338"/>
                  </a:lnTo>
                  <a:lnTo>
                    <a:pt x="10105" y="12491"/>
                  </a:lnTo>
                  <a:lnTo>
                    <a:pt x="10156" y="12688"/>
                  </a:lnTo>
                  <a:lnTo>
                    <a:pt x="10222" y="12944"/>
                  </a:lnTo>
                  <a:lnTo>
                    <a:pt x="10302" y="13272"/>
                  </a:lnTo>
                  <a:lnTo>
                    <a:pt x="10382" y="13600"/>
                  </a:lnTo>
                  <a:cubicBezTo>
                    <a:pt x="10441" y="13819"/>
                    <a:pt x="10492" y="14045"/>
                    <a:pt x="10550" y="14264"/>
                  </a:cubicBezTo>
                  <a:cubicBezTo>
                    <a:pt x="10674" y="14746"/>
                    <a:pt x="10791" y="15227"/>
                    <a:pt x="10908" y="15709"/>
                  </a:cubicBezTo>
                  <a:lnTo>
                    <a:pt x="11148" y="16694"/>
                  </a:lnTo>
                  <a:cubicBezTo>
                    <a:pt x="11294" y="17285"/>
                    <a:pt x="11440" y="17883"/>
                    <a:pt x="11586" y="18474"/>
                  </a:cubicBezTo>
                  <a:cubicBezTo>
                    <a:pt x="11790" y="19328"/>
                    <a:pt x="12009" y="20181"/>
                    <a:pt x="12272" y="21203"/>
                  </a:cubicBezTo>
                  <a:cubicBezTo>
                    <a:pt x="12520" y="22159"/>
                    <a:pt x="12761" y="23049"/>
                    <a:pt x="13002" y="23910"/>
                  </a:cubicBezTo>
                  <a:lnTo>
                    <a:pt x="13023" y="23983"/>
                  </a:lnTo>
                  <a:cubicBezTo>
                    <a:pt x="13286" y="24902"/>
                    <a:pt x="13556" y="25850"/>
                    <a:pt x="13811" y="26792"/>
                  </a:cubicBezTo>
                  <a:cubicBezTo>
                    <a:pt x="14081" y="27806"/>
                    <a:pt x="14359" y="28827"/>
                    <a:pt x="14585" y="29695"/>
                  </a:cubicBezTo>
                  <a:cubicBezTo>
                    <a:pt x="14804" y="30527"/>
                    <a:pt x="15023" y="31359"/>
                    <a:pt x="15241" y="32191"/>
                  </a:cubicBezTo>
                  <a:cubicBezTo>
                    <a:pt x="15526" y="33292"/>
                    <a:pt x="15818" y="34401"/>
                    <a:pt x="16110" y="35503"/>
                  </a:cubicBezTo>
                  <a:cubicBezTo>
                    <a:pt x="16686" y="37670"/>
                    <a:pt x="17168" y="39421"/>
                    <a:pt x="17642" y="41033"/>
                  </a:cubicBezTo>
                  <a:lnTo>
                    <a:pt x="17569" y="40968"/>
                  </a:lnTo>
                  <a:cubicBezTo>
                    <a:pt x="17284" y="40734"/>
                    <a:pt x="17014" y="40479"/>
                    <a:pt x="16759" y="40216"/>
                  </a:cubicBezTo>
                  <a:cubicBezTo>
                    <a:pt x="16307" y="39742"/>
                    <a:pt x="15876" y="39246"/>
                    <a:pt x="15482" y="38721"/>
                  </a:cubicBezTo>
                  <a:cubicBezTo>
                    <a:pt x="15125" y="38261"/>
                    <a:pt x="14760" y="37736"/>
                    <a:pt x="14308" y="37035"/>
                  </a:cubicBezTo>
                  <a:cubicBezTo>
                    <a:pt x="13921" y="36437"/>
                    <a:pt x="13534" y="35802"/>
                    <a:pt x="13228" y="35291"/>
                  </a:cubicBezTo>
                  <a:cubicBezTo>
                    <a:pt x="13082" y="35058"/>
                    <a:pt x="12943" y="34825"/>
                    <a:pt x="12797" y="34584"/>
                  </a:cubicBezTo>
                  <a:lnTo>
                    <a:pt x="12673" y="34394"/>
                  </a:lnTo>
                  <a:cubicBezTo>
                    <a:pt x="12535" y="34161"/>
                    <a:pt x="12396" y="33934"/>
                    <a:pt x="12250" y="33701"/>
                  </a:cubicBezTo>
                  <a:cubicBezTo>
                    <a:pt x="11827" y="33008"/>
                    <a:pt x="11411" y="32307"/>
                    <a:pt x="10995" y="31600"/>
                  </a:cubicBezTo>
                  <a:lnTo>
                    <a:pt x="10951" y="31527"/>
                  </a:lnTo>
                  <a:cubicBezTo>
                    <a:pt x="10120" y="30140"/>
                    <a:pt x="9266" y="28710"/>
                    <a:pt x="8376" y="27324"/>
                  </a:cubicBezTo>
                  <a:cubicBezTo>
                    <a:pt x="6720" y="24727"/>
                    <a:pt x="5319" y="22830"/>
                    <a:pt x="3845" y="21166"/>
                  </a:cubicBezTo>
                  <a:cubicBezTo>
                    <a:pt x="2627" y="19795"/>
                    <a:pt x="1423" y="18678"/>
                    <a:pt x="182" y="17781"/>
                  </a:cubicBezTo>
                  <a:cubicBezTo>
                    <a:pt x="161" y="17766"/>
                    <a:pt x="139" y="17752"/>
                    <a:pt x="117" y="17752"/>
                  </a:cubicBezTo>
                  <a:cubicBezTo>
                    <a:pt x="80" y="17752"/>
                    <a:pt x="51" y="17766"/>
                    <a:pt x="29" y="17796"/>
                  </a:cubicBezTo>
                  <a:cubicBezTo>
                    <a:pt x="7" y="17817"/>
                    <a:pt x="0" y="17854"/>
                    <a:pt x="7" y="17883"/>
                  </a:cubicBezTo>
                  <a:cubicBezTo>
                    <a:pt x="7" y="17905"/>
                    <a:pt x="22" y="17934"/>
                    <a:pt x="44" y="17949"/>
                  </a:cubicBezTo>
                  <a:cubicBezTo>
                    <a:pt x="978" y="18635"/>
                    <a:pt x="1846" y="19401"/>
                    <a:pt x="2648" y="20232"/>
                  </a:cubicBezTo>
                  <a:cubicBezTo>
                    <a:pt x="4173" y="21801"/>
                    <a:pt x="5640" y="23698"/>
                    <a:pt x="7267" y="26186"/>
                  </a:cubicBezTo>
                  <a:cubicBezTo>
                    <a:pt x="8580" y="28214"/>
                    <a:pt x="9799" y="30323"/>
                    <a:pt x="10973" y="32373"/>
                  </a:cubicBezTo>
                  <a:lnTo>
                    <a:pt x="11163" y="32701"/>
                  </a:lnTo>
                  <a:lnTo>
                    <a:pt x="11615" y="33475"/>
                  </a:lnTo>
                  <a:lnTo>
                    <a:pt x="12053" y="34241"/>
                  </a:lnTo>
                  <a:cubicBezTo>
                    <a:pt x="12206" y="34504"/>
                    <a:pt x="12360" y="34766"/>
                    <a:pt x="12513" y="35029"/>
                  </a:cubicBezTo>
                  <a:lnTo>
                    <a:pt x="12586" y="35160"/>
                  </a:lnTo>
                  <a:lnTo>
                    <a:pt x="13023" y="35904"/>
                  </a:lnTo>
                  <a:lnTo>
                    <a:pt x="13155" y="36123"/>
                  </a:lnTo>
                  <a:lnTo>
                    <a:pt x="13169" y="36152"/>
                  </a:lnTo>
                  <a:cubicBezTo>
                    <a:pt x="13461" y="36656"/>
                    <a:pt x="13760" y="37174"/>
                    <a:pt x="14067" y="37677"/>
                  </a:cubicBezTo>
                  <a:cubicBezTo>
                    <a:pt x="14446" y="38297"/>
                    <a:pt x="14818" y="38859"/>
                    <a:pt x="15205" y="39392"/>
                  </a:cubicBezTo>
                  <a:cubicBezTo>
                    <a:pt x="15584" y="39924"/>
                    <a:pt x="16000" y="40428"/>
                    <a:pt x="16453" y="40902"/>
                  </a:cubicBezTo>
                  <a:cubicBezTo>
                    <a:pt x="16599" y="41055"/>
                    <a:pt x="16744" y="41201"/>
                    <a:pt x="16898" y="41340"/>
                  </a:cubicBezTo>
                  <a:cubicBezTo>
                    <a:pt x="17000" y="41442"/>
                    <a:pt x="17102" y="41544"/>
                    <a:pt x="17204" y="41646"/>
                  </a:cubicBezTo>
                  <a:cubicBezTo>
                    <a:pt x="17343" y="41778"/>
                    <a:pt x="17459" y="41887"/>
                    <a:pt x="17584" y="41997"/>
                  </a:cubicBezTo>
                  <a:cubicBezTo>
                    <a:pt x="17664" y="42062"/>
                    <a:pt x="17751" y="42121"/>
                    <a:pt x="17846" y="42172"/>
                  </a:cubicBezTo>
                  <a:cubicBezTo>
                    <a:pt x="17883" y="42194"/>
                    <a:pt x="17919" y="42215"/>
                    <a:pt x="17956" y="42230"/>
                  </a:cubicBezTo>
                  <a:cubicBezTo>
                    <a:pt x="17970" y="42237"/>
                    <a:pt x="17985" y="42245"/>
                    <a:pt x="17999" y="42252"/>
                  </a:cubicBezTo>
                  <a:cubicBezTo>
                    <a:pt x="18503" y="43923"/>
                    <a:pt x="18992" y="45411"/>
                    <a:pt x="19480" y="46797"/>
                  </a:cubicBezTo>
                  <a:cubicBezTo>
                    <a:pt x="20093" y="48505"/>
                    <a:pt x="20757" y="50161"/>
                    <a:pt x="21458" y="51715"/>
                  </a:cubicBezTo>
                  <a:cubicBezTo>
                    <a:pt x="22180" y="53305"/>
                    <a:pt x="22975" y="54859"/>
                    <a:pt x="23858" y="56370"/>
                  </a:cubicBezTo>
                  <a:cubicBezTo>
                    <a:pt x="25040" y="58398"/>
                    <a:pt x="26390" y="60317"/>
                    <a:pt x="27893" y="62119"/>
                  </a:cubicBezTo>
                  <a:cubicBezTo>
                    <a:pt x="27951" y="62192"/>
                    <a:pt x="28031" y="62243"/>
                    <a:pt x="28119" y="62258"/>
                  </a:cubicBezTo>
                  <a:lnTo>
                    <a:pt x="28177" y="62258"/>
                  </a:lnTo>
                  <a:cubicBezTo>
                    <a:pt x="28250" y="62258"/>
                    <a:pt x="28331" y="62236"/>
                    <a:pt x="28389" y="62185"/>
                  </a:cubicBezTo>
                  <a:cubicBezTo>
                    <a:pt x="28469" y="62126"/>
                    <a:pt x="28520" y="62039"/>
                    <a:pt x="28528" y="61937"/>
                  </a:cubicBezTo>
                  <a:cubicBezTo>
                    <a:pt x="28542" y="61849"/>
                    <a:pt x="28513" y="61762"/>
                    <a:pt x="28462" y="61689"/>
                  </a:cubicBezTo>
                  <a:cubicBezTo>
                    <a:pt x="27645" y="60711"/>
                    <a:pt x="26864" y="59682"/>
                    <a:pt x="26127" y="58617"/>
                  </a:cubicBezTo>
                  <a:cubicBezTo>
                    <a:pt x="25441" y="57617"/>
                    <a:pt x="24763" y="56538"/>
                    <a:pt x="24121" y="55399"/>
                  </a:cubicBezTo>
                  <a:cubicBezTo>
                    <a:pt x="23340" y="54020"/>
                    <a:pt x="22596" y="52532"/>
                    <a:pt x="21910" y="50978"/>
                  </a:cubicBezTo>
                  <a:cubicBezTo>
                    <a:pt x="21990" y="50774"/>
                    <a:pt x="22078" y="50562"/>
                    <a:pt x="22180" y="50351"/>
                  </a:cubicBezTo>
                  <a:cubicBezTo>
                    <a:pt x="22457" y="49781"/>
                    <a:pt x="22778" y="49234"/>
                    <a:pt x="23150" y="48716"/>
                  </a:cubicBezTo>
                  <a:cubicBezTo>
                    <a:pt x="23493" y="48220"/>
                    <a:pt x="23887" y="47731"/>
                    <a:pt x="24332" y="47206"/>
                  </a:cubicBezTo>
                  <a:lnTo>
                    <a:pt x="24332" y="47206"/>
                  </a:lnTo>
                  <a:lnTo>
                    <a:pt x="24318" y="47221"/>
                  </a:lnTo>
                  <a:cubicBezTo>
                    <a:pt x="24442" y="47082"/>
                    <a:pt x="24559" y="46943"/>
                    <a:pt x="24683" y="46812"/>
                  </a:cubicBezTo>
                  <a:lnTo>
                    <a:pt x="24821" y="46651"/>
                  </a:lnTo>
                  <a:cubicBezTo>
                    <a:pt x="24931" y="46535"/>
                    <a:pt x="25040" y="46411"/>
                    <a:pt x="25142" y="46294"/>
                  </a:cubicBezTo>
                  <a:cubicBezTo>
                    <a:pt x="25427" y="45973"/>
                    <a:pt x="25704" y="45652"/>
                    <a:pt x="25967" y="45324"/>
                  </a:cubicBezTo>
                  <a:cubicBezTo>
                    <a:pt x="26105" y="45156"/>
                    <a:pt x="26229" y="44995"/>
                    <a:pt x="26353" y="44835"/>
                  </a:cubicBezTo>
                  <a:cubicBezTo>
                    <a:pt x="26463" y="44689"/>
                    <a:pt x="26580" y="44521"/>
                    <a:pt x="26711" y="44324"/>
                  </a:cubicBezTo>
                  <a:cubicBezTo>
                    <a:pt x="26944" y="43981"/>
                    <a:pt x="27156" y="43616"/>
                    <a:pt x="27338" y="43244"/>
                  </a:cubicBezTo>
                  <a:cubicBezTo>
                    <a:pt x="27411" y="43091"/>
                    <a:pt x="27477" y="42952"/>
                    <a:pt x="27535" y="42814"/>
                  </a:cubicBezTo>
                  <a:cubicBezTo>
                    <a:pt x="27543" y="42792"/>
                    <a:pt x="27543" y="42777"/>
                    <a:pt x="27535" y="42755"/>
                  </a:cubicBezTo>
                  <a:cubicBezTo>
                    <a:pt x="27528" y="42741"/>
                    <a:pt x="27506" y="42726"/>
                    <a:pt x="27492" y="42719"/>
                  </a:cubicBezTo>
                  <a:cubicBezTo>
                    <a:pt x="27488" y="42715"/>
                    <a:pt x="27484" y="42713"/>
                    <a:pt x="27481" y="42713"/>
                  </a:cubicBezTo>
                  <a:cubicBezTo>
                    <a:pt x="27477" y="42713"/>
                    <a:pt x="27473" y="42715"/>
                    <a:pt x="27470" y="42719"/>
                  </a:cubicBezTo>
                  <a:cubicBezTo>
                    <a:pt x="27433" y="42719"/>
                    <a:pt x="27404" y="42741"/>
                    <a:pt x="27397" y="42770"/>
                  </a:cubicBezTo>
                  <a:cubicBezTo>
                    <a:pt x="27360" y="42850"/>
                    <a:pt x="27324" y="42938"/>
                    <a:pt x="27280" y="43018"/>
                  </a:cubicBezTo>
                  <a:cubicBezTo>
                    <a:pt x="27112" y="43368"/>
                    <a:pt x="26922" y="43704"/>
                    <a:pt x="26704" y="44025"/>
                  </a:cubicBezTo>
                  <a:cubicBezTo>
                    <a:pt x="26477" y="44346"/>
                    <a:pt x="26237" y="44652"/>
                    <a:pt x="25981" y="44944"/>
                  </a:cubicBezTo>
                  <a:cubicBezTo>
                    <a:pt x="25843" y="45105"/>
                    <a:pt x="25704" y="45258"/>
                    <a:pt x="25565" y="45411"/>
                  </a:cubicBezTo>
                  <a:cubicBezTo>
                    <a:pt x="25463" y="45521"/>
                    <a:pt x="25361" y="45623"/>
                    <a:pt x="25259" y="45725"/>
                  </a:cubicBezTo>
                  <a:lnTo>
                    <a:pt x="25128" y="45863"/>
                  </a:lnTo>
                  <a:cubicBezTo>
                    <a:pt x="24821" y="46177"/>
                    <a:pt x="24522" y="46484"/>
                    <a:pt x="24238" y="46761"/>
                  </a:cubicBezTo>
                  <a:lnTo>
                    <a:pt x="24106" y="46892"/>
                  </a:lnTo>
                  <a:cubicBezTo>
                    <a:pt x="23836" y="47162"/>
                    <a:pt x="23581" y="47403"/>
                    <a:pt x="23340" y="47658"/>
                  </a:cubicBezTo>
                  <a:cubicBezTo>
                    <a:pt x="23041" y="47972"/>
                    <a:pt x="22756" y="48308"/>
                    <a:pt x="22486" y="48651"/>
                  </a:cubicBezTo>
                  <a:cubicBezTo>
                    <a:pt x="22238" y="48972"/>
                    <a:pt x="22020" y="49314"/>
                    <a:pt x="21823" y="49672"/>
                  </a:cubicBezTo>
                  <a:cubicBezTo>
                    <a:pt x="21728" y="49840"/>
                    <a:pt x="21640" y="50022"/>
                    <a:pt x="21560" y="50205"/>
                  </a:cubicBezTo>
                  <a:cubicBezTo>
                    <a:pt x="21071" y="49037"/>
                    <a:pt x="20611" y="47848"/>
                    <a:pt x="20152" y="46557"/>
                  </a:cubicBezTo>
                  <a:lnTo>
                    <a:pt x="20152" y="46513"/>
                  </a:lnTo>
                  <a:cubicBezTo>
                    <a:pt x="20159" y="46447"/>
                    <a:pt x="20159" y="46381"/>
                    <a:pt x="20166" y="46323"/>
                  </a:cubicBezTo>
                  <a:lnTo>
                    <a:pt x="20166" y="46279"/>
                  </a:lnTo>
                  <a:cubicBezTo>
                    <a:pt x="20166" y="46141"/>
                    <a:pt x="20174" y="46009"/>
                    <a:pt x="20174" y="45863"/>
                  </a:cubicBezTo>
                  <a:cubicBezTo>
                    <a:pt x="20181" y="45564"/>
                    <a:pt x="20196" y="45265"/>
                    <a:pt x="20210" y="45075"/>
                  </a:cubicBezTo>
                  <a:cubicBezTo>
                    <a:pt x="20239" y="44536"/>
                    <a:pt x="20276" y="44010"/>
                    <a:pt x="20327" y="43507"/>
                  </a:cubicBezTo>
                  <a:cubicBezTo>
                    <a:pt x="20414" y="42573"/>
                    <a:pt x="20546" y="41588"/>
                    <a:pt x="20743" y="40486"/>
                  </a:cubicBezTo>
                  <a:cubicBezTo>
                    <a:pt x="20976" y="39166"/>
                    <a:pt x="21268" y="37801"/>
                    <a:pt x="21633" y="36320"/>
                  </a:cubicBezTo>
                  <a:cubicBezTo>
                    <a:pt x="21954" y="35022"/>
                    <a:pt x="22319" y="33672"/>
                    <a:pt x="22611" y="32592"/>
                  </a:cubicBezTo>
                  <a:lnTo>
                    <a:pt x="22720" y="32154"/>
                  </a:lnTo>
                  <a:cubicBezTo>
                    <a:pt x="23150" y="30564"/>
                    <a:pt x="23479" y="29236"/>
                    <a:pt x="23756" y="27995"/>
                  </a:cubicBezTo>
                  <a:cubicBezTo>
                    <a:pt x="24106" y="26463"/>
                    <a:pt x="24347" y="25099"/>
                    <a:pt x="24507" y="23837"/>
                  </a:cubicBezTo>
                  <a:cubicBezTo>
                    <a:pt x="24537" y="23640"/>
                    <a:pt x="24559" y="23443"/>
                    <a:pt x="24580" y="23246"/>
                  </a:cubicBezTo>
                  <a:cubicBezTo>
                    <a:pt x="24580" y="23224"/>
                    <a:pt x="24573" y="23209"/>
                    <a:pt x="24559" y="23195"/>
                  </a:cubicBezTo>
                  <a:cubicBezTo>
                    <a:pt x="24551" y="23173"/>
                    <a:pt x="24529" y="23165"/>
                    <a:pt x="24515" y="23158"/>
                  </a:cubicBezTo>
                  <a:cubicBezTo>
                    <a:pt x="24464" y="23158"/>
                    <a:pt x="24427" y="23195"/>
                    <a:pt x="24427" y="23238"/>
                  </a:cubicBezTo>
                  <a:cubicBezTo>
                    <a:pt x="24354" y="23866"/>
                    <a:pt x="24252" y="24552"/>
                    <a:pt x="24113" y="25332"/>
                  </a:cubicBezTo>
                  <a:cubicBezTo>
                    <a:pt x="23625" y="28112"/>
                    <a:pt x="22829" y="30863"/>
                    <a:pt x="22056" y="33533"/>
                  </a:cubicBezTo>
                  <a:lnTo>
                    <a:pt x="22034" y="33599"/>
                  </a:lnTo>
                  <a:lnTo>
                    <a:pt x="21888" y="34124"/>
                  </a:lnTo>
                  <a:cubicBezTo>
                    <a:pt x="21567" y="35233"/>
                    <a:pt x="21195" y="36495"/>
                    <a:pt x="20867" y="37728"/>
                  </a:cubicBezTo>
                  <a:cubicBezTo>
                    <a:pt x="20444" y="39326"/>
                    <a:pt x="20137" y="40647"/>
                    <a:pt x="19918" y="41880"/>
                  </a:cubicBezTo>
                  <a:cubicBezTo>
                    <a:pt x="19772" y="42712"/>
                    <a:pt x="19663" y="43478"/>
                    <a:pt x="19583" y="44236"/>
                  </a:cubicBezTo>
                  <a:cubicBezTo>
                    <a:pt x="19561" y="44412"/>
                    <a:pt x="19546" y="44579"/>
                    <a:pt x="19532" y="44754"/>
                  </a:cubicBezTo>
                  <a:cubicBezTo>
                    <a:pt x="19079" y="43375"/>
                    <a:pt x="18641" y="41924"/>
                    <a:pt x="18145" y="40216"/>
                  </a:cubicBezTo>
                  <a:cubicBezTo>
                    <a:pt x="17562" y="38210"/>
                    <a:pt x="17014" y="36160"/>
                    <a:pt x="16555" y="34423"/>
                  </a:cubicBezTo>
                  <a:cubicBezTo>
                    <a:pt x="16336" y="33584"/>
                    <a:pt x="16117" y="32745"/>
                    <a:pt x="15898" y="31906"/>
                  </a:cubicBezTo>
                  <a:lnTo>
                    <a:pt x="15796" y="31512"/>
                  </a:lnTo>
                  <a:cubicBezTo>
                    <a:pt x="15541" y="30549"/>
                    <a:pt x="15285" y="29579"/>
                    <a:pt x="15037" y="28616"/>
                  </a:cubicBezTo>
                  <a:cubicBezTo>
                    <a:pt x="14767" y="27601"/>
                    <a:pt x="14505" y="26624"/>
                    <a:pt x="14249" y="25712"/>
                  </a:cubicBezTo>
                  <a:cubicBezTo>
                    <a:pt x="14001" y="24807"/>
                    <a:pt x="13731" y="23859"/>
                    <a:pt x="13454" y="22896"/>
                  </a:cubicBezTo>
                  <a:cubicBezTo>
                    <a:pt x="12936" y="21093"/>
                    <a:pt x="12425" y="19299"/>
                    <a:pt x="11914" y="17460"/>
                  </a:cubicBezTo>
                  <a:cubicBezTo>
                    <a:pt x="11769" y="16942"/>
                    <a:pt x="11623" y="16431"/>
                    <a:pt x="11477" y="15921"/>
                  </a:cubicBezTo>
                  <a:lnTo>
                    <a:pt x="11302" y="15308"/>
                  </a:lnTo>
                  <a:lnTo>
                    <a:pt x="11134" y="14709"/>
                  </a:lnTo>
                  <a:cubicBezTo>
                    <a:pt x="10842" y="13673"/>
                    <a:pt x="10587" y="12798"/>
                    <a:pt x="10339" y="11959"/>
                  </a:cubicBezTo>
                  <a:cubicBezTo>
                    <a:pt x="9624" y="9529"/>
                    <a:pt x="9054" y="7676"/>
                    <a:pt x="8493" y="5961"/>
                  </a:cubicBezTo>
                  <a:cubicBezTo>
                    <a:pt x="8157" y="4940"/>
                    <a:pt x="7807" y="3933"/>
                    <a:pt x="7464" y="2963"/>
                  </a:cubicBezTo>
                  <a:cubicBezTo>
                    <a:pt x="7128" y="2051"/>
                    <a:pt x="6756" y="1095"/>
                    <a:pt x="6333" y="44"/>
                  </a:cubicBezTo>
                  <a:cubicBezTo>
                    <a:pt x="6318" y="22"/>
                    <a:pt x="6297" y="1"/>
                    <a:pt x="6267" y="1"/>
                  </a:cubicBezTo>
                  <a:close/>
                </a:path>
              </a:pathLst>
            </a:custGeom>
            <a:solidFill>
              <a:srgbClr val="191919">
                <a:alpha val="11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504;p61">
            <a:extLst>
              <a:ext uri="{FF2B5EF4-FFF2-40B4-BE49-F238E27FC236}">
                <a16:creationId xmlns:a16="http://schemas.microsoft.com/office/drawing/2014/main" id="{014210A7-3EB0-2001-D7EA-EC5B8261B1BF}"/>
              </a:ext>
            </a:extLst>
          </p:cNvPr>
          <p:cNvSpPr txBox="1">
            <a:spLocks/>
          </p:cNvSpPr>
          <p:nvPr/>
        </p:nvSpPr>
        <p:spPr>
          <a:xfrm>
            <a:off x="6124966" y="2364147"/>
            <a:ext cx="2463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lt2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dirty="0"/>
              <a:t>Potential</a:t>
            </a:r>
          </a:p>
        </p:txBody>
      </p:sp>
      <p:sp>
        <p:nvSpPr>
          <p:cNvPr id="3" name="Google Shape;1505;p61">
            <a:extLst>
              <a:ext uri="{FF2B5EF4-FFF2-40B4-BE49-F238E27FC236}">
                <a16:creationId xmlns:a16="http://schemas.microsoft.com/office/drawing/2014/main" id="{9B65CD26-FD16-1D30-E28F-7E16478C72B7}"/>
              </a:ext>
            </a:extLst>
          </p:cNvPr>
          <p:cNvSpPr txBox="1">
            <a:spLocks/>
          </p:cNvSpPr>
          <p:nvPr/>
        </p:nvSpPr>
        <p:spPr>
          <a:xfrm>
            <a:off x="6473832" y="2962507"/>
            <a:ext cx="1822221" cy="110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None/>
              <a:defRPr sz="14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pPr marL="0" indent="0"/>
            <a:r>
              <a:rPr lang="en-US" dirty="0"/>
              <a:t>Educational tool, creative expression, live performance</a:t>
            </a:r>
          </a:p>
        </p:txBody>
      </p:sp>
    </p:spTree>
    <p:extLst>
      <p:ext uri="{BB962C8B-B14F-4D97-AF65-F5344CB8AC3E}">
        <p14:creationId xmlns:p14="http://schemas.microsoft.com/office/powerpoint/2010/main" val="1866516761"/>
      </p:ext>
    </p:extLst>
  </p:cSld>
  <p:clrMapOvr>
    <a:masterClrMapping/>
  </p:clrMapOvr>
</p:sld>
</file>

<file path=ppt/theme/theme1.xml><?xml version="1.0" encoding="utf-8"?>
<a:theme xmlns:a="http://schemas.openxmlformats.org/drawingml/2006/main" name="Language Arts Subject for Elementary - 1st Grade: The Sounds /l/ and /n/ by Slidesgo">
  <a:themeElements>
    <a:clrScheme name="Simple Light">
      <a:dk1>
        <a:srgbClr val="191919"/>
      </a:dk1>
      <a:lt1>
        <a:srgbClr val="FFFDE9"/>
      </a:lt1>
      <a:dk2>
        <a:srgbClr val="FF634D"/>
      </a:dk2>
      <a:lt2>
        <a:srgbClr val="5DB291"/>
      </a:lt2>
      <a:accent1>
        <a:srgbClr val="FCB459"/>
      </a:accent1>
      <a:accent2>
        <a:srgbClr val="7CA2CF"/>
      </a:accent2>
      <a:accent3>
        <a:srgbClr val="AB7FCF"/>
      </a:accent3>
      <a:accent4>
        <a:srgbClr val="D9EAFF"/>
      </a:accent4>
      <a:accent5>
        <a:srgbClr val="D8EEE4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153</Words>
  <Application>Microsoft Macintosh PowerPoint</Application>
  <PresentationFormat>On-screen Show (16:9)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Fredoka One</vt:lpstr>
      <vt:lpstr>Arial</vt:lpstr>
      <vt:lpstr>Cantarell</vt:lpstr>
      <vt:lpstr>Language Arts Subject for Elementary - 1st Grade: The Sounds /l/ and /n/ by Slidesgo</vt:lpstr>
      <vt:lpstr>Sound Drawing Tool:  A Synesthetic Audiovisual Instrument</vt:lpstr>
      <vt:lpstr>Mouse position → Musical pitch (horizontal mapping)</vt:lpstr>
      <vt:lpstr>Tone.js</vt:lpstr>
      <vt:lpstr>User Experience &amp; Interface Design</vt:lpstr>
      <vt:lpstr>Code Quality &amp; Organization</vt:lpstr>
      <vt:lpstr>Summary &amp;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Qian Zhao</cp:lastModifiedBy>
  <cp:revision>8</cp:revision>
  <dcterms:modified xsi:type="dcterms:W3CDTF">2025-11-12T03:36:24Z</dcterms:modified>
</cp:coreProperties>
</file>