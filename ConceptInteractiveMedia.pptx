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9"/>
  </p:notesMasterIdLst>
  <p:handoutMasterIdLst>
    <p:handoutMasterId r:id="rId10"/>
  </p:handoutMasterIdLst>
  <p:sldIdLst>
    <p:sldId id="356" r:id="rId5"/>
    <p:sldId id="303" r:id="rId6"/>
    <p:sldId id="599" r:id="rId7"/>
    <p:sldId id="60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olkit 5&amp;6" id="{49BCB778-FA55-F84C-AFA4-6FD5AD3E2910}">
          <p14:sldIdLst>
            <p14:sldId id="356"/>
          </p14:sldIdLst>
        </p14:section>
        <p14:section name="Instructions" id="{DA6DE986-54FF-4F47-91B8-2576063C652D}">
          <p14:sldIdLst/>
        </p14:section>
        <p14:section name="Acknowledgment" id="{E7CDBA29-0E18-DB4F-86EE-E921C1EA01AC}">
          <p14:sldIdLst/>
        </p14:section>
        <p14:section name="Sections" id="{97997702-4284-1949-8F23-90400C8439FA}">
          <p14:sldIdLst/>
        </p14:section>
        <p14:section name="Layouts" id="{14B08E05-62FE-2547-A4CE-EF3F3E32D614}">
          <p14:sldIdLst>
            <p14:sldId id="303"/>
            <p14:sldId id="599"/>
            <p14:sldId id="600"/>
          </p14:sldIdLst>
        </p14:section>
        <p14:section name="Layouts w/ Footer" id="{2396362B-922C-9A4A-9ABA-A3A692BBD920}">
          <p14:sldIdLst/>
        </p14:section>
        <p14:section name="Resource" id="{0E403BDC-DFAF-2F41-B692-DC4A393A3EFB}">
          <p14:sldIdLst/>
        </p14:section>
        <p14:section name="End Slide" id="{CA757AC1-DA02-4146-9EB4-D5EB55418805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elena Woo" initials="HW" lastIdx="1" clrIdx="0">
    <p:extLst>
      <p:ext uri="{19B8F6BF-5375-455C-9EA6-DF929625EA0E}">
        <p15:presenceInfo xmlns:p15="http://schemas.microsoft.com/office/powerpoint/2012/main" userId="S::helena.woo@uts.edu.au::84ffa4a4-9cb2-4822-a498-72962478cfa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  <a:srgbClr val="FF9600"/>
    <a:srgbClr val="C8C8C8"/>
    <a:srgbClr val="B2B2B2"/>
    <a:srgbClr val="323232"/>
    <a:srgbClr val="FF6FFF"/>
    <a:srgbClr val="E1E1E1"/>
    <a:srgbClr val="F4F2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266"/>
    <p:restoredTop sz="96301"/>
  </p:normalViewPr>
  <p:slideViewPr>
    <p:cSldViewPr snapToGrid="0" snapToObjects="1">
      <p:cViewPr varScale="1">
        <p:scale>
          <a:sx n="122" d="100"/>
          <a:sy n="122" d="100"/>
        </p:scale>
        <p:origin x="1400" y="20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0"/>
    </p:cViewPr>
  </p:sorterViewPr>
  <p:notesViewPr>
    <p:cSldViewPr snapToGrid="0" snapToObjects="1">
      <p:cViewPr varScale="1">
        <p:scale>
          <a:sx n="112" d="100"/>
          <a:sy n="112" d="100"/>
        </p:scale>
        <p:origin x="2840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FDB2FF7-119F-7140-A364-1B8A1F9716F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C3CEC7E-05DE-A8BE-49F6-BE1B22F140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E0A125-BD2D-B642-8F32-CC7E22D2E035}" type="datetimeFigureOut">
              <a:rPr lang="en-US" smtClean="0"/>
              <a:t>9/27/25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805B9C-E323-A4AF-B423-3EC2236902D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16AED-1FDF-4230-6C28-E35EFD29E3A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AFBA3E-55FB-0E4D-9417-6FD877B4E35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54655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7E227BE0-8D26-2C46-B592-87513771FDEF}" type="datetimeFigureOut">
              <a:rPr lang="en-US" smtClean="0"/>
              <a:pPr/>
              <a:t>9/27/25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Arial" panose="020B0604020202020204" pitchFamily="34" charset="0"/>
              </a:defRPr>
            </a:lvl1pPr>
          </a:lstStyle>
          <a:p>
            <a:fld id="{11364B19-607B-B942-B14B-DB932692D37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51487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949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AB2E4-E610-6E41-1E70-3B06C5834A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19A3BD-38E3-0417-68A4-76EED6A691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DCBDFA-0653-0DFD-30FB-A7BB6569F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B128F7-63E4-DF6E-6BF3-B5B2B57E58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870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F10DA-F789-1FDF-432D-12615FE47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6ACE6D-19B5-B5F2-C57D-968EB739EB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5C7BC8-AFC6-52BA-121B-4B72C4854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349ED8-616F-4AF9-5DA9-524EAE7D43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64B19-607B-B942-B14B-DB932692D378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857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5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olkit">
    <p:bg>
      <p:bgPr>
        <a:solidFill>
          <a:srgbClr val="FF96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7854" y="3904488"/>
            <a:ext cx="7574314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A1E77-5E87-1D33-0146-E7C27197172B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/>
                </a:solidFill>
              </a:rPr>
              <a:t>UTS TEQSA PRV12060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B11A7E-373F-75CE-AEC9-2DBA28C531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442775"/>
            <a:ext cx="7574314" cy="1220142"/>
          </a:xfrm>
        </p:spPr>
        <p:txBody>
          <a:bodyPr anchor="b"/>
          <a:lstStyle>
            <a:lvl1pPr>
              <a:defRPr sz="3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</p:spTree>
    <p:extLst>
      <p:ext uri="{BB962C8B-B14F-4D97-AF65-F5344CB8AC3E}">
        <p14:creationId xmlns:p14="http://schemas.microsoft.com/office/powerpoint/2010/main" val="2335399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2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61C7F5F-ADB2-EF42-B9A4-FDA13E926BAB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785382" y="783000"/>
            <a:ext cx="6406617" cy="5292000"/>
          </a:xfrm>
          <a:custGeom>
            <a:avLst/>
            <a:gdLst>
              <a:gd name="connsiteX0" fmla="*/ 2645637 w 6406617"/>
              <a:gd name="connsiteY0" fmla="*/ 0 h 5292000"/>
              <a:gd name="connsiteX1" fmla="*/ 6406617 w 6406617"/>
              <a:gd name="connsiteY1" fmla="*/ 0 h 5292000"/>
              <a:gd name="connsiteX2" fmla="*/ 6406617 w 6406617"/>
              <a:gd name="connsiteY2" fmla="*/ 5292000 h 5292000"/>
              <a:gd name="connsiteX3" fmla="*/ 2645637 w 6406617"/>
              <a:gd name="connsiteY3" fmla="*/ 5292000 h 5292000"/>
              <a:gd name="connsiteX4" fmla="*/ 0 w 6406617"/>
              <a:gd name="connsiteY4" fmla="*/ 2646363 h 5292000"/>
              <a:gd name="connsiteX5" fmla="*/ 2645637 w 6406617"/>
              <a:gd name="connsiteY5" fmla="*/ 726 h 52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406617" h="5292000">
                <a:moveTo>
                  <a:pt x="2645637" y="0"/>
                </a:moveTo>
                <a:lnTo>
                  <a:pt x="6406617" y="0"/>
                </a:lnTo>
                <a:lnTo>
                  <a:pt x="6406617" y="5292000"/>
                </a:lnTo>
                <a:lnTo>
                  <a:pt x="2645637" y="5292000"/>
                </a:lnTo>
                <a:cubicBezTo>
                  <a:pt x="1184492" y="5292000"/>
                  <a:pt x="0" y="4107508"/>
                  <a:pt x="0" y="2646363"/>
                </a:cubicBezTo>
                <a:cubicBezTo>
                  <a:pt x="0" y="1185218"/>
                  <a:pt x="1184492" y="726"/>
                  <a:pt x="2645637" y="726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  <a:ln>
            <a:noFill/>
          </a:ln>
        </p:spPr>
        <p:txBody>
          <a:bodyPr wrap="square" anchor="t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7854" y="3904488"/>
            <a:ext cx="7574314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A1E77-5E87-1D33-0146-E7C27197172B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/>
                </a:solidFill>
              </a:rPr>
              <a:t>UTS TEQSA PRV12060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00F9FB-E034-7DF1-4156-F2A844480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442775"/>
            <a:ext cx="7574314" cy="1220142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D619F7-93E1-FA95-9C96-57164B7575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800" y="709434"/>
            <a:ext cx="1336678" cy="5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9670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FD528169-2D45-F199-48F8-B90B9D00BB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360000"/>
            <a:ext cx="1364673" cy="136467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114B50-6CC5-20B8-4A45-61C1C35C612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5319" t="15896" b="10577"/>
          <a:stretch/>
        </p:blipFill>
        <p:spPr>
          <a:xfrm>
            <a:off x="6174263" y="-1"/>
            <a:ext cx="5512067" cy="6858001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F6055DAA-457B-6AC2-63F8-2305D65F87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7854" y="3904488"/>
            <a:ext cx="5826109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47DAFFF-BA39-3C2C-6642-60CD9E6320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442775"/>
            <a:ext cx="5826109" cy="1220142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BB34368-A861-D66F-5B24-BB4F42080A5E}"/>
              </a:ext>
            </a:extLst>
          </p:cNvPr>
          <p:cNvSpPr txBox="1"/>
          <p:nvPr userDrawn="1"/>
        </p:nvSpPr>
        <p:spPr>
          <a:xfrm>
            <a:off x="10480676" y="6230883"/>
            <a:ext cx="1558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UTS CRICOS 00099F</a:t>
            </a:r>
          </a:p>
          <a:p>
            <a:r>
              <a:rPr lang="en-US" sz="1000" dirty="0">
                <a:solidFill>
                  <a:schemeClr val="bg1">
                    <a:lumMod val="85000"/>
                  </a:schemeClr>
                </a:solidFill>
              </a:rPr>
              <a:t>UTS TEQSA PRV12060</a:t>
            </a:r>
          </a:p>
        </p:txBody>
      </p:sp>
    </p:spTree>
    <p:extLst>
      <p:ext uri="{BB962C8B-B14F-4D97-AF65-F5344CB8AC3E}">
        <p14:creationId xmlns:p14="http://schemas.microsoft.com/office/powerpoint/2010/main" val="1208425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4">
    <p:bg>
      <p:bgPr>
        <a:solidFill>
          <a:schemeClr val="bg2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1561301-85B8-85F1-76A3-9D73CBD788E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14717" y="712800"/>
            <a:ext cx="2448160" cy="5796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D15419A-A9F1-A55A-2EAF-5A99AC2634F7}"/>
              </a:ext>
            </a:extLst>
          </p:cNvPr>
          <p:cNvSpPr txBox="1"/>
          <p:nvPr userDrawn="1"/>
        </p:nvSpPr>
        <p:spPr>
          <a:xfrm>
            <a:off x="461962" y="6230883"/>
            <a:ext cx="1558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bg2"/>
                </a:solidFill>
              </a:rPr>
              <a:t>UTS CRICOS 00099F</a:t>
            </a:r>
          </a:p>
          <a:p>
            <a:r>
              <a:rPr lang="en-US" sz="1000" dirty="0">
                <a:solidFill>
                  <a:schemeClr val="bg2"/>
                </a:solidFill>
              </a:rPr>
              <a:t>UTS TEQSA PRV12060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10480A9-365F-1B41-B60C-7020BD6E8D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55144" y="4714693"/>
            <a:ext cx="5332867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8F17EA4-7BB9-664C-862D-2974AFD4E7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55144" y="3252980"/>
            <a:ext cx="5332867" cy="1220142"/>
          </a:xfrm>
        </p:spPr>
        <p:txBody>
          <a:bodyPr anchor="b"/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B96E8D20-1864-A958-42D6-9990CC528288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2" y="0"/>
            <a:ext cx="5046286" cy="5441576"/>
          </a:xfrm>
          <a:custGeom>
            <a:avLst/>
            <a:gdLst>
              <a:gd name="connsiteX0" fmla="*/ 0 w 5046286"/>
              <a:gd name="connsiteY0" fmla="*/ 0 h 5441576"/>
              <a:gd name="connsiteX1" fmla="*/ 3937437 w 5046286"/>
              <a:gd name="connsiteY1" fmla="*/ 0 h 5441576"/>
              <a:gd name="connsiteX2" fmla="*/ 4135975 w 5046286"/>
              <a:gd name="connsiteY2" fmla="*/ 177884 h 5441576"/>
              <a:gd name="connsiteX3" fmla="*/ 5037808 w 5046286"/>
              <a:gd name="connsiteY3" fmla="*/ 2046822 h 5441576"/>
              <a:gd name="connsiteX4" fmla="*/ 5046286 w 5046286"/>
              <a:gd name="connsiteY4" fmla="*/ 2156734 h 5441576"/>
              <a:gd name="connsiteX5" fmla="*/ 5046286 w 5046286"/>
              <a:gd name="connsiteY5" fmla="*/ 2568748 h 5441576"/>
              <a:gd name="connsiteX6" fmla="*/ 5037808 w 5046286"/>
              <a:gd name="connsiteY6" fmla="*/ 2678661 h 5441576"/>
              <a:gd name="connsiteX7" fmla="*/ 2240155 w 5046286"/>
              <a:gd name="connsiteY7" fmla="*/ 5436643 h 5441576"/>
              <a:gd name="connsiteX8" fmla="*/ 2174341 w 5046286"/>
              <a:gd name="connsiteY8" fmla="*/ 5441576 h 5441576"/>
              <a:gd name="connsiteX9" fmla="*/ 1660693 w 5046286"/>
              <a:gd name="connsiteY9" fmla="*/ 5441576 h 5441576"/>
              <a:gd name="connsiteX10" fmla="*/ 1442368 w 5046286"/>
              <a:gd name="connsiteY10" fmla="*/ 5416993 h 5441576"/>
              <a:gd name="connsiteX11" fmla="*/ 167274 w 5046286"/>
              <a:gd name="connsiteY11" fmla="*/ 4924896 h 5441576"/>
              <a:gd name="connsiteX12" fmla="*/ 0 w 5046286"/>
              <a:gd name="connsiteY12" fmla="*/ 4801585 h 5441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046286" h="5441576">
                <a:moveTo>
                  <a:pt x="0" y="0"/>
                </a:moveTo>
                <a:lnTo>
                  <a:pt x="3937437" y="0"/>
                </a:lnTo>
                <a:lnTo>
                  <a:pt x="4135975" y="177884"/>
                </a:lnTo>
                <a:cubicBezTo>
                  <a:pt x="4632273" y="667144"/>
                  <a:pt x="4962905" y="1319719"/>
                  <a:pt x="5037808" y="2046822"/>
                </a:cubicBezTo>
                <a:lnTo>
                  <a:pt x="5046286" y="2156734"/>
                </a:lnTo>
                <a:lnTo>
                  <a:pt x="5046286" y="2568748"/>
                </a:lnTo>
                <a:lnTo>
                  <a:pt x="5037808" y="2678661"/>
                </a:lnTo>
                <a:cubicBezTo>
                  <a:pt x="4888001" y="4132866"/>
                  <a:pt x="3715279" y="5288960"/>
                  <a:pt x="2240155" y="5436643"/>
                </a:cubicBezTo>
                <a:lnTo>
                  <a:pt x="2174341" y="5441576"/>
                </a:lnTo>
                <a:lnTo>
                  <a:pt x="1660693" y="5441576"/>
                </a:lnTo>
                <a:lnTo>
                  <a:pt x="1442368" y="5416993"/>
                </a:lnTo>
                <a:cubicBezTo>
                  <a:pt x="975459" y="5346663"/>
                  <a:pt x="542453" y="5174768"/>
                  <a:pt x="167274" y="4924896"/>
                </a:cubicBezTo>
                <a:lnTo>
                  <a:pt x="0" y="4801585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33359948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45D9CC6E-427B-F174-6827-E5B324453533}"/>
              </a:ext>
            </a:extLst>
          </p:cNvPr>
          <p:cNvSpPr/>
          <p:nvPr userDrawn="1"/>
        </p:nvSpPr>
        <p:spPr>
          <a:xfrm>
            <a:off x="3397062" y="0"/>
            <a:ext cx="8559538" cy="6589336"/>
          </a:xfrm>
          <a:custGeom>
            <a:avLst/>
            <a:gdLst>
              <a:gd name="connsiteX0" fmla="*/ 2555903 w 8559538"/>
              <a:gd name="connsiteY0" fmla="*/ 0 h 6589336"/>
              <a:gd name="connsiteX1" fmla="*/ 6867548 w 8559538"/>
              <a:gd name="connsiteY1" fmla="*/ 0 h 6589336"/>
              <a:gd name="connsiteX2" fmla="*/ 8559538 w 8559538"/>
              <a:gd name="connsiteY2" fmla="*/ 3299381 h 6589336"/>
              <a:gd name="connsiteX3" fmla="*/ 5872899 w 8559538"/>
              <a:gd name="connsiteY3" fmla="*/ 5533534 h 6589336"/>
              <a:gd name="connsiteX4" fmla="*/ 2234153 w 8559538"/>
              <a:gd name="connsiteY4" fmla="*/ 6589336 h 6589336"/>
              <a:gd name="connsiteX5" fmla="*/ 0 w 8559538"/>
              <a:gd name="connsiteY5" fmla="*/ 2177592 h 6589336"/>
              <a:gd name="connsiteX6" fmla="*/ 2555903 w 8559538"/>
              <a:gd name="connsiteY6" fmla="*/ 0 h 65893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59538" h="6589336">
                <a:moveTo>
                  <a:pt x="2555903" y="0"/>
                </a:moveTo>
                <a:lnTo>
                  <a:pt x="6867548" y="0"/>
                </a:lnTo>
                <a:lnTo>
                  <a:pt x="8559538" y="3299381"/>
                </a:lnTo>
                <a:lnTo>
                  <a:pt x="5872899" y="5533534"/>
                </a:lnTo>
                <a:lnTo>
                  <a:pt x="2234153" y="6589336"/>
                </a:lnTo>
                <a:lnTo>
                  <a:pt x="0" y="2177592"/>
                </a:lnTo>
                <a:lnTo>
                  <a:pt x="2555903" y="0"/>
                </a:lnTo>
                <a:close/>
              </a:path>
            </a:pathLst>
          </a:custGeom>
          <a:blipFill dpi="0" rotWithShape="1">
            <a:blip r:embed="rId2" cstate="screen">
              <a:alphaModFix amt="54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4C8AA24-DCD7-1CD2-654B-73227219DE1C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800810" y="1499562"/>
            <a:ext cx="4756078" cy="4963688"/>
          </a:xfrm>
          <a:custGeom>
            <a:avLst/>
            <a:gdLst>
              <a:gd name="connsiteX0" fmla="*/ 1981699 w 4756078"/>
              <a:gd name="connsiteY0" fmla="*/ 0 h 4963688"/>
              <a:gd name="connsiteX1" fmla="*/ 4756078 w 4756078"/>
              <a:gd name="connsiteY1" fmla="*/ 1283387 h 4963688"/>
              <a:gd name="connsiteX2" fmla="*/ 3812411 w 4756078"/>
              <a:gd name="connsiteY2" fmla="*/ 3991711 h 4963688"/>
              <a:gd name="connsiteX3" fmla="*/ 2821562 w 4756078"/>
              <a:gd name="connsiteY3" fmla="*/ 4963688 h 4963688"/>
              <a:gd name="connsiteX4" fmla="*/ 0 w 4756078"/>
              <a:gd name="connsiteY4" fmla="*/ 3680300 h 4963688"/>
              <a:gd name="connsiteX5" fmla="*/ 943667 w 4756078"/>
              <a:gd name="connsiteY5" fmla="*/ 990850 h 4963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6078" h="4963688">
                <a:moveTo>
                  <a:pt x="1981699" y="0"/>
                </a:moveTo>
                <a:lnTo>
                  <a:pt x="4756078" y="1283387"/>
                </a:lnTo>
                <a:lnTo>
                  <a:pt x="3812411" y="3991711"/>
                </a:lnTo>
                <a:lnTo>
                  <a:pt x="2821562" y="4963688"/>
                </a:lnTo>
                <a:lnTo>
                  <a:pt x="0" y="3680300"/>
                </a:lnTo>
                <a:lnTo>
                  <a:pt x="943667" y="990850"/>
                </a:lnTo>
                <a:close/>
              </a:path>
            </a:pathLst>
          </a:custGeom>
          <a:solidFill>
            <a:schemeClr val="bg2">
              <a:lumMod val="10000"/>
              <a:lumOff val="90000"/>
            </a:schemeClr>
          </a:solidFill>
          <a:ln>
            <a:solidFill>
              <a:schemeClr val="bg1"/>
            </a:solidFill>
          </a:ln>
        </p:spPr>
        <p:txBody>
          <a:bodyPr wrap="square" anchor="t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621EF169-4CD5-69D0-EB8B-879B386B6283}"/>
              </a:ext>
            </a:extLst>
          </p:cNvPr>
          <p:cNvSpPr/>
          <p:nvPr userDrawn="1"/>
        </p:nvSpPr>
        <p:spPr>
          <a:xfrm rot="5700000">
            <a:off x="10501059" y="758545"/>
            <a:ext cx="561790" cy="505487"/>
          </a:xfrm>
          <a:custGeom>
            <a:avLst/>
            <a:gdLst>
              <a:gd name="connsiteX0" fmla="*/ 6297105 w 8559538"/>
              <a:gd name="connsiteY0" fmla="*/ 0 h 7701699"/>
              <a:gd name="connsiteX1" fmla="*/ 8559538 w 8559538"/>
              <a:gd name="connsiteY1" fmla="*/ 4411744 h 7701699"/>
              <a:gd name="connsiteX2" fmla="*/ 5872899 w 8559538"/>
              <a:gd name="connsiteY2" fmla="*/ 6645897 h 7701699"/>
              <a:gd name="connsiteX3" fmla="*/ 2234153 w 8559538"/>
              <a:gd name="connsiteY3" fmla="*/ 7701699 h 7701699"/>
              <a:gd name="connsiteX4" fmla="*/ 0 w 8559538"/>
              <a:gd name="connsiteY4" fmla="*/ 3289955 h 7701699"/>
              <a:gd name="connsiteX5" fmla="*/ 2611225 w 8559538"/>
              <a:gd name="connsiteY5" fmla="*/ 1065229 h 7701699"/>
              <a:gd name="connsiteX6" fmla="*/ 6297105 w 8559538"/>
              <a:gd name="connsiteY6" fmla="*/ 0 h 77016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559538" h="7701699">
                <a:moveTo>
                  <a:pt x="6297105" y="0"/>
                </a:moveTo>
                <a:lnTo>
                  <a:pt x="8559538" y="4411744"/>
                </a:lnTo>
                <a:lnTo>
                  <a:pt x="5872899" y="6645897"/>
                </a:lnTo>
                <a:lnTo>
                  <a:pt x="2234153" y="7701699"/>
                </a:lnTo>
                <a:lnTo>
                  <a:pt x="0" y="3289955"/>
                </a:lnTo>
                <a:lnTo>
                  <a:pt x="2611225" y="1065229"/>
                </a:lnTo>
                <a:lnTo>
                  <a:pt x="629710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F44D0A1C-BAD3-1878-3682-F1F539255EA0}"/>
              </a:ext>
            </a:extLst>
          </p:cNvPr>
          <p:cNvSpPr/>
          <p:nvPr userDrawn="1"/>
        </p:nvSpPr>
        <p:spPr>
          <a:xfrm rot="5400000">
            <a:off x="9852818" y="799719"/>
            <a:ext cx="478042" cy="560861"/>
          </a:xfrm>
          <a:custGeom>
            <a:avLst/>
            <a:gdLst>
              <a:gd name="connsiteX0" fmla="*/ 1259456 w 1966822"/>
              <a:gd name="connsiteY0" fmla="*/ 0 h 2307566"/>
              <a:gd name="connsiteX1" fmla="*/ 1772728 w 1966822"/>
              <a:gd name="connsiteY1" fmla="*/ 884208 h 2307566"/>
              <a:gd name="connsiteX2" fmla="*/ 1966822 w 1966822"/>
              <a:gd name="connsiteY2" fmla="*/ 1820174 h 2307566"/>
              <a:gd name="connsiteX3" fmla="*/ 711679 w 1966822"/>
              <a:gd name="connsiteY3" fmla="*/ 2307566 h 2307566"/>
              <a:gd name="connsiteX4" fmla="*/ 211347 w 1966822"/>
              <a:gd name="connsiteY4" fmla="*/ 1466491 h 2307566"/>
              <a:gd name="connsiteX5" fmla="*/ 0 w 1966822"/>
              <a:gd name="connsiteY5" fmla="*/ 500332 h 2307566"/>
              <a:gd name="connsiteX6" fmla="*/ 1259456 w 1966822"/>
              <a:gd name="connsiteY6" fmla="*/ 0 h 23075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6822" h="2307566">
                <a:moveTo>
                  <a:pt x="1259456" y="0"/>
                </a:moveTo>
                <a:lnTo>
                  <a:pt x="1772728" y="884208"/>
                </a:lnTo>
                <a:lnTo>
                  <a:pt x="1966822" y="1820174"/>
                </a:lnTo>
                <a:lnTo>
                  <a:pt x="711679" y="2307566"/>
                </a:lnTo>
                <a:lnTo>
                  <a:pt x="211347" y="1466491"/>
                </a:lnTo>
                <a:lnTo>
                  <a:pt x="0" y="500332"/>
                </a:lnTo>
                <a:lnTo>
                  <a:pt x="1259456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AFEA563-5F76-6EE2-F06F-DE2ABCB446E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800" y="709434"/>
            <a:ext cx="1336678" cy="5688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30680" y="3324796"/>
            <a:ext cx="5475768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97EE1B-C45D-B13D-FCA5-536BEA9F4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0680" y="1863083"/>
            <a:ext cx="5475768" cy="1220142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798C2-F7D3-14BB-3A87-A6D8AE61AF7E}"/>
              </a:ext>
            </a:extLst>
          </p:cNvPr>
          <p:cNvSpPr txBox="1"/>
          <p:nvPr userDrawn="1"/>
        </p:nvSpPr>
        <p:spPr>
          <a:xfrm>
            <a:off x="10480676" y="6230883"/>
            <a:ext cx="15589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UTS CRICOS 00099F</a:t>
            </a:r>
          </a:p>
          <a:p>
            <a:r>
              <a:rPr lang="en-US" sz="1000" dirty="0">
                <a:solidFill>
                  <a:schemeClr val="tx1">
                    <a:lumMod val="50000"/>
                  </a:schemeClr>
                </a:solidFill>
              </a:rPr>
              <a:t>UTS TEQSA PRV12060</a:t>
            </a: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DC1F4C09-EC61-63A1-9819-89F923986B2B}"/>
              </a:ext>
            </a:extLst>
          </p:cNvPr>
          <p:cNvSpPr/>
          <p:nvPr userDrawn="1"/>
        </p:nvSpPr>
        <p:spPr>
          <a:xfrm>
            <a:off x="11115480" y="824215"/>
            <a:ext cx="465985" cy="486326"/>
          </a:xfrm>
          <a:custGeom>
            <a:avLst/>
            <a:gdLst>
              <a:gd name="connsiteX0" fmla="*/ 1979629 w 4751110"/>
              <a:gd name="connsiteY0" fmla="*/ 0 h 4958499"/>
              <a:gd name="connsiteX1" fmla="*/ 4751110 w 4751110"/>
              <a:gd name="connsiteY1" fmla="*/ 1282045 h 4958499"/>
              <a:gd name="connsiteX2" fmla="*/ 3808429 w 4751110"/>
              <a:gd name="connsiteY2" fmla="*/ 3987538 h 4958499"/>
              <a:gd name="connsiteX3" fmla="*/ 2818615 w 4751110"/>
              <a:gd name="connsiteY3" fmla="*/ 4958499 h 4958499"/>
              <a:gd name="connsiteX4" fmla="*/ 0 w 4751110"/>
              <a:gd name="connsiteY4" fmla="*/ 3676453 h 4958499"/>
              <a:gd name="connsiteX5" fmla="*/ 942681 w 4751110"/>
              <a:gd name="connsiteY5" fmla="*/ 989814 h 4958499"/>
              <a:gd name="connsiteX6" fmla="*/ 1979629 w 4751110"/>
              <a:gd name="connsiteY6" fmla="*/ 0 h 49584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51110" h="4958499">
                <a:moveTo>
                  <a:pt x="1979629" y="0"/>
                </a:moveTo>
                <a:lnTo>
                  <a:pt x="4751110" y="1282045"/>
                </a:lnTo>
                <a:lnTo>
                  <a:pt x="3808429" y="3987538"/>
                </a:lnTo>
                <a:lnTo>
                  <a:pt x="2818615" y="4958499"/>
                </a:lnTo>
                <a:lnTo>
                  <a:pt x="0" y="3676453"/>
                </a:lnTo>
                <a:lnTo>
                  <a:pt x="942681" y="989814"/>
                </a:lnTo>
                <a:lnTo>
                  <a:pt x="1979629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8223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8547FFB-9020-1B2C-3B4F-5D6E1E3DDF39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 descr="A black and white logo&#10;&#10;Description automatically generated">
            <a:extLst>
              <a:ext uri="{FF2B5EF4-FFF2-40B4-BE49-F238E27FC236}">
                <a16:creationId xmlns:a16="http://schemas.microsoft.com/office/drawing/2014/main" id="{32371101-C54D-2155-A61D-56460B364D0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076648" y="684733"/>
            <a:ext cx="2721300" cy="6948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14C0EEEE-7292-C1C2-4276-A26232CA4F1C}"/>
              </a:ext>
            </a:extLst>
          </p:cNvPr>
          <p:cNvSpPr/>
          <p:nvPr userDrawn="1"/>
        </p:nvSpPr>
        <p:spPr>
          <a:xfrm>
            <a:off x="1855321" y="2145663"/>
            <a:ext cx="8500724" cy="2566674"/>
          </a:xfrm>
          <a:custGeom>
            <a:avLst/>
            <a:gdLst>
              <a:gd name="connsiteX0" fmla="*/ 0 w 8500724"/>
              <a:gd name="connsiteY0" fmla="*/ 1130937 h 2566674"/>
              <a:gd name="connsiteX1" fmla="*/ 415048 w 8500724"/>
              <a:gd name="connsiteY1" fmla="*/ 1130937 h 2566674"/>
              <a:gd name="connsiteX2" fmla="*/ 415048 w 8500724"/>
              <a:gd name="connsiteY2" fmla="*/ 1435737 h 2566674"/>
              <a:gd name="connsiteX3" fmla="*/ 0 w 8500724"/>
              <a:gd name="connsiteY3" fmla="*/ 1435737 h 2566674"/>
              <a:gd name="connsiteX4" fmla="*/ 8125838 w 8500724"/>
              <a:gd name="connsiteY4" fmla="*/ 628341 h 2566674"/>
              <a:gd name="connsiteX5" fmla="*/ 8500724 w 8500724"/>
              <a:gd name="connsiteY5" fmla="*/ 628341 h 2566674"/>
              <a:gd name="connsiteX6" fmla="*/ 8500724 w 8500724"/>
              <a:gd name="connsiteY6" fmla="*/ 1938333 h 2566674"/>
              <a:gd name="connsiteX7" fmla="*/ 8125838 w 8500724"/>
              <a:gd name="connsiteY7" fmla="*/ 1938333 h 2566674"/>
              <a:gd name="connsiteX8" fmla="*/ 8125838 w 8500724"/>
              <a:gd name="connsiteY8" fmla="*/ 1810111 h 2566674"/>
              <a:gd name="connsiteX9" fmla="*/ 8049620 w 8500724"/>
              <a:gd name="connsiteY9" fmla="*/ 1810111 h 2566674"/>
              <a:gd name="connsiteX10" fmla="*/ 8049620 w 8500724"/>
              <a:gd name="connsiteY10" fmla="*/ 756564 h 2566674"/>
              <a:gd name="connsiteX11" fmla="*/ 8125838 w 8500724"/>
              <a:gd name="connsiteY11" fmla="*/ 756564 h 2566674"/>
              <a:gd name="connsiteX12" fmla="*/ 1333802 w 8500724"/>
              <a:gd name="connsiteY12" fmla="*/ 0 h 2566674"/>
              <a:gd name="connsiteX13" fmla="*/ 4578335 w 8500724"/>
              <a:gd name="connsiteY13" fmla="*/ 0 h 2566674"/>
              <a:gd name="connsiteX14" fmla="*/ 4578335 w 8500724"/>
              <a:gd name="connsiteY14" fmla="*/ 114009 h 2566674"/>
              <a:gd name="connsiteX15" fmla="*/ 6932579 w 8500724"/>
              <a:gd name="connsiteY15" fmla="*/ 114009 h 2566674"/>
              <a:gd name="connsiteX16" fmla="*/ 6932579 w 8500724"/>
              <a:gd name="connsiteY16" fmla="*/ 628341 h 2566674"/>
              <a:gd name="connsiteX17" fmla="*/ 7516239 w 8500724"/>
              <a:gd name="connsiteY17" fmla="*/ 628341 h 2566674"/>
              <a:gd name="connsiteX18" fmla="*/ 7516239 w 8500724"/>
              <a:gd name="connsiteY18" fmla="*/ 1938333 h 2566674"/>
              <a:gd name="connsiteX19" fmla="*/ 6932579 w 8500724"/>
              <a:gd name="connsiteY19" fmla="*/ 1938333 h 2566674"/>
              <a:gd name="connsiteX20" fmla="*/ 6932579 w 8500724"/>
              <a:gd name="connsiteY20" fmla="*/ 2452666 h 2566674"/>
              <a:gd name="connsiteX21" fmla="*/ 4578335 w 8500724"/>
              <a:gd name="connsiteY21" fmla="*/ 2452666 h 2566674"/>
              <a:gd name="connsiteX22" fmla="*/ 4578335 w 8500724"/>
              <a:gd name="connsiteY22" fmla="*/ 2566674 h 2566674"/>
              <a:gd name="connsiteX23" fmla="*/ 1333802 w 8500724"/>
              <a:gd name="connsiteY23" fmla="*/ 2566674 h 2566674"/>
              <a:gd name="connsiteX24" fmla="*/ 1333802 w 8500724"/>
              <a:gd name="connsiteY24" fmla="*/ 2071278 h 2566674"/>
              <a:gd name="connsiteX25" fmla="*/ 946826 w 8500724"/>
              <a:gd name="connsiteY25" fmla="*/ 2071278 h 2566674"/>
              <a:gd name="connsiteX26" fmla="*/ 946826 w 8500724"/>
              <a:gd name="connsiteY26" fmla="*/ 495397 h 2566674"/>
              <a:gd name="connsiteX27" fmla="*/ 1333802 w 8500724"/>
              <a:gd name="connsiteY27" fmla="*/ 495397 h 25666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500724" h="2566674">
                <a:moveTo>
                  <a:pt x="0" y="1130937"/>
                </a:moveTo>
                <a:lnTo>
                  <a:pt x="415048" y="1130937"/>
                </a:lnTo>
                <a:lnTo>
                  <a:pt x="415048" y="1435737"/>
                </a:lnTo>
                <a:lnTo>
                  <a:pt x="0" y="1435737"/>
                </a:lnTo>
                <a:close/>
                <a:moveTo>
                  <a:pt x="8125838" y="628341"/>
                </a:moveTo>
                <a:lnTo>
                  <a:pt x="8500724" y="628341"/>
                </a:lnTo>
                <a:lnTo>
                  <a:pt x="8500724" y="1938333"/>
                </a:lnTo>
                <a:lnTo>
                  <a:pt x="8125838" y="1938333"/>
                </a:lnTo>
                <a:lnTo>
                  <a:pt x="8125838" y="1810111"/>
                </a:lnTo>
                <a:lnTo>
                  <a:pt x="8049620" y="1810111"/>
                </a:lnTo>
                <a:lnTo>
                  <a:pt x="8049620" y="756564"/>
                </a:lnTo>
                <a:lnTo>
                  <a:pt x="8125838" y="756564"/>
                </a:lnTo>
                <a:close/>
                <a:moveTo>
                  <a:pt x="1333802" y="0"/>
                </a:moveTo>
                <a:lnTo>
                  <a:pt x="4578335" y="0"/>
                </a:lnTo>
                <a:lnTo>
                  <a:pt x="4578335" y="114009"/>
                </a:lnTo>
                <a:lnTo>
                  <a:pt x="6932579" y="114009"/>
                </a:lnTo>
                <a:lnTo>
                  <a:pt x="6932579" y="628341"/>
                </a:lnTo>
                <a:lnTo>
                  <a:pt x="7516239" y="628341"/>
                </a:lnTo>
                <a:lnTo>
                  <a:pt x="7516239" y="1938333"/>
                </a:lnTo>
                <a:lnTo>
                  <a:pt x="6932579" y="1938333"/>
                </a:lnTo>
                <a:lnTo>
                  <a:pt x="6932579" y="2452666"/>
                </a:lnTo>
                <a:lnTo>
                  <a:pt x="4578335" y="2452666"/>
                </a:lnTo>
                <a:lnTo>
                  <a:pt x="4578335" y="2566674"/>
                </a:lnTo>
                <a:lnTo>
                  <a:pt x="1333802" y="2566674"/>
                </a:lnTo>
                <a:lnTo>
                  <a:pt x="1333802" y="2071278"/>
                </a:lnTo>
                <a:lnTo>
                  <a:pt x="946826" y="2071278"/>
                </a:lnTo>
                <a:lnTo>
                  <a:pt x="946826" y="495397"/>
                </a:lnTo>
                <a:lnTo>
                  <a:pt x="1333802" y="495397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A1E77-5E87-1D33-0146-E7C27197172B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/>
                </a:solidFill>
              </a:rPr>
              <a:t>UTS TEQSA PRV12060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82767" y="3500443"/>
            <a:ext cx="4891382" cy="1041766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97EE1B-C45D-B13D-FCA5-536BEA9F4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82767" y="2102528"/>
            <a:ext cx="4891382" cy="1220142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</p:spTree>
    <p:extLst>
      <p:ext uri="{BB962C8B-B14F-4D97-AF65-F5344CB8AC3E}">
        <p14:creationId xmlns:p14="http://schemas.microsoft.com/office/powerpoint/2010/main" val="3429746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4EAA0A3-4B19-78A8-C458-821FF85F59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7366" y="456951"/>
            <a:ext cx="10197268" cy="59440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D6BC1B78-2D27-48C7-1016-32E72AD6C010}"/>
              </a:ext>
            </a:extLst>
          </p:cNvPr>
          <p:cNvSpPr/>
          <p:nvPr userDrawn="1"/>
        </p:nvSpPr>
        <p:spPr>
          <a:xfrm>
            <a:off x="5275149" y="2539898"/>
            <a:ext cx="4954073" cy="27862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FA9ACD-4D83-7DFB-2575-BF6FC916DE4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0" y="1"/>
            <a:ext cx="2084673" cy="216353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2F5DCD03-8D5C-0E65-BE35-CC69021C5A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0000" y="360000"/>
            <a:ext cx="1364673" cy="1364673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592202" y="3920021"/>
            <a:ext cx="4871550" cy="1632039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A1E77-5E87-1D33-0146-E7C27197172B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/>
                </a:solidFill>
              </a:rPr>
              <a:t>UTS TEQSA PRV12060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00F9FB-E034-7DF1-4156-F2A844480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92202" y="2365154"/>
            <a:ext cx="4871549" cy="1342156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</p:spTree>
    <p:extLst>
      <p:ext uri="{BB962C8B-B14F-4D97-AF65-F5344CB8AC3E}">
        <p14:creationId xmlns:p14="http://schemas.microsoft.com/office/powerpoint/2010/main" val="4211006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D367F659-AD99-3FC4-0647-C4127659D89D}"/>
              </a:ext>
            </a:extLst>
          </p:cNvPr>
          <p:cNvGrpSpPr/>
          <p:nvPr userDrawn="1"/>
        </p:nvGrpSpPr>
        <p:grpSpPr>
          <a:xfrm>
            <a:off x="424206" y="468828"/>
            <a:ext cx="2551067" cy="4669711"/>
            <a:chOff x="-1" y="643031"/>
            <a:chExt cx="2880000" cy="5271820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8A44CA0-F659-2BB4-43E0-778639853C0F}"/>
                </a:ext>
              </a:extLst>
            </p:cNvPr>
            <p:cNvSpPr/>
            <p:nvPr/>
          </p:nvSpPr>
          <p:spPr>
            <a:xfrm>
              <a:off x="-1" y="643031"/>
              <a:ext cx="2880000" cy="672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C34190E-2B4A-588C-D0A5-68D4382E175E}"/>
                </a:ext>
              </a:extLst>
            </p:cNvPr>
            <p:cNvSpPr/>
            <p:nvPr/>
          </p:nvSpPr>
          <p:spPr>
            <a:xfrm>
              <a:off x="-1" y="824593"/>
              <a:ext cx="2880000" cy="21227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351900D-43DA-5373-532E-697968F896C7}"/>
                </a:ext>
              </a:extLst>
            </p:cNvPr>
            <p:cNvSpPr/>
            <p:nvPr/>
          </p:nvSpPr>
          <p:spPr>
            <a:xfrm>
              <a:off x="-1" y="1151165"/>
              <a:ext cx="2880000" cy="65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075EA87-E828-98F5-7D31-C2964605080E}"/>
                </a:ext>
              </a:extLst>
            </p:cNvPr>
            <p:cNvSpPr/>
            <p:nvPr/>
          </p:nvSpPr>
          <p:spPr>
            <a:xfrm>
              <a:off x="-1" y="1370477"/>
              <a:ext cx="2880000" cy="13621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09A9A90-F3BC-0496-DD41-649073B57D0C}"/>
                </a:ext>
              </a:extLst>
            </p:cNvPr>
            <p:cNvSpPr/>
            <p:nvPr/>
          </p:nvSpPr>
          <p:spPr>
            <a:xfrm>
              <a:off x="-1" y="1303413"/>
              <a:ext cx="2880000" cy="1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4EF7FAD-4160-6BB2-FB09-40142463729F}"/>
                </a:ext>
              </a:extLst>
            </p:cNvPr>
            <p:cNvSpPr/>
            <p:nvPr/>
          </p:nvSpPr>
          <p:spPr>
            <a:xfrm flipV="1">
              <a:off x="-1" y="1723685"/>
              <a:ext cx="2880000" cy="1224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047B866-D2B0-C090-5127-B9D678DF1E24}"/>
                </a:ext>
              </a:extLst>
            </p:cNvPr>
            <p:cNvSpPr/>
            <p:nvPr/>
          </p:nvSpPr>
          <p:spPr>
            <a:xfrm flipV="1">
              <a:off x="-1" y="2287021"/>
              <a:ext cx="2880000" cy="65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1335060D-9AEB-A060-1874-D7BAA0AAC944}"/>
                </a:ext>
              </a:extLst>
            </p:cNvPr>
            <p:cNvSpPr/>
            <p:nvPr/>
          </p:nvSpPr>
          <p:spPr>
            <a:xfrm flipV="1">
              <a:off x="-1" y="2506333"/>
              <a:ext cx="2880000" cy="13621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106CD541-8B7B-98BE-68F7-10DE15F56E47}"/>
                </a:ext>
              </a:extLst>
            </p:cNvPr>
            <p:cNvSpPr/>
            <p:nvPr/>
          </p:nvSpPr>
          <p:spPr>
            <a:xfrm flipV="1">
              <a:off x="-1" y="2439269"/>
              <a:ext cx="2880000" cy="1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F7EA9519-2A6C-8205-2692-E8802CEF8D8F}"/>
                </a:ext>
              </a:extLst>
            </p:cNvPr>
            <p:cNvSpPr/>
            <p:nvPr/>
          </p:nvSpPr>
          <p:spPr>
            <a:xfrm>
              <a:off x="-1" y="3031278"/>
              <a:ext cx="2880000" cy="65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8E951AF-F555-1E86-4427-494449195346}"/>
                </a:ext>
              </a:extLst>
            </p:cNvPr>
            <p:cNvSpPr/>
            <p:nvPr/>
          </p:nvSpPr>
          <p:spPr>
            <a:xfrm>
              <a:off x="-1" y="3183526"/>
              <a:ext cx="2880000" cy="1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DE844E7-3F9A-0237-C7B0-4DE2FD9B934E}"/>
                </a:ext>
              </a:extLst>
            </p:cNvPr>
            <p:cNvSpPr/>
            <p:nvPr/>
          </p:nvSpPr>
          <p:spPr>
            <a:xfrm>
              <a:off x="-1" y="2824109"/>
              <a:ext cx="2880000" cy="65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1737C02-35D4-BDB5-94E9-0CBBF1432B59}"/>
                </a:ext>
              </a:extLst>
            </p:cNvPr>
            <p:cNvSpPr/>
            <p:nvPr/>
          </p:nvSpPr>
          <p:spPr>
            <a:xfrm>
              <a:off x="-1" y="3600543"/>
              <a:ext cx="2880000" cy="6726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CFBCADF1-4217-56FB-C352-613AC56164D5}"/>
                </a:ext>
              </a:extLst>
            </p:cNvPr>
            <p:cNvSpPr/>
            <p:nvPr/>
          </p:nvSpPr>
          <p:spPr>
            <a:xfrm>
              <a:off x="-1" y="4108677"/>
              <a:ext cx="2880000" cy="65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445A59B7-F96D-FAD2-526D-8C2550D27A68}"/>
                </a:ext>
              </a:extLst>
            </p:cNvPr>
            <p:cNvSpPr/>
            <p:nvPr/>
          </p:nvSpPr>
          <p:spPr>
            <a:xfrm>
              <a:off x="-1" y="4327989"/>
              <a:ext cx="2880000" cy="13621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B078A22-E02E-F3E7-779A-976B380C0C6C}"/>
                </a:ext>
              </a:extLst>
            </p:cNvPr>
            <p:cNvSpPr/>
            <p:nvPr/>
          </p:nvSpPr>
          <p:spPr>
            <a:xfrm>
              <a:off x="-1" y="4260925"/>
              <a:ext cx="2880000" cy="1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D9BFC0FA-FBAF-E015-A0D8-72CF84008EFF}"/>
                </a:ext>
              </a:extLst>
            </p:cNvPr>
            <p:cNvSpPr/>
            <p:nvPr/>
          </p:nvSpPr>
          <p:spPr>
            <a:xfrm flipV="1">
              <a:off x="-1" y="4681197"/>
              <a:ext cx="2880000" cy="12246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11292A8-FED4-AF21-D6B7-12983AB7EC2C}"/>
                </a:ext>
              </a:extLst>
            </p:cNvPr>
            <p:cNvSpPr/>
            <p:nvPr/>
          </p:nvSpPr>
          <p:spPr>
            <a:xfrm flipV="1">
              <a:off x="-1" y="5000346"/>
              <a:ext cx="2880000" cy="65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583DA34-1425-5851-5709-4BD14A9AF795}"/>
                </a:ext>
              </a:extLst>
            </p:cNvPr>
            <p:cNvSpPr/>
            <p:nvPr/>
          </p:nvSpPr>
          <p:spPr>
            <a:xfrm flipV="1">
              <a:off x="-1" y="5219658"/>
              <a:ext cx="2880000" cy="13621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BBEF6DF6-1A69-0F06-480C-93E3F728BEB7}"/>
                </a:ext>
              </a:extLst>
            </p:cNvPr>
            <p:cNvSpPr/>
            <p:nvPr/>
          </p:nvSpPr>
          <p:spPr>
            <a:xfrm flipV="1">
              <a:off x="-1" y="5152594"/>
              <a:ext cx="2880000" cy="1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D12B496-A233-AA92-1695-3A63A7574DC0}"/>
                </a:ext>
              </a:extLst>
            </p:cNvPr>
            <p:cNvSpPr/>
            <p:nvPr/>
          </p:nvSpPr>
          <p:spPr>
            <a:xfrm>
              <a:off x="-1" y="5744603"/>
              <a:ext cx="2880000" cy="65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0C36949-3AF8-87D6-D7F8-BF8B86D60C35}"/>
                </a:ext>
              </a:extLst>
            </p:cNvPr>
            <p:cNvSpPr/>
            <p:nvPr/>
          </p:nvSpPr>
          <p:spPr>
            <a:xfrm>
              <a:off x="-1" y="5896851"/>
              <a:ext cx="2880000" cy="1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8800707-E5E9-7671-81A7-D896D56064AB}"/>
                </a:ext>
              </a:extLst>
            </p:cNvPr>
            <p:cNvSpPr/>
            <p:nvPr/>
          </p:nvSpPr>
          <p:spPr>
            <a:xfrm>
              <a:off x="-1" y="5537434"/>
              <a:ext cx="2880000" cy="6531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3968F8E7-85C0-78AF-3976-6244532A5E87}"/>
              </a:ext>
            </a:extLst>
          </p:cNvPr>
          <p:cNvGrpSpPr/>
          <p:nvPr userDrawn="1"/>
        </p:nvGrpSpPr>
        <p:grpSpPr>
          <a:xfrm>
            <a:off x="2975273" y="1710928"/>
            <a:ext cx="2551067" cy="4669711"/>
            <a:chOff x="2551067" y="1907992"/>
            <a:chExt cx="2551067" cy="4669711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535FF73B-64F1-E990-E992-7458C87B163C}"/>
                </a:ext>
              </a:extLst>
            </p:cNvPr>
            <p:cNvSpPr/>
            <p:nvPr/>
          </p:nvSpPr>
          <p:spPr>
            <a:xfrm>
              <a:off x="2551067" y="1907992"/>
              <a:ext cx="2551067" cy="5957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787ACB27-58A8-5B20-FC3D-9BF9F5901C2A}"/>
                </a:ext>
              </a:extLst>
            </p:cNvPr>
            <p:cNvSpPr/>
            <p:nvPr/>
          </p:nvSpPr>
          <p:spPr>
            <a:xfrm>
              <a:off x="2551067" y="2068817"/>
              <a:ext cx="2551067" cy="18802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B3E738D-0C9E-2578-B287-343DA54352EA}"/>
                </a:ext>
              </a:extLst>
            </p:cNvPr>
            <p:cNvSpPr/>
            <p:nvPr/>
          </p:nvSpPr>
          <p:spPr>
            <a:xfrm>
              <a:off x="2551067" y="2358091"/>
              <a:ext cx="2551067" cy="578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0F6F575E-905D-85D7-64FB-B4B3874A7BB3}"/>
                </a:ext>
              </a:extLst>
            </p:cNvPr>
            <p:cNvSpPr/>
            <p:nvPr/>
          </p:nvSpPr>
          <p:spPr>
            <a:xfrm>
              <a:off x="2551067" y="2552354"/>
              <a:ext cx="2551067" cy="12065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0AC0546F-E353-8FC4-8944-B65F3BD8FF1A}"/>
                </a:ext>
              </a:extLst>
            </p:cNvPr>
            <p:cNvSpPr/>
            <p:nvPr/>
          </p:nvSpPr>
          <p:spPr>
            <a:xfrm>
              <a:off x="2551067" y="2492950"/>
              <a:ext cx="2551067" cy="159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9506481A-6186-2AF0-AA70-2D9E3DE2D421}"/>
                </a:ext>
              </a:extLst>
            </p:cNvPr>
            <p:cNvSpPr/>
            <p:nvPr/>
          </p:nvSpPr>
          <p:spPr>
            <a:xfrm flipV="1">
              <a:off x="2551067" y="2865222"/>
              <a:ext cx="2551067" cy="1084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13EDD2A9-03A5-05A3-3895-4519E5750654}"/>
                </a:ext>
              </a:extLst>
            </p:cNvPr>
            <p:cNvSpPr/>
            <p:nvPr/>
          </p:nvSpPr>
          <p:spPr>
            <a:xfrm flipV="1">
              <a:off x="2551067" y="3364217"/>
              <a:ext cx="2551067" cy="578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ADBBEB15-44AF-CC70-CF6B-4F49D48F0D01}"/>
                </a:ext>
              </a:extLst>
            </p:cNvPr>
            <p:cNvSpPr/>
            <p:nvPr/>
          </p:nvSpPr>
          <p:spPr>
            <a:xfrm flipV="1">
              <a:off x="2551067" y="3558481"/>
              <a:ext cx="2551067" cy="12065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D0304FAC-A6B8-2240-C9EE-3F3EDD4D551E}"/>
                </a:ext>
              </a:extLst>
            </p:cNvPr>
            <p:cNvSpPr/>
            <p:nvPr/>
          </p:nvSpPr>
          <p:spPr>
            <a:xfrm flipV="1">
              <a:off x="2551067" y="3499077"/>
              <a:ext cx="2551067" cy="159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60958F1B-E6EC-19C0-6164-69563B04A51D}"/>
                </a:ext>
              </a:extLst>
            </p:cNvPr>
            <p:cNvSpPr/>
            <p:nvPr/>
          </p:nvSpPr>
          <p:spPr>
            <a:xfrm>
              <a:off x="2551067" y="4023471"/>
              <a:ext cx="2551067" cy="578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1BBBB0A-738E-D559-76C4-BF52AD58DA01}"/>
                </a:ext>
              </a:extLst>
            </p:cNvPr>
            <p:cNvSpPr/>
            <p:nvPr/>
          </p:nvSpPr>
          <p:spPr>
            <a:xfrm>
              <a:off x="2551067" y="4158330"/>
              <a:ext cx="2551067" cy="159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A70A07E-A762-25BA-4168-F813EA736DDA}"/>
                </a:ext>
              </a:extLst>
            </p:cNvPr>
            <p:cNvSpPr/>
            <p:nvPr/>
          </p:nvSpPr>
          <p:spPr>
            <a:xfrm>
              <a:off x="2551067" y="3839963"/>
              <a:ext cx="2551067" cy="578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00EFD1B9-7C62-1D6C-5A17-165AC7E233E1}"/>
                </a:ext>
              </a:extLst>
            </p:cNvPr>
            <p:cNvSpPr/>
            <p:nvPr/>
          </p:nvSpPr>
          <p:spPr>
            <a:xfrm>
              <a:off x="2551067" y="4527718"/>
              <a:ext cx="2551067" cy="5957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116BDE5B-41BD-CD7B-2E36-934BD9FC1E6A}"/>
                </a:ext>
              </a:extLst>
            </p:cNvPr>
            <p:cNvSpPr/>
            <p:nvPr/>
          </p:nvSpPr>
          <p:spPr>
            <a:xfrm>
              <a:off x="2551067" y="4977817"/>
              <a:ext cx="2551067" cy="578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10117945-FCE0-A7C3-2A25-89100FF7A1C8}"/>
                </a:ext>
              </a:extLst>
            </p:cNvPr>
            <p:cNvSpPr/>
            <p:nvPr/>
          </p:nvSpPr>
          <p:spPr>
            <a:xfrm>
              <a:off x="2551067" y="5172081"/>
              <a:ext cx="2551067" cy="12065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E8588045-3A16-2257-3AE2-54FD5FA127BB}"/>
                </a:ext>
              </a:extLst>
            </p:cNvPr>
            <p:cNvSpPr/>
            <p:nvPr/>
          </p:nvSpPr>
          <p:spPr>
            <a:xfrm>
              <a:off x="2551067" y="5112676"/>
              <a:ext cx="2551067" cy="159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C10915E-9356-9DA5-A9AA-4D5655B7F502}"/>
                </a:ext>
              </a:extLst>
            </p:cNvPr>
            <p:cNvSpPr/>
            <p:nvPr/>
          </p:nvSpPr>
          <p:spPr>
            <a:xfrm flipV="1">
              <a:off x="2551067" y="5484948"/>
              <a:ext cx="2551067" cy="10847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5416049-C17D-D195-7CE8-6D3723696C18}"/>
                </a:ext>
              </a:extLst>
            </p:cNvPr>
            <p:cNvSpPr/>
            <p:nvPr/>
          </p:nvSpPr>
          <p:spPr>
            <a:xfrm flipV="1">
              <a:off x="2551067" y="5767646"/>
              <a:ext cx="2551067" cy="578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77FD06D-D23F-CA87-A684-DFCB5A67740C}"/>
                </a:ext>
              </a:extLst>
            </p:cNvPr>
            <p:cNvSpPr/>
            <p:nvPr/>
          </p:nvSpPr>
          <p:spPr>
            <a:xfrm flipV="1">
              <a:off x="2551067" y="5961910"/>
              <a:ext cx="2551067" cy="120658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0897D5B-2081-00D3-0EB2-F258FB866B4E}"/>
                </a:ext>
              </a:extLst>
            </p:cNvPr>
            <p:cNvSpPr/>
            <p:nvPr/>
          </p:nvSpPr>
          <p:spPr>
            <a:xfrm flipV="1">
              <a:off x="2551067" y="5902505"/>
              <a:ext cx="2551067" cy="159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3851D98C-33A4-07C6-2127-E1A0FC61DE09}"/>
                </a:ext>
              </a:extLst>
            </p:cNvPr>
            <p:cNvSpPr/>
            <p:nvPr/>
          </p:nvSpPr>
          <p:spPr>
            <a:xfrm>
              <a:off x="2551067" y="6426899"/>
              <a:ext cx="2551067" cy="578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708D0D7D-3537-5089-8FC9-9CDB1DD75DB9}"/>
                </a:ext>
              </a:extLst>
            </p:cNvPr>
            <p:cNvSpPr/>
            <p:nvPr/>
          </p:nvSpPr>
          <p:spPr>
            <a:xfrm>
              <a:off x="2551067" y="6561759"/>
              <a:ext cx="2551067" cy="1594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BF20E5D9-66F0-9D67-FB95-4081E77FF9C6}"/>
                </a:ext>
              </a:extLst>
            </p:cNvPr>
            <p:cNvSpPr/>
            <p:nvPr/>
          </p:nvSpPr>
          <p:spPr>
            <a:xfrm>
              <a:off x="2551067" y="6243392"/>
              <a:ext cx="2551067" cy="57854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3AA64156-5140-4178-2389-CF8BBDB74BB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739619" y="776566"/>
            <a:ext cx="763200" cy="7632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79011" y="3920021"/>
            <a:ext cx="4871550" cy="1632039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A1E77-5E87-1D33-0146-E7C27197172B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>
                    <a:lumMod val="65000"/>
                    <a:lumOff val="35000"/>
                  </a:schemeClr>
                </a:solidFill>
              </a:rPr>
              <a:t>UTS TEQSA PRV12060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00F9FB-E034-7DF1-4156-F2A844480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9011" y="2365154"/>
            <a:ext cx="4871549" cy="1342156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</p:spTree>
    <p:extLst>
      <p:ext uri="{BB962C8B-B14F-4D97-AF65-F5344CB8AC3E}">
        <p14:creationId xmlns:p14="http://schemas.microsoft.com/office/powerpoint/2010/main" val="9969696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9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University of Technology Sydney logo">
            <a:extLst>
              <a:ext uri="{FF2B5EF4-FFF2-40B4-BE49-F238E27FC236}">
                <a16:creationId xmlns:a16="http://schemas.microsoft.com/office/drawing/2014/main" id="{60D35E41-ADDC-4A31-7C92-61C728DE215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674177" y="748881"/>
            <a:ext cx="762162" cy="762162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27327" y="3920021"/>
            <a:ext cx="4389370" cy="1632039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A1E77-5E87-1D33-0146-E7C27197172B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2"/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2"/>
                </a:solidFill>
              </a:rPr>
              <a:t>UTS TEQSA PRV12060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C00F9FB-E034-7DF1-4156-F2A844480E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27327" y="2365154"/>
            <a:ext cx="4389369" cy="1342156"/>
          </a:xfrm>
        </p:spPr>
        <p:txBody>
          <a:bodyPr anchor="b"/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D0A20C4-91AC-5703-3EC3-A244534BF80F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744645" y="748880"/>
            <a:ext cx="6165415" cy="5360238"/>
          </a:xfrm>
          <a:custGeom>
            <a:avLst/>
            <a:gdLst>
              <a:gd name="connsiteX0" fmla="*/ 6165414 w 6165415"/>
              <a:gd name="connsiteY0" fmla="*/ 4621842 h 5360238"/>
              <a:gd name="connsiteX1" fmla="*/ 6165415 w 6165415"/>
              <a:gd name="connsiteY1" fmla="*/ 4621842 h 5360238"/>
              <a:gd name="connsiteX2" fmla="*/ 6165415 w 6165415"/>
              <a:gd name="connsiteY2" fmla="*/ 5360238 h 5360238"/>
              <a:gd name="connsiteX3" fmla="*/ 5411765 w 6165415"/>
              <a:gd name="connsiteY3" fmla="*/ 5360238 h 5360238"/>
              <a:gd name="connsiteX4" fmla="*/ 5411765 w 6165415"/>
              <a:gd name="connsiteY4" fmla="*/ 5359972 h 5360238"/>
              <a:gd name="connsiteX5" fmla="*/ 6165414 w 6165415"/>
              <a:gd name="connsiteY5" fmla="*/ 5359972 h 5360238"/>
              <a:gd name="connsiteX6" fmla="*/ 0 w 6165415"/>
              <a:gd name="connsiteY6" fmla="*/ 4621842 h 5360238"/>
              <a:gd name="connsiteX7" fmla="*/ 608 w 6165415"/>
              <a:gd name="connsiteY7" fmla="*/ 4621842 h 5360238"/>
              <a:gd name="connsiteX8" fmla="*/ 608 w 6165415"/>
              <a:gd name="connsiteY8" fmla="*/ 5359972 h 5360238"/>
              <a:gd name="connsiteX9" fmla="*/ 753649 w 6165415"/>
              <a:gd name="connsiteY9" fmla="*/ 5359972 h 5360238"/>
              <a:gd name="connsiteX10" fmla="*/ 753649 w 6165415"/>
              <a:gd name="connsiteY10" fmla="*/ 5360238 h 5360238"/>
              <a:gd name="connsiteX11" fmla="*/ 0 w 6165415"/>
              <a:gd name="connsiteY11" fmla="*/ 5360238 h 5360238"/>
              <a:gd name="connsiteX12" fmla="*/ 6165414 w 6165415"/>
              <a:gd name="connsiteY12" fmla="*/ 2310325 h 5360238"/>
              <a:gd name="connsiteX13" fmla="*/ 6165415 w 6165415"/>
              <a:gd name="connsiteY13" fmla="*/ 2310325 h 5360238"/>
              <a:gd name="connsiteX14" fmla="*/ 6165415 w 6165415"/>
              <a:gd name="connsiteY14" fmla="*/ 3823912 h 5360238"/>
              <a:gd name="connsiteX15" fmla="*/ 6165414 w 6165415"/>
              <a:gd name="connsiteY15" fmla="*/ 3823912 h 5360238"/>
              <a:gd name="connsiteX16" fmla="*/ 5411765 w 6165415"/>
              <a:gd name="connsiteY16" fmla="*/ 732603 h 5360238"/>
              <a:gd name="connsiteX17" fmla="*/ 5413164 w 6165415"/>
              <a:gd name="connsiteY17" fmla="*/ 732603 h 5360238"/>
              <a:gd name="connsiteX18" fmla="*/ 5413164 w 6165415"/>
              <a:gd name="connsiteY18" fmla="*/ 738662 h 5360238"/>
              <a:gd name="connsiteX19" fmla="*/ 5411765 w 6165415"/>
              <a:gd name="connsiteY19" fmla="*/ 738662 h 5360238"/>
              <a:gd name="connsiteX20" fmla="*/ 6165414 w 6165415"/>
              <a:gd name="connsiteY20" fmla="*/ 266 h 5360238"/>
              <a:gd name="connsiteX21" fmla="*/ 6165415 w 6165415"/>
              <a:gd name="connsiteY21" fmla="*/ 266 h 5360238"/>
              <a:gd name="connsiteX22" fmla="*/ 6165415 w 6165415"/>
              <a:gd name="connsiteY22" fmla="*/ 738662 h 5360238"/>
              <a:gd name="connsiteX23" fmla="*/ 6165414 w 6165415"/>
              <a:gd name="connsiteY23" fmla="*/ 738662 h 5360238"/>
              <a:gd name="connsiteX24" fmla="*/ 764666 w 6165415"/>
              <a:gd name="connsiteY24" fmla="*/ 0 h 5360238"/>
              <a:gd name="connsiteX25" fmla="*/ 6165414 w 6165415"/>
              <a:gd name="connsiteY25" fmla="*/ 0 h 5360238"/>
              <a:gd name="connsiteX26" fmla="*/ 6165414 w 6165415"/>
              <a:gd name="connsiteY26" fmla="*/ 266 h 5360238"/>
              <a:gd name="connsiteX27" fmla="*/ 5411765 w 6165415"/>
              <a:gd name="connsiteY27" fmla="*/ 266 h 5360238"/>
              <a:gd name="connsiteX28" fmla="*/ 5411765 w 6165415"/>
              <a:gd name="connsiteY28" fmla="*/ 732603 h 5360238"/>
              <a:gd name="connsiteX29" fmla="*/ 4659514 w 6165415"/>
              <a:gd name="connsiteY29" fmla="*/ 732603 h 5360238"/>
              <a:gd name="connsiteX30" fmla="*/ 4659514 w 6165415"/>
              <a:gd name="connsiteY30" fmla="*/ 1470999 h 5360238"/>
              <a:gd name="connsiteX31" fmla="*/ 5413164 w 6165415"/>
              <a:gd name="connsiteY31" fmla="*/ 1470999 h 5360238"/>
              <a:gd name="connsiteX32" fmla="*/ 5413164 w 6165415"/>
              <a:gd name="connsiteY32" fmla="*/ 738662 h 5360238"/>
              <a:gd name="connsiteX33" fmla="*/ 6165414 w 6165415"/>
              <a:gd name="connsiteY33" fmla="*/ 738662 h 5360238"/>
              <a:gd name="connsiteX34" fmla="*/ 6165414 w 6165415"/>
              <a:gd name="connsiteY34" fmla="*/ 2310325 h 5360238"/>
              <a:gd name="connsiteX35" fmla="*/ 5411765 w 6165415"/>
              <a:gd name="connsiteY35" fmla="*/ 2310325 h 5360238"/>
              <a:gd name="connsiteX36" fmla="*/ 5411765 w 6165415"/>
              <a:gd name="connsiteY36" fmla="*/ 3823912 h 5360238"/>
              <a:gd name="connsiteX37" fmla="*/ 6165414 w 6165415"/>
              <a:gd name="connsiteY37" fmla="*/ 3823912 h 5360238"/>
              <a:gd name="connsiteX38" fmla="*/ 6165414 w 6165415"/>
              <a:gd name="connsiteY38" fmla="*/ 4621842 h 5360238"/>
              <a:gd name="connsiteX39" fmla="*/ 5411765 w 6165415"/>
              <a:gd name="connsiteY39" fmla="*/ 4621842 h 5360238"/>
              <a:gd name="connsiteX40" fmla="*/ 5411765 w 6165415"/>
              <a:gd name="connsiteY40" fmla="*/ 5359972 h 5360238"/>
              <a:gd name="connsiteX41" fmla="*/ 753649 w 6165415"/>
              <a:gd name="connsiteY41" fmla="*/ 5359972 h 5360238"/>
              <a:gd name="connsiteX42" fmla="*/ 753649 w 6165415"/>
              <a:gd name="connsiteY42" fmla="*/ 4621842 h 5360238"/>
              <a:gd name="connsiteX43" fmla="*/ 608 w 6165415"/>
              <a:gd name="connsiteY43" fmla="*/ 4621842 h 5360238"/>
              <a:gd name="connsiteX44" fmla="*/ 608 w 6165415"/>
              <a:gd name="connsiteY44" fmla="*/ 738396 h 5360238"/>
              <a:gd name="connsiteX45" fmla="*/ 764666 w 6165415"/>
              <a:gd name="connsiteY45" fmla="*/ 738396 h 5360238"/>
              <a:gd name="connsiteX46" fmla="*/ 606 w 6165415"/>
              <a:gd name="connsiteY46" fmla="*/ 0 h 5360238"/>
              <a:gd name="connsiteX47" fmla="*/ 608 w 6165415"/>
              <a:gd name="connsiteY47" fmla="*/ 0 h 5360238"/>
              <a:gd name="connsiteX48" fmla="*/ 608 w 6165415"/>
              <a:gd name="connsiteY48" fmla="*/ 738396 h 5360238"/>
              <a:gd name="connsiteX49" fmla="*/ 606 w 6165415"/>
              <a:gd name="connsiteY49" fmla="*/ 738396 h 5360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</a:cxnLst>
            <a:rect l="l" t="t" r="r" b="b"/>
            <a:pathLst>
              <a:path w="6165415" h="5360238">
                <a:moveTo>
                  <a:pt x="6165414" y="4621842"/>
                </a:moveTo>
                <a:lnTo>
                  <a:pt x="6165415" y="4621842"/>
                </a:lnTo>
                <a:lnTo>
                  <a:pt x="6165415" y="5360238"/>
                </a:lnTo>
                <a:lnTo>
                  <a:pt x="5411765" y="5360238"/>
                </a:lnTo>
                <a:lnTo>
                  <a:pt x="5411765" y="5359972"/>
                </a:lnTo>
                <a:lnTo>
                  <a:pt x="6165414" y="5359972"/>
                </a:lnTo>
                <a:close/>
                <a:moveTo>
                  <a:pt x="0" y="4621842"/>
                </a:moveTo>
                <a:lnTo>
                  <a:pt x="608" y="4621842"/>
                </a:lnTo>
                <a:lnTo>
                  <a:pt x="608" y="5359972"/>
                </a:lnTo>
                <a:lnTo>
                  <a:pt x="753649" y="5359972"/>
                </a:lnTo>
                <a:lnTo>
                  <a:pt x="753649" y="5360238"/>
                </a:lnTo>
                <a:lnTo>
                  <a:pt x="0" y="5360238"/>
                </a:lnTo>
                <a:close/>
                <a:moveTo>
                  <a:pt x="6165414" y="2310325"/>
                </a:moveTo>
                <a:lnTo>
                  <a:pt x="6165415" y="2310325"/>
                </a:lnTo>
                <a:lnTo>
                  <a:pt x="6165415" y="3823912"/>
                </a:lnTo>
                <a:lnTo>
                  <a:pt x="6165414" y="3823912"/>
                </a:lnTo>
                <a:close/>
                <a:moveTo>
                  <a:pt x="5411765" y="732603"/>
                </a:moveTo>
                <a:lnTo>
                  <a:pt x="5413164" y="732603"/>
                </a:lnTo>
                <a:lnTo>
                  <a:pt x="5413164" y="738662"/>
                </a:lnTo>
                <a:lnTo>
                  <a:pt x="5411765" y="738662"/>
                </a:lnTo>
                <a:close/>
                <a:moveTo>
                  <a:pt x="6165414" y="266"/>
                </a:moveTo>
                <a:lnTo>
                  <a:pt x="6165415" y="266"/>
                </a:lnTo>
                <a:lnTo>
                  <a:pt x="6165415" y="738662"/>
                </a:lnTo>
                <a:lnTo>
                  <a:pt x="6165414" y="738662"/>
                </a:lnTo>
                <a:close/>
                <a:moveTo>
                  <a:pt x="764666" y="0"/>
                </a:moveTo>
                <a:lnTo>
                  <a:pt x="6165414" y="0"/>
                </a:lnTo>
                <a:lnTo>
                  <a:pt x="6165414" y="266"/>
                </a:lnTo>
                <a:lnTo>
                  <a:pt x="5411765" y="266"/>
                </a:lnTo>
                <a:lnTo>
                  <a:pt x="5411765" y="732603"/>
                </a:lnTo>
                <a:lnTo>
                  <a:pt x="4659514" y="732603"/>
                </a:lnTo>
                <a:lnTo>
                  <a:pt x="4659514" y="1470999"/>
                </a:lnTo>
                <a:lnTo>
                  <a:pt x="5413164" y="1470999"/>
                </a:lnTo>
                <a:lnTo>
                  <a:pt x="5413164" y="738662"/>
                </a:lnTo>
                <a:lnTo>
                  <a:pt x="6165414" y="738662"/>
                </a:lnTo>
                <a:lnTo>
                  <a:pt x="6165414" y="2310325"/>
                </a:lnTo>
                <a:lnTo>
                  <a:pt x="5411765" y="2310325"/>
                </a:lnTo>
                <a:lnTo>
                  <a:pt x="5411765" y="3823912"/>
                </a:lnTo>
                <a:lnTo>
                  <a:pt x="6165414" y="3823912"/>
                </a:lnTo>
                <a:lnTo>
                  <a:pt x="6165414" y="4621842"/>
                </a:lnTo>
                <a:lnTo>
                  <a:pt x="5411765" y="4621842"/>
                </a:lnTo>
                <a:lnTo>
                  <a:pt x="5411765" y="5359972"/>
                </a:lnTo>
                <a:lnTo>
                  <a:pt x="753649" y="5359972"/>
                </a:lnTo>
                <a:lnTo>
                  <a:pt x="753649" y="4621842"/>
                </a:lnTo>
                <a:lnTo>
                  <a:pt x="608" y="4621842"/>
                </a:lnTo>
                <a:lnTo>
                  <a:pt x="608" y="738396"/>
                </a:lnTo>
                <a:lnTo>
                  <a:pt x="764666" y="738396"/>
                </a:lnTo>
                <a:close/>
                <a:moveTo>
                  <a:pt x="606" y="0"/>
                </a:moveTo>
                <a:lnTo>
                  <a:pt x="608" y="0"/>
                </a:lnTo>
                <a:lnTo>
                  <a:pt x="608" y="738396"/>
                </a:lnTo>
                <a:lnTo>
                  <a:pt x="606" y="738396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90438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0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82036A0-9C1A-0468-5464-F3F1D3862515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7029714" y="0"/>
            <a:ext cx="5162286" cy="6869017"/>
          </a:xfrm>
          <a:custGeom>
            <a:avLst/>
            <a:gdLst>
              <a:gd name="connsiteX0" fmla="*/ 0 w 5168970"/>
              <a:gd name="connsiteY0" fmla="*/ 0 h 6858000"/>
              <a:gd name="connsiteX1" fmla="*/ 2402022 w 5168970"/>
              <a:gd name="connsiteY1" fmla="*/ 0 h 6858000"/>
              <a:gd name="connsiteX2" fmla="*/ 5168970 w 5168970"/>
              <a:gd name="connsiteY2" fmla="*/ 0 h 6858000"/>
              <a:gd name="connsiteX3" fmla="*/ 5168970 w 5168970"/>
              <a:gd name="connsiteY3" fmla="*/ 6858000 h 6858000"/>
              <a:gd name="connsiteX4" fmla="*/ 2402022 w 5168970"/>
              <a:gd name="connsiteY4" fmla="*/ 6858000 h 6858000"/>
              <a:gd name="connsiteX5" fmla="*/ 2386664 w 5168970"/>
              <a:gd name="connsiteY5" fmla="*/ 6858000 h 6858000"/>
              <a:gd name="connsiteX6" fmla="*/ 2386664 w 5168970"/>
              <a:gd name="connsiteY6" fmla="*/ 681415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8970" h="6858000">
                <a:moveTo>
                  <a:pt x="0" y="0"/>
                </a:moveTo>
                <a:lnTo>
                  <a:pt x="2402022" y="0"/>
                </a:lnTo>
                <a:lnTo>
                  <a:pt x="5168970" y="0"/>
                </a:lnTo>
                <a:lnTo>
                  <a:pt x="5168970" y="6858000"/>
                </a:lnTo>
                <a:lnTo>
                  <a:pt x="2402022" y="6858000"/>
                </a:lnTo>
                <a:lnTo>
                  <a:pt x="2386664" y="6858000"/>
                </a:lnTo>
                <a:lnTo>
                  <a:pt x="2386664" y="6814151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pic>
        <p:nvPicPr>
          <p:cNvPr id="27" name="Picture 26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3F9C3A83-8035-A222-78E6-7870A88F48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2889" y="459115"/>
            <a:ext cx="1364673" cy="1364673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3209" y="3904488"/>
            <a:ext cx="5878783" cy="1483672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97EE1B-C45D-B13D-FCA5-536BEA9F4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13209" y="2442775"/>
            <a:ext cx="5878783" cy="1220142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A1E77-5E87-1D33-0146-E7C27197172B}"/>
              </a:ext>
            </a:extLst>
          </p:cNvPr>
          <p:cNvSpPr txBox="1"/>
          <p:nvPr userDrawn="1"/>
        </p:nvSpPr>
        <p:spPr>
          <a:xfrm>
            <a:off x="813209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UTS TEQSA PRV12060</a:t>
            </a:r>
          </a:p>
        </p:txBody>
      </p:sp>
    </p:spTree>
    <p:extLst>
      <p:ext uri="{BB962C8B-B14F-4D97-AF65-F5344CB8AC3E}">
        <p14:creationId xmlns:p14="http://schemas.microsoft.com/office/powerpoint/2010/main" val="6884741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D4398BB-900D-9939-53C4-8EDD0295FF1F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0" y="1709102"/>
            <a:ext cx="10485786" cy="5148898"/>
          </a:xfrm>
          <a:solidFill>
            <a:schemeClr val="bg2">
              <a:lumMod val="20000"/>
              <a:lumOff val="80000"/>
            </a:schemeClr>
          </a:solidFill>
        </p:spPr>
        <p:txBody>
          <a:bodyPr anchor="t"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E1936E-A959-6E58-DCE9-983302FA6E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322059" y="843859"/>
            <a:ext cx="869492" cy="86724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AB14283B-2F78-9B02-45C1-2839A3402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"/>
            <a:ext cx="12192000" cy="6015574"/>
          </a:xfrm>
          <a:custGeom>
            <a:avLst/>
            <a:gdLst>
              <a:gd name="connsiteX0" fmla="*/ 0 w 12192000"/>
              <a:gd name="connsiteY0" fmla="*/ 0 h 6015574"/>
              <a:gd name="connsiteX1" fmla="*/ 11353800 w 12192000"/>
              <a:gd name="connsiteY1" fmla="*/ 0 h 6015574"/>
              <a:gd name="connsiteX2" fmla="*/ 11353800 w 12192000"/>
              <a:gd name="connsiteY2" fmla="*/ 1711104 h 6015574"/>
              <a:gd name="connsiteX3" fmla="*/ 10480676 w 12192000"/>
              <a:gd name="connsiteY3" fmla="*/ 1711104 h 6015574"/>
              <a:gd name="connsiteX4" fmla="*/ 10480676 w 12192000"/>
              <a:gd name="connsiteY4" fmla="*/ 2539898 h 6015574"/>
              <a:gd name="connsiteX5" fmla="*/ 12192000 w 12192000"/>
              <a:gd name="connsiteY5" fmla="*/ 2539898 h 6015574"/>
              <a:gd name="connsiteX6" fmla="*/ 12192000 w 12192000"/>
              <a:gd name="connsiteY6" fmla="*/ 5146895 h 6015574"/>
              <a:gd name="connsiteX7" fmla="*/ 11353800 w 12192000"/>
              <a:gd name="connsiteY7" fmla="*/ 5146895 h 6015574"/>
              <a:gd name="connsiteX8" fmla="*/ 11353800 w 12192000"/>
              <a:gd name="connsiteY8" fmla="*/ 5148329 h 6015574"/>
              <a:gd name="connsiteX9" fmla="*/ 11353800 w 12192000"/>
              <a:gd name="connsiteY9" fmla="*/ 5715937 h 6015574"/>
              <a:gd name="connsiteX10" fmla="*/ 11353800 w 12192000"/>
              <a:gd name="connsiteY10" fmla="*/ 6015574 h 6015574"/>
              <a:gd name="connsiteX11" fmla="*/ 10484308 w 12192000"/>
              <a:gd name="connsiteY11" fmla="*/ 6015574 h 6015574"/>
              <a:gd name="connsiteX12" fmla="*/ 10484308 w 12192000"/>
              <a:gd name="connsiteY12" fmla="*/ 5715937 h 6015574"/>
              <a:gd name="connsiteX13" fmla="*/ 10480676 w 12192000"/>
              <a:gd name="connsiteY13" fmla="*/ 5715937 h 6015574"/>
              <a:gd name="connsiteX14" fmla="*/ 10480676 w 12192000"/>
              <a:gd name="connsiteY14" fmla="*/ 5146895 h 6015574"/>
              <a:gd name="connsiteX15" fmla="*/ 5329646 w 12192000"/>
              <a:gd name="connsiteY15" fmla="*/ 5146895 h 6015574"/>
              <a:gd name="connsiteX16" fmla="*/ 5329646 w 12192000"/>
              <a:gd name="connsiteY16" fmla="*/ 2539898 h 6015574"/>
              <a:gd name="connsiteX17" fmla="*/ 5329646 w 12192000"/>
              <a:gd name="connsiteY17" fmla="*/ 1711104 h 6015574"/>
              <a:gd name="connsiteX18" fmla="*/ 0 w 12192000"/>
              <a:gd name="connsiteY18" fmla="*/ 1711104 h 6015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2192000" h="6015574">
                <a:moveTo>
                  <a:pt x="0" y="0"/>
                </a:moveTo>
                <a:lnTo>
                  <a:pt x="11353800" y="0"/>
                </a:lnTo>
                <a:lnTo>
                  <a:pt x="11353800" y="1711104"/>
                </a:lnTo>
                <a:lnTo>
                  <a:pt x="10480676" y="1711104"/>
                </a:lnTo>
                <a:lnTo>
                  <a:pt x="10480676" y="2539898"/>
                </a:lnTo>
                <a:lnTo>
                  <a:pt x="12192000" y="2539898"/>
                </a:lnTo>
                <a:lnTo>
                  <a:pt x="12192000" y="5146895"/>
                </a:lnTo>
                <a:lnTo>
                  <a:pt x="11353800" y="5146895"/>
                </a:lnTo>
                <a:lnTo>
                  <a:pt x="11353800" y="5148329"/>
                </a:lnTo>
                <a:lnTo>
                  <a:pt x="11353800" y="5715937"/>
                </a:lnTo>
                <a:lnTo>
                  <a:pt x="11353800" y="6015574"/>
                </a:lnTo>
                <a:lnTo>
                  <a:pt x="10484308" y="6015574"/>
                </a:lnTo>
                <a:lnTo>
                  <a:pt x="10484308" y="5715937"/>
                </a:lnTo>
                <a:lnTo>
                  <a:pt x="10480676" y="5715937"/>
                </a:lnTo>
                <a:lnTo>
                  <a:pt x="10480676" y="5146895"/>
                </a:lnTo>
                <a:lnTo>
                  <a:pt x="5329646" y="5146895"/>
                </a:lnTo>
                <a:lnTo>
                  <a:pt x="5329646" y="2539898"/>
                </a:lnTo>
                <a:lnTo>
                  <a:pt x="5329646" y="1711104"/>
                </a:lnTo>
                <a:lnTo>
                  <a:pt x="0" y="171110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4A1E77-5E87-1D33-0146-E7C27197172B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2"/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2"/>
                </a:solidFill>
              </a:rPr>
              <a:t>UTS TEQSA PRV12060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95904" y="3840646"/>
            <a:ext cx="5126156" cy="1218809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997EE1B-C45D-B13D-FCA5-536BEA9F44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95904" y="2378933"/>
            <a:ext cx="5126156" cy="1220142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AD98D13-6DCD-0016-BD46-9F217B1AD2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8500" y="644120"/>
            <a:ext cx="1336678" cy="5688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49D0CBD4-35F8-21E9-B276-E74E04F584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326411" y="841857"/>
            <a:ext cx="869492" cy="8672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4639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D325FF16-7722-5F61-05AA-1875B488BA1B}"/>
              </a:ext>
            </a:extLst>
          </p:cNvPr>
          <p:cNvSpPr/>
          <p:nvPr userDrawn="1"/>
        </p:nvSpPr>
        <p:spPr>
          <a:xfrm flipH="1">
            <a:off x="0" y="0"/>
            <a:ext cx="12192000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A3B411B-B391-B81E-FC62-1BB5D0E7D4C3}"/>
              </a:ext>
            </a:extLst>
          </p:cNvPr>
          <p:cNvGrpSpPr/>
          <p:nvPr userDrawn="1"/>
        </p:nvGrpSpPr>
        <p:grpSpPr>
          <a:xfrm>
            <a:off x="751705" y="1935956"/>
            <a:ext cx="4846860" cy="2055318"/>
            <a:chOff x="851717" y="1774363"/>
            <a:chExt cx="5362701" cy="2274061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C92B243-EC28-12FF-390F-8C048E69D1D7}"/>
                </a:ext>
              </a:extLst>
            </p:cNvPr>
            <p:cNvSpPr/>
            <p:nvPr/>
          </p:nvSpPr>
          <p:spPr>
            <a:xfrm rot="9120000">
              <a:off x="4146128" y="3113057"/>
              <a:ext cx="614145" cy="93536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94791ACA-41B1-4176-79E0-BBD3FA465044}"/>
                </a:ext>
              </a:extLst>
            </p:cNvPr>
            <p:cNvSpPr/>
            <p:nvPr/>
          </p:nvSpPr>
          <p:spPr>
            <a:xfrm rot="3120000">
              <a:off x="4015804" y="1784702"/>
              <a:ext cx="615393" cy="9353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086F8C5-A52B-F6B7-EBFB-65CCDBDD051C}"/>
                </a:ext>
              </a:extLst>
            </p:cNvPr>
            <p:cNvSpPr/>
            <p:nvPr/>
          </p:nvSpPr>
          <p:spPr>
            <a:xfrm rot="3600000">
              <a:off x="1011704" y="3098771"/>
              <a:ext cx="615393" cy="93536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59B94432-F5CC-8E95-290E-F75A38D41A58}"/>
                </a:ext>
              </a:extLst>
            </p:cNvPr>
            <p:cNvSpPr/>
            <p:nvPr/>
          </p:nvSpPr>
          <p:spPr>
            <a:xfrm rot="6300000">
              <a:off x="2483828" y="1774363"/>
              <a:ext cx="615393" cy="93536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C1EA1FF-6B53-AC7A-BBF6-BC7B16B29B79}"/>
                </a:ext>
              </a:extLst>
            </p:cNvPr>
            <p:cNvSpPr/>
            <p:nvPr/>
          </p:nvSpPr>
          <p:spPr>
            <a:xfrm rot="9300000">
              <a:off x="2479707" y="3098770"/>
              <a:ext cx="615393" cy="93536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C92A578-D990-54DB-E5DC-6A565DAE7806}"/>
                </a:ext>
              </a:extLst>
            </p:cNvPr>
            <p:cNvSpPr/>
            <p:nvPr/>
          </p:nvSpPr>
          <p:spPr>
            <a:xfrm rot="10282725">
              <a:off x="5443159" y="1774363"/>
              <a:ext cx="615393" cy="93536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73EB7A3-99E6-3E48-6672-F47822204DC0}"/>
                </a:ext>
              </a:extLst>
            </p:cNvPr>
            <p:cNvSpPr/>
            <p:nvPr/>
          </p:nvSpPr>
          <p:spPr>
            <a:xfrm rot="14363139">
              <a:off x="5439038" y="3098770"/>
              <a:ext cx="615393" cy="935367"/>
            </a:xfrm>
            <a:prstGeom prst="ellipse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7" name="Picture 26" descr="A black and white logo&#10;&#10;Description automatically generated">
            <a:extLst>
              <a:ext uri="{FF2B5EF4-FFF2-40B4-BE49-F238E27FC236}">
                <a16:creationId xmlns:a16="http://schemas.microsoft.com/office/drawing/2014/main" id="{CEC9C943-64B9-0FBA-A8C0-3053C85D6D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42623" y="684733"/>
            <a:ext cx="2721300" cy="694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E975D0-2211-0BCA-2AF9-62734459A835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/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/>
                </a:solidFill>
              </a:rPr>
              <a:t>UTS TEQSA PRV12060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8981D4A5-BE88-8C2E-3702-4FCB8B0EE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49113" y="2736679"/>
            <a:ext cx="4773601" cy="1218809"/>
          </a:xfrm>
        </p:spPr>
        <p:txBody>
          <a:bodyPr>
            <a:noAutofit/>
          </a:bodyPr>
          <a:lstStyle>
            <a:lvl1pPr marL="0" indent="0" algn="l">
              <a:lnSpc>
                <a:spcPts val="2050"/>
              </a:lnSpc>
              <a:spcBef>
                <a:spcPts val="0"/>
              </a:spcBef>
              <a:buNone/>
              <a:defRPr lang="en-AU" sz="16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D92CA0CF-B05A-7BB8-39FE-9E9A5B76CC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49113" y="1274966"/>
            <a:ext cx="4773601" cy="1220142"/>
          </a:xfrm>
        </p:spPr>
        <p:txBody>
          <a:bodyPr anchor="b"/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</p:spTree>
    <p:extLst>
      <p:ext uri="{BB962C8B-B14F-4D97-AF65-F5344CB8AC3E}">
        <p14:creationId xmlns:p14="http://schemas.microsoft.com/office/powerpoint/2010/main" val="39937012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truction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1388298"/>
            <a:ext cx="5246473" cy="4081404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20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2F5F3C4-519B-BDE2-0A7F-6CFBA49C11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589218"/>
            <a:ext cx="10326658" cy="673974"/>
          </a:xfrm>
        </p:spPr>
        <p:txBody>
          <a:bodyPr anchor="t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325FFF1-F2FD-A592-198C-43B2682963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6400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cknowledg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69D1D9-BBF6-DB0F-8C7E-59F6D1CFD891}"/>
              </a:ext>
            </a:extLst>
          </p:cNvPr>
          <p:cNvSpPr/>
          <p:nvPr userDrawn="1"/>
        </p:nvSpPr>
        <p:spPr>
          <a:xfrm>
            <a:off x="-6396" y="0"/>
            <a:ext cx="12198396" cy="6866378"/>
          </a:xfrm>
          <a:prstGeom prst="rect">
            <a:avLst/>
          </a:prstGeom>
          <a:blipFill dpi="0"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763B4AC-4FEF-E87D-9CF6-1831439AC9BA}"/>
              </a:ext>
            </a:extLst>
          </p:cNvPr>
          <p:cNvSpPr/>
          <p:nvPr userDrawn="1"/>
        </p:nvSpPr>
        <p:spPr>
          <a:xfrm>
            <a:off x="0" y="0"/>
            <a:ext cx="12192000" cy="6866378"/>
          </a:xfrm>
          <a:prstGeom prst="rect">
            <a:avLst/>
          </a:prstGeom>
          <a:solidFill>
            <a:schemeClr val="tx1">
              <a:alpha val="63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362E718-FE7D-D7FB-7F51-58B7346A603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12800" y="531579"/>
            <a:ext cx="1336678" cy="5688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03AB355-6F4F-412C-00BE-B5B01C2967AF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UTS TEQSA PRV12060</a:t>
            </a:r>
          </a:p>
        </p:txBody>
      </p:sp>
    </p:spTree>
    <p:extLst>
      <p:ext uri="{BB962C8B-B14F-4D97-AF65-F5344CB8AC3E}">
        <p14:creationId xmlns:p14="http://schemas.microsoft.com/office/powerpoint/2010/main" val="35375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1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175728" y="2441842"/>
            <a:ext cx="5001987" cy="1201854"/>
          </a:xfrm>
        </p:spPr>
        <p:txBody>
          <a:bodyPr lIns="0" tIns="0" rIns="0" bIns="54000" anchor="b">
            <a:noAutofit/>
          </a:bodyPr>
          <a:lstStyle>
            <a:lvl1pPr algn="l">
              <a:defRPr lang="en-AU" sz="3600" b="0" i="0" spc="-20" baseline="0" smtClean="0">
                <a:solidFill>
                  <a:schemeClr val="accent2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75728" y="3661984"/>
            <a:ext cx="5001987" cy="1483672"/>
          </a:xfrm>
        </p:spPr>
        <p:txBody>
          <a:bodyPr lIns="0" tIns="5400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AU" sz="20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8BE6BE7-CC72-B7AE-FDF8-C128F5923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D9B1C2D-71CA-8E5F-38DB-4A1ABA850995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423988" y="1336130"/>
            <a:ext cx="4939315" cy="4688338"/>
          </a:xfrm>
          <a:custGeom>
            <a:avLst/>
            <a:gdLst>
              <a:gd name="connsiteX0" fmla="*/ 1279718 w 4939315"/>
              <a:gd name="connsiteY0" fmla="*/ 587 h 4688338"/>
              <a:gd name="connsiteX1" fmla="*/ 2671555 w 4939315"/>
              <a:gd name="connsiteY1" fmla="*/ 795887 h 4688338"/>
              <a:gd name="connsiteX2" fmla="*/ 2683334 w 4939315"/>
              <a:gd name="connsiteY2" fmla="*/ 811881 h 4688338"/>
              <a:gd name="connsiteX3" fmla="*/ 2701423 w 4939315"/>
              <a:gd name="connsiteY3" fmla="*/ 796866 h 4688338"/>
              <a:gd name="connsiteX4" fmla="*/ 3423805 w 4939315"/>
              <a:gd name="connsiteY4" fmla="*/ 546944 h 4688338"/>
              <a:gd name="connsiteX5" fmla="*/ 4939315 w 4939315"/>
              <a:gd name="connsiteY5" fmla="*/ 2617641 h 4688338"/>
              <a:gd name="connsiteX6" fmla="*/ 3423805 w 4939315"/>
              <a:gd name="connsiteY6" fmla="*/ 4688338 h 4688338"/>
              <a:gd name="connsiteX7" fmla="*/ 2352178 w 4939315"/>
              <a:gd name="connsiteY7" fmla="*/ 4081845 h 4688338"/>
              <a:gd name="connsiteX8" fmla="*/ 2254635 w 4939315"/>
              <a:gd name="connsiteY8" fmla="*/ 3935205 h 4688338"/>
              <a:gd name="connsiteX9" fmla="*/ 2239691 w 4939315"/>
              <a:gd name="connsiteY9" fmla="*/ 3938913 h 4688338"/>
              <a:gd name="connsiteX10" fmla="*/ 269256 w 4939315"/>
              <a:gd name="connsiteY10" fmla="*/ 2636217 h 4688338"/>
              <a:gd name="connsiteX11" fmla="*/ 736241 w 4939315"/>
              <a:gd name="connsiteY11" fmla="*/ 113028 h 4688338"/>
              <a:gd name="connsiteX12" fmla="*/ 1182670 w 4939315"/>
              <a:gd name="connsiteY12" fmla="*/ 1367 h 4688338"/>
              <a:gd name="connsiteX13" fmla="*/ 1279718 w 4939315"/>
              <a:gd name="connsiteY13" fmla="*/ 587 h 4688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939315" h="4688338">
                <a:moveTo>
                  <a:pt x="1279718" y="587"/>
                </a:moveTo>
                <a:cubicBezTo>
                  <a:pt x="1767100" y="15355"/>
                  <a:pt x="2283137" y="308252"/>
                  <a:pt x="2671555" y="795887"/>
                </a:cubicBezTo>
                <a:lnTo>
                  <a:pt x="2683334" y="811881"/>
                </a:lnTo>
                <a:lnTo>
                  <a:pt x="2701423" y="796866"/>
                </a:lnTo>
                <a:cubicBezTo>
                  <a:pt x="2916161" y="637480"/>
                  <a:pt x="3162245" y="546944"/>
                  <a:pt x="3423805" y="546944"/>
                </a:cubicBezTo>
                <a:cubicBezTo>
                  <a:pt x="4260798" y="546944"/>
                  <a:pt x="4939315" y="1474027"/>
                  <a:pt x="4939315" y="2617641"/>
                </a:cubicBezTo>
                <a:cubicBezTo>
                  <a:pt x="4939315" y="3761255"/>
                  <a:pt x="4260798" y="4688338"/>
                  <a:pt x="3423805" y="4688338"/>
                </a:cubicBezTo>
                <a:cubicBezTo>
                  <a:pt x="3005309" y="4688338"/>
                  <a:pt x="2626431" y="4456568"/>
                  <a:pt x="2352178" y="4081845"/>
                </a:cubicBezTo>
                <a:lnTo>
                  <a:pt x="2254635" y="3935205"/>
                </a:lnTo>
                <a:lnTo>
                  <a:pt x="2239691" y="3938913"/>
                </a:lnTo>
                <a:cubicBezTo>
                  <a:pt x="1533712" y="4064586"/>
                  <a:pt x="703427" y="3537783"/>
                  <a:pt x="269256" y="2636217"/>
                </a:cubicBezTo>
                <a:cubicBezTo>
                  <a:pt x="-226940" y="1605857"/>
                  <a:pt x="-17863" y="476186"/>
                  <a:pt x="736241" y="113028"/>
                </a:cubicBezTo>
                <a:cubicBezTo>
                  <a:pt x="877636" y="44936"/>
                  <a:pt x="1028153" y="8627"/>
                  <a:pt x="1182670" y="1367"/>
                </a:cubicBezTo>
                <a:cubicBezTo>
                  <a:pt x="1214861" y="-145"/>
                  <a:pt x="1247226" y="-397"/>
                  <a:pt x="1279718" y="587"/>
                </a:cubicBez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6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8096024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5CEB3207-D6D7-31B5-58DD-5124552B57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75728" y="2441842"/>
            <a:ext cx="5001987" cy="1201854"/>
          </a:xfrm>
        </p:spPr>
        <p:txBody>
          <a:bodyPr lIns="0" tIns="0" rIns="0" bIns="54000" anchor="b">
            <a:noAutofit/>
          </a:bodyPr>
          <a:lstStyle>
            <a:lvl1pPr algn="l">
              <a:defRPr lang="en-AU" sz="3600" b="0" i="0" spc="-20" baseline="0" smtClean="0">
                <a:solidFill>
                  <a:schemeClr val="accent1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94082F6F-1B34-EBEF-A892-9F7084FDB24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75728" y="3661984"/>
            <a:ext cx="5001987" cy="1483672"/>
          </a:xfrm>
        </p:spPr>
        <p:txBody>
          <a:bodyPr lIns="0" tIns="5400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AU" sz="20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2BD9ED4-B47C-090E-7367-97698FC825C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55CF6AC-288F-E054-20CB-6F746E2C6DD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773856" y="1565266"/>
            <a:ext cx="4560982" cy="4537360"/>
          </a:xfrm>
          <a:custGeom>
            <a:avLst/>
            <a:gdLst>
              <a:gd name="connsiteX0" fmla="*/ 0 w 4560982"/>
              <a:gd name="connsiteY0" fmla="*/ 0 h 4537360"/>
              <a:gd name="connsiteX1" fmla="*/ 745738 w 4560982"/>
              <a:gd name="connsiteY1" fmla="*/ 0 h 4537360"/>
              <a:gd name="connsiteX2" fmla="*/ 745738 w 4560982"/>
              <a:gd name="connsiteY2" fmla="*/ 755263 h 4537360"/>
              <a:gd name="connsiteX3" fmla="*/ 1501738 w 4560982"/>
              <a:gd name="connsiteY3" fmla="*/ 755263 h 4537360"/>
              <a:gd name="connsiteX4" fmla="*/ 1501738 w 4560982"/>
              <a:gd name="connsiteY4" fmla="*/ 0 h 4537360"/>
              <a:gd name="connsiteX5" fmla="*/ 4560982 w 4560982"/>
              <a:gd name="connsiteY5" fmla="*/ 0 h 4537360"/>
              <a:gd name="connsiteX6" fmla="*/ 4560982 w 4560982"/>
              <a:gd name="connsiteY6" fmla="*/ 4537360 h 4537360"/>
              <a:gd name="connsiteX7" fmla="*/ 4560981 w 4560982"/>
              <a:gd name="connsiteY7" fmla="*/ 4537360 h 4537360"/>
              <a:gd name="connsiteX8" fmla="*/ 4560981 w 4560982"/>
              <a:gd name="connsiteY8" fmla="*/ 3781360 h 4537360"/>
              <a:gd name="connsiteX9" fmla="*/ 3799728 w 4560982"/>
              <a:gd name="connsiteY9" fmla="*/ 3781360 h 4537360"/>
              <a:gd name="connsiteX10" fmla="*/ 3799728 w 4560982"/>
              <a:gd name="connsiteY10" fmla="*/ 4537360 h 4537360"/>
              <a:gd name="connsiteX11" fmla="*/ 1515451 w 4560982"/>
              <a:gd name="connsiteY11" fmla="*/ 4537360 h 4537360"/>
              <a:gd name="connsiteX12" fmla="*/ 1515451 w 4560982"/>
              <a:gd name="connsiteY12" fmla="*/ 3781360 h 4537360"/>
              <a:gd name="connsiteX13" fmla="*/ 0 w 4560982"/>
              <a:gd name="connsiteY13" fmla="*/ 3781360 h 453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560982" h="4537360">
                <a:moveTo>
                  <a:pt x="0" y="0"/>
                </a:moveTo>
                <a:lnTo>
                  <a:pt x="745738" y="0"/>
                </a:lnTo>
                <a:lnTo>
                  <a:pt x="745738" y="755263"/>
                </a:lnTo>
                <a:lnTo>
                  <a:pt x="1501738" y="755263"/>
                </a:lnTo>
                <a:lnTo>
                  <a:pt x="1501738" y="0"/>
                </a:lnTo>
                <a:lnTo>
                  <a:pt x="4560982" y="0"/>
                </a:lnTo>
                <a:lnTo>
                  <a:pt x="4560982" y="4537360"/>
                </a:lnTo>
                <a:lnTo>
                  <a:pt x="4560981" y="4537360"/>
                </a:lnTo>
                <a:lnTo>
                  <a:pt x="4560981" y="3781360"/>
                </a:lnTo>
                <a:lnTo>
                  <a:pt x="3799728" y="3781360"/>
                </a:lnTo>
                <a:lnTo>
                  <a:pt x="3799728" y="4537360"/>
                </a:lnTo>
                <a:lnTo>
                  <a:pt x="1515451" y="4537360"/>
                </a:lnTo>
                <a:lnTo>
                  <a:pt x="1515451" y="3781360"/>
                </a:lnTo>
                <a:lnTo>
                  <a:pt x="0" y="3781360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104062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895C320-85D8-7946-80F1-AF205B05ECDC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1476397" y="1866900"/>
            <a:ext cx="4117985" cy="4105255"/>
          </a:xfrm>
          <a:prstGeom prst="ellipse">
            <a:avLst/>
          </a:prstGeom>
          <a:solidFill>
            <a:schemeClr val="bg2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175728" y="2441842"/>
            <a:ext cx="5001987" cy="1201854"/>
          </a:xfrm>
        </p:spPr>
        <p:txBody>
          <a:bodyPr lIns="0" tIns="0" rIns="0" bIns="54000" anchor="b">
            <a:noAutofit/>
          </a:bodyPr>
          <a:lstStyle>
            <a:lvl1pPr algn="l">
              <a:defRPr lang="en-AU" sz="3600" b="0" i="0" spc="-20" baseline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75728" y="3661984"/>
            <a:ext cx="5001987" cy="1483672"/>
          </a:xfrm>
        </p:spPr>
        <p:txBody>
          <a:bodyPr lIns="0" tIns="5400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AU" sz="20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76C6F55-9625-4746-1B08-9BC34D03AD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9059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4">
    <p:bg>
      <p:bgPr>
        <a:solidFill>
          <a:schemeClr val="bg2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7C11163-0F76-CA52-FABF-A847371BD39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75728" y="2441842"/>
            <a:ext cx="5001987" cy="1201854"/>
          </a:xfrm>
        </p:spPr>
        <p:txBody>
          <a:bodyPr lIns="0" tIns="0" rIns="0" bIns="54000" anchor="b">
            <a:noAutofit/>
          </a:bodyPr>
          <a:lstStyle>
            <a:lvl1pPr algn="l">
              <a:defRPr lang="en-AU" sz="3600" b="0" i="0" spc="-20" baseline="0" smtClean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989FD2D-AC7A-E10D-40B4-FBB182B32B5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75728" y="3661984"/>
            <a:ext cx="5001987" cy="1483672"/>
          </a:xfrm>
        </p:spPr>
        <p:txBody>
          <a:bodyPr lIns="0" tIns="5400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AU" sz="200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8B4E8-009E-B60D-FCC3-6C3A4310A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3F203C1-F89E-140B-D58F-9A6C232884F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555320" y="888411"/>
            <a:ext cx="5139106" cy="5072774"/>
          </a:xfrm>
          <a:custGeom>
            <a:avLst/>
            <a:gdLst>
              <a:gd name="connsiteX0" fmla="*/ 2575815 w 5139106"/>
              <a:gd name="connsiteY0" fmla="*/ 0 h 5072774"/>
              <a:gd name="connsiteX1" fmla="*/ 3729090 w 5139106"/>
              <a:gd name="connsiteY1" fmla="*/ 791384 h 5072774"/>
              <a:gd name="connsiteX2" fmla="*/ 5139106 w 5139106"/>
              <a:gd name="connsiteY2" fmla="*/ 3314212 h 5072774"/>
              <a:gd name="connsiteX3" fmla="*/ 2610331 w 5139106"/>
              <a:gd name="connsiteY3" fmla="*/ 5072774 h 5072774"/>
              <a:gd name="connsiteX4" fmla="*/ 2609893 w 5139106"/>
              <a:gd name="connsiteY4" fmla="*/ 5072774 h 5072774"/>
              <a:gd name="connsiteX5" fmla="*/ 1406717 w 5139106"/>
              <a:gd name="connsiteY5" fmla="*/ 4271058 h 5072774"/>
              <a:gd name="connsiteX6" fmla="*/ 0 w 5139106"/>
              <a:gd name="connsiteY6" fmla="*/ 1766961 h 5072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39106" h="5072774">
                <a:moveTo>
                  <a:pt x="2575815" y="0"/>
                </a:moveTo>
                <a:lnTo>
                  <a:pt x="3729090" y="791384"/>
                </a:lnTo>
                <a:lnTo>
                  <a:pt x="5139106" y="3314212"/>
                </a:lnTo>
                <a:lnTo>
                  <a:pt x="2610331" y="5072774"/>
                </a:lnTo>
                <a:lnTo>
                  <a:pt x="2609893" y="5072774"/>
                </a:lnTo>
                <a:lnTo>
                  <a:pt x="1406717" y="4271058"/>
                </a:lnTo>
                <a:lnTo>
                  <a:pt x="0" y="1766961"/>
                </a:lnTo>
                <a:close/>
              </a:path>
            </a:pathLst>
          </a:custGeom>
          <a:solidFill>
            <a:schemeClr val="bg2">
              <a:lumMod val="20000"/>
              <a:lumOff val="80000"/>
            </a:schemeClr>
          </a:solidFill>
        </p:spPr>
        <p:txBody>
          <a:bodyPr wrap="square" anchor="t"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115681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5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5C6F0645-197D-B84F-B675-88DE6BD5597A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2" y="2291617"/>
            <a:ext cx="3550507" cy="2307514"/>
          </a:xfrm>
          <a:solidFill>
            <a:schemeClr val="bg2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71F13B9-1247-F34B-A392-F9E28C093B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70302" y="2291617"/>
            <a:ext cx="1684454" cy="22946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5B89A93-1F8F-3447-A5DD-76B2726A6D5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8530" y="0"/>
            <a:ext cx="710973" cy="22916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893C822-ADCD-2D46-9609-52E133B6AA8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66376" y="4586288"/>
            <a:ext cx="1407458" cy="226968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A69C5232-8792-FF9A-EB7B-B3B1899842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175728" y="2441842"/>
            <a:ext cx="5001987" cy="1201854"/>
          </a:xfrm>
        </p:spPr>
        <p:txBody>
          <a:bodyPr lIns="0" tIns="0" rIns="0" bIns="54000" anchor="b">
            <a:noAutofit/>
          </a:bodyPr>
          <a:lstStyle>
            <a:lvl1pPr algn="l">
              <a:defRPr lang="en-AU" sz="3600" b="0" i="0" spc="-20" baseline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dirty="0"/>
              <a:t>Section heading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8556EE9-24E2-D665-4B4C-DE6D8DCF9EB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175728" y="3661984"/>
            <a:ext cx="5001987" cy="1483672"/>
          </a:xfrm>
        </p:spPr>
        <p:txBody>
          <a:bodyPr lIns="0" tIns="5400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AU" sz="20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DD2859-A8E4-45C1-E23F-A401B6E63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5539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bg>
      <p:bgPr>
        <a:solidFill>
          <a:schemeClr val="bg2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1D7ABD65-A99A-DEFC-8F47-6D30975898D4}"/>
              </a:ext>
            </a:extLst>
          </p:cNvPr>
          <p:cNvSpPr/>
          <p:nvPr userDrawn="1"/>
        </p:nvSpPr>
        <p:spPr>
          <a:xfrm>
            <a:off x="347897" y="1"/>
            <a:ext cx="11496204" cy="6857999"/>
          </a:xfrm>
          <a:custGeom>
            <a:avLst/>
            <a:gdLst>
              <a:gd name="connsiteX0" fmla="*/ 2119165 w 11496204"/>
              <a:gd name="connsiteY0" fmla="*/ 0 h 6857999"/>
              <a:gd name="connsiteX1" fmla="*/ 9810012 w 11496204"/>
              <a:gd name="connsiteY1" fmla="*/ 0 h 6857999"/>
              <a:gd name="connsiteX2" fmla="*/ 11496204 w 11496204"/>
              <a:gd name="connsiteY2" fmla="*/ 5094456 h 6857999"/>
              <a:gd name="connsiteX3" fmla="*/ 9675774 w 11496204"/>
              <a:gd name="connsiteY3" fmla="*/ 6857999 h 6857999"/>
              <a:gd name="connsiteX4" fmla="*/ 1610995 w 11496204"/>
              <a:gd name="connsiteY4" fmla="*/ 6857999 h 6857999"/>
              <a:gd name="connsiteX5" fmla="*/ 0 w 11496204"/>
              <a:gd name="connsiteY5" fmla="*/ 1990730 h 6857999"/>
              <a:gd name="connsiteX6" fmla="*/ 2119165 w 11496204"/>
              <a:gd name="connsiteY6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96204" h="6857999">
                <a:moveTo>
                  <a:pt x="2119165" y="0"/>
                </a:moveTo>
                <a:lnTo>
                  <a:pt x="9810012" y="0"/>
                </a:lnTo>
                <a:lnTo>
                  <a:pt x="11496204" y="5094456"/>
                </a:lnTo>
                <a:lnTo>
                  <a:pt x="9675774" y="6857999"/>
                </a:lnTo>
                <a:lnTo>
                  <a:pt x="1610995" y="6857999"/>
                </a:lnTo>
                <a:lnTo>
                  <a:pt x="0" y="1990730"/>
                </a:lnTo>
                <a:lnTo>
                  <a:pt x="211916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8F17EA4-7BB9-664C-862D-2974AFD4E7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6260" y="2201937"/>
            <a:ext cx="6612258" cy="3417625"/>
          </a:xfrm>
        </p:spPr>
        <p:txBody>
          <a:bodyPr anchor="t"/>
          <a:lstStyle>
            <a:lvl1pPr>
              <a:spcAft>
                <a:spcPts val="1000"/>
              </a:spcAft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254EC9C5-B9B2-A92F-D346-D332BB3C6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9130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Quote">
    <p:bg>
      <p:bgPr>
        <a:solidFill>
          <a:schemeClr val="bg2">
            <a:alpha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1D7ABD65-A99A-DEFC-8F47-6D30975898D4}"/>
              </a:ext>
            </a:extLst>
          </p:cNvPr>
          <p:cNvSpPr/>
          <p:nvPr userDrawn="1"/>
        </p:nvSpPr>
        <p:spPr>
          <a:xfrm>
            <a:off x="347897" y="1"/>
            <a:ext cx="11496204" cy="6857999"/>
          </a:xfrm>
          <a:custGeom>
            <a:avLst/>
            <a:gdLst>
              <a:gd name="connsiteX0" fmla="*/ 2119165 w 11496204"/>
              <a:gd name="connsiteY0" fmla="*/ 0 h 6857999"/>
              <a:gd name="connsiteX1" fmla="*/ 9810012 w 11496204"/>
              <a:gd name="connsiteY1" fmla="*/ 0 h 6857999"/>
              <a:gd name="connsiteX2" fmla="*/ 11496204 w 11496204"/>
              <a:gd name="connsiteY2" fmla="*/ 5094456 h 6857999"/>
              <a:gd name="connsiteX3" fmla="*/ 9675774 w 11496204"/>
              <a:gd name="connsiteY3" fmla="*/ 6857999 h 6857999"/>
              <a:gd name="connsiteX4" fmla="*/ 1610995 w 11496204"/>
              <a:gd name="connsiteY4" fmla="*/ 6857999 h 6857999"/>
              <a:gd name="connsiteX5" fmla="*/ 0 w 11496204"/>
              <a:gd name="connsiteY5" fmla="*/ 1990730 h 6857999"/>
              <a:gd name="connsiteX6" fmla="*/ 2119165 w 11496204"/>
              <a:gd name="connsiteY6" fmla="*/ 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496204" h="6857999">
                <a:moveTo>
                  <a:pt x="2119165" y="0"/>
                </a:moveTo>
                <a:lnTo>
                  <a:pt x="9810012" y="0"/>
                </a:lnTo>
                <a:lnTo>
                  <a:pt x="11496204" y="5094456"/>
                </a:lnTo>
                <a:lnTo>
                  <a:pt x="9675774" y="6857999"/>
                </a:lnTo>
                <a:lnTo>
                  <a:pt x="1610995" y="6857999"/>
                </a:lnTo>
                <a:lnTo>
                  <a:pt x="0" y="1990730"/>
                </a:lnTo>
                <a:lnTo>
                  <a:pt x="211916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accent1"/>
              </a:solidFill>
            </a:endParaRP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D8F17EA4-7BB9-664C-862D-2974AFD4E7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86260" y="2201937"/>
            <a:ext cx="6612258" cy="3417625"/>
          </a:xfrm>
        </p:spPr>
        <p:txBody>
          <a:bodyPr anchor="t"/>
          <a:lstStyle>
            <a:lvl1pPr>
              <a:spcAft>
                <a:spcPts val="1000"/>
              </a:spcAft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 Heading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3BFFEA1-210D-2A88-EB32-A4BB7B860BAB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CFE5F2-01F1-6D89-67D6-F1028C7B1A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254EC9C5-B9B2-A92F-D346-D332BB3C64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7951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93914"/>
            <a:ext cx="10326658" cy="875773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2066357"/>
            <a:ext cx="10957594" cy="359224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B0CD470-0980-9846-9280-4B88DEA185B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69687"/>
            <a:ext cx="10326658" cy="591362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BC1BFA3-4F16-6A42-8839-4F7C08BA1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2087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Text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B8A330B-FBE9-F106-E9F0-7C611C2E155D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8C1912F-4E52-D5A0-4FFF-D405F3D6A1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95713"/>
            <a:ext cx="10326658" cy="673974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2066357"/>
            <a:ext cx="10957594" cy="3592247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B0CD470-0980-9846-9280-4B88DEA185B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69687"/>
            <a:ext cx="10326658" cy="591362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BC1BFA3-4F16-6A42-8839-4F7C08BA16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864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78598" y="2182197"/>
            <a:ext cx="4213990" cy="3515695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0FFF11-A66E-3743-A5B6-B27679EAC2F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947646" y="2182197"/>
            <a:ext cx="4213990" cy="3515695"/>
          </a:xfrm>
          <a:noFill/>
        </p:spPr>
        <p:txBody>
          <a:bodyPr tIns="0" bIns="468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ClrTx/>
              <a:buSzTx/>
              <a:buFont typeface="Arial" panose="020B0604020202020204" pitchFamily="34" charset="0"/>
              <a:buNone/>
              <a:tabLst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6BA2EE7-4B1B-6A61-3B6F-65AC41A1F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86134"/>
            <a:ext cx="10326658" cy="673974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4E1F4-7D8B-DB5D-F375-23ABF256717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26658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187F86C-B406-B6C1-8AB3-D8B4FE885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964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lumn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B0561DD-12DA-B2A0-FBF0-3D763D26E6A8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9C568C-0D57-5EDD-1D94-1894572667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78598" y="2182197"/>
            <a:ext cx="4213990" cy="3515695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0FFF11-A66E-3743-A5B6-B27679EAC2F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947646" y="2182197"/>
            <a:ext cx="4213990" cy="3515695"/>
          </a:xfrm>
          <a:noFill/>
        </p:spPr>
        <p:txBody>
          <a:bodyPr tIns="0" bIns="468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ClrTx/>
              <a:buSzTx/>
              <a:buFont typeface="Arial" panose="020B0604020202020204" pitchFamily="34" charset="0"/>
              <a:buNone/>
              <a:tabLst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6BA2EE7-4B1B-6A61-3B6F-65AC41A1FB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37457"/>
            <a:ext cx="10326658" cy="821226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14E1F4-7D8B-DB5D-F375-23ABF256717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26658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187F86C-B406-B6C1-8AB3-D8B4FE885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087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Blue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E0ADE0A-0058-F840-B5C2-8007274D7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84709"/>
            <a:ext cx="10225203" cy="673974"/>
          </a:xfrm>
        </p:spPr>
        <p:txBody>
          <a:bodyPr anchor="b" anchorCtr="0"/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59CF281-F9BC-F767-AAB3-977639C9C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691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 Blue B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D192C2A-3B98-644C-2134-D7F732CC1F8E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2B82E5-474C-66D6-3507-82E0E94D3DB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E59CF281-F9BC-F767-AAB3-977639C9C4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2214C89-57F7-705B-3C41-E0ABD76C84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84709"/>
            <a:ext cx="10225203" cy="673974"/>
          </a:xfrm>
        </p:spPr>
        <p:txBody>
          <a:bodyPr anchor="b" anchorCtr="0"/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4242799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0833755-2977-A00B-859E-E4A4C1EEB406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544393" y="530942"/>
            <a:ext cx="6122355" cy="5659546"/>
          </a:xfrm>
          <a:solidFill>
            <a:schemeClr val="bg2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5" y="2066357"/>
            <a:ext cx="4593370" cy="378665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>
                <a:effectLst/>
                <a:latin typeface="Helvetica" pitchFamily="2" charset="0"/>
              </a:rPr>
              <a:t>Click to add text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ED1DA63-B62A-72A8-C587-76EC01B61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72143"/>
            <a:ext cx="4909165" cy="886772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C044A6-6EE5-E6D8-E6C1-A981D9A831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4908127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FD99CD9-77BC-374D-AB2E-BE1C1AB53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20976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F4FFFA-7F94-5748-B8F8-DB1645F43C9D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AE26E0-41D7-3013-24A8-A460E1D012A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F0833755-2977-A00B-859E-E4A4C1EEB406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5544393" y="530942"/>
            <a:ext cx="6122355" cy="5659546"/>
          </a:xfrm>
          <a:solidFill>
            <a:schemeClr val="bg2">
              <a:lumMod val="20000"/>
              <a:lumOff val="80000"/>
            </a:schemeClr>
          </a:solidFill>
        </p:spPr>
        <p:txBody>
          <a:bodyPr anchor="t"/>
          <a:lstStyle>
            <a:lvl1pPr marL="0" indent="0" algn="ctr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5" y="2066357"/>
            <a:ext cx="4593370" cy="3786651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>
                <a:effectLst/>
                <a:latin typeface="Helvetica" pitchFamily="2" charset="0"/>
              </a:rPr>
              <a:t>Click to add text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ED1DA63-B62A-72A8-C587-76EC01B61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50371"/>
            <a:ext cx="4909165" cy="908544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C044A6-6EE5-E6D8-E6C1-A981D9A831A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4908127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FD99CD9-77BC-374D-AB2E-BE1C1AB538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5082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1878123"/>
            <a:ext cx="4769769" cy="397488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>
                <a:effectLst/>
                <a:latin typeface="Helvetica" pitchFamily="2" charset="0"/>
              </a:rPr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959C1BB-5DB3-4545-BC15-9C1CC6D87E17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544393" y="3847315"/>
            <a:ext cx="3945836" cy="1976435"/>
          </a:xfrm>
          <a:solidFill>
            <a:schemeClr val="tx2"/>
          </a:solidFill>
          <a:ln>
            <a:noFill/>
          </a:ln>
        </p:spPr>
        <p:txBody>
          <a:bodyPr lIns="180000" tIns="144000" rIns="10800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lang="en-AU" sz="18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F96B60-C3E6-1E43-A1EF-B695A728B08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490229" y="3842720"/>
            <a:ext cx="1991767" cy="1976435"/>
          </a:xfrm>
          <a:solidFill>
            <a:schemeClr val="accent1"/>
          </a:solidFill>
          <a:ln>
            <a:noFill/>
          </a:ln>
        </p:spPr>
        <p:txBody>
          <a:bodyPr lIns="180000" tIns="144000" rIns="10800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lang="en-AU" sz="18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424C1E3-128E-1F4F-A796-DB00C9C8B74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544393" y="1882718"/>
            <a:ext cx="1980337" cy="1976435"/>
          </a:xfrm>
          <a:solidFill>
            <a:schemeClr val="bg2"/>
          </a:solidFill>
          <a:ln>
            <a:noFill/>
          </a:ln>
        </p:spPr>
        <p:txBody>
          <a:bodyPr lIns="180000" tIns="144000" rIns="10800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lang="en-AU" sz="1800" b="0" i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F9D2F31-417C-334D-B0FD-273964A6804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524730" y="1878123"/>
            <a:ext cx="3957267" cy="1976435"/>
          </a:xfr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lIns="180000" tIns="144000" rIns="10800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lang="en-AU" sz="1800" b="0" i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ED1DA63-B62A-72A8-C587-76EC01B61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04800"/>
            <a:ext cx="10326658" cy="872012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EEB6C12-9611-8F57-E195-BEC0105B978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18246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D90EB1-CE0E-5175-BC1C-834AAEB49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0539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BFAD6DC-A13E-4FFD-33FD-00087489CB3E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31608F7-A75C-91D5-41AF-C5B7855FB2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1878123"/>
            <a:ext cx="4769769" cy="3974885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>
                <a:effectLst/>
                <a:latin typeface="Helvetica" pitchFamily="2" charset="0"/>
              </a:rPr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959C1BB-5DB3-4545-BC15-9C1CC6D87E17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5544393" y="3847315"/>
            <a:ext cx="3945836" cy="1976435"/>
          </a:xfrm>
          <a:solidFill>
            <a:schemeClr val="tx2"/>
          </a:solidFill>
          <a:ln>
            <a:noFill/>
          </a:ln>
        </p:spPr>
        <p:txBody>
          <a:bodyPr lIns="180000" tIns="144000" rIns="10800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lang="en-AU" sz="18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1F96B60-C3E6-1E43-A1EF-B695A728B08B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9490229" y="3842720"/>
            <a:ext cx="1991767" cy="1976435"/>
          </a:xfrm>
          <a:solidFill>
            <a:schemeClr val="accent1"/>
          </a:solidFill>
          <a:ln>
            <a:noFill/>
          </a:ln>
        </p:spPr>
        <p:txBody>
          <a:bodyPr lIns="180000" tIns="144000" rIns="10800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lang="en-AU" sz="18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424C1E3-128E-1F4F-A796-DB00C9C8B749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5544393" y="1882718"/>
            <a:ext cx="1980337" cy="1976435"/>
          </a:xfrm>
          <a:solidFill>
            <a:schemeClr val="bg2"/>
          </a:solidFill>
          <a:ln>
            <a:noFill/>
          </a:ln>
        </p:spPr>
        <p:txBody>
          <a:bodyPr lIns="180000" tIns="144000" rIns="10800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lang="en-AU" sz="1800" b="0" i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8F9D2F31-417C-334D-B0FD-273964A68049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524730" y="1878123"/>
            <a:ext cx="3957267" cy="1976435"/>
          </a:xfrm>
          <a:solidFill>
            <a:schemeClr val="tx2">
              <a:lumMod val="10000"/>
              <a:lumOff val="90000"/>
            </a:schemeClr>
          </a:solidFill>
          <a:ln>
            <a:noFill/>
          </a:ln>
        </p:spPr>
        <p:txBody>
          <a:bodyPr lIns="180000" tIns="144000" rIns="108000" anchor="t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  <a:defRPr lang="en-AU" sz="1800" b="0" i="0" smtClean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15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Title</a:t>
            </a:r>
            <a:endParaRPr lang="en-AU" dirty="0">
              <a:solidFill>
                <a:srgbClr val="FFFFFF"/>
              </a:solidFill>
              <a:effectLst/>
              <a:latin typeface="Helvetica" pitchFamily="2" charset="0"/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2ED1DA63-B62A-72A8-C587-76EC01B61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02771"/>
            <a:ext cx="10326658" cy="769446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CEEB6C12-9611-8F57-E195-BEC0105B978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18246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7D90EB1-CE0E-5175-BC1C-834AAEB49A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6049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Full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A9CE43-D9C6-E548-A9E8-DA2FD2A093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3" y="1"/>
            <a:ext cx="12188388" cy="68763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27170A-395F-72CD-A95A-A0A4BF765E1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4689" y="6125802"/>
            <a:ext cx="837540" cy="3564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F8BED3C-A218-B310-9F7F-5939D0A41896}"/>
              </a:ext>
            </a:extLst>
          </p:cNvPr>
          <p:cNvSpPr txBox="1"/>
          <p:nvPr userDrawn="1"/>
        </p:nvSpPr>
        <p:spPr>
          <a:xfrm>
            <a:off x="10463752" y="6304002"/>
            <a:ext cx="17282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UTS CRICOS 00099F</a:t>
            </a:r>
          </a:p>
          <a:p>
            <a:pPr algn="l"/>
            <a:r>
              <a:rPr lang="en-US" sz="1000" dirty="0">
                <a:solidFill>
                  <a:schemeClr val="bg1">
                    <a:lumMod val="65000"/>
                  </a:schemeClr>
                </a:solidFill>
              </a:rPr>
              <a:t>UTS TEQSA PRV12060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9B4CA80-6374-206A-811E-5E5EA76E69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72143"/>
            <a:ext cx="10326658" cy="886989"/>
          </a:xfrm>
        </p:spPr>
        <p:txBody>
          <a:bodyPr anchor="b" anchorCtr="0"/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7852985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Full Imag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5A9CE43-D9C6-E548-A9E8-DA2FD2A093C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613" y="1"/>
            <a:ext cx="12188388" cy="6857999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31CD993-E4A5-1EB1-D64E-77A280DE6578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A22B89-50C3-B2CA-24A9-F87A43CE9CA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B3F2FB8-FAA4-DB73-36D8-AFC8B7DC5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F41A8ED-11BC-117C-004C-B622E9AC74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72143"/>
            <a:ext cx="10326658" cy="886989"/>
          </a:xfrm>
        </p:spPr>
        <p:txBody>
          <a:bodyPr anchor="b" anchorCtr="0"/>
          <a:lstStyle>
            <a:lvl1pPr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3273388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1617605"/>
            <a:ext cx="10335070" cy="82251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0FFF11-A66E-3743-A5B6-B27679EAC2F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7854" y="2507743"/>
            <a:ext cx="10844767" cy="3325166"/>
          </a:xfrm>
          <a:noFill/>
        </p:spPr>
        <p:txBody>
          <a:bodyPr tIns="90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en-US" dirty="0"/>
              <a:t>Click to insert table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7AD990-6056-B5C0-68E2-ADAEF7D97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47612"/>
            <a:ext cx="10326658" cy="905393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11CB8-2A52-EDE7-62FC-726293B1B7E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35070" cy="401731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700FA61-4AD2-BDA3-6C74-D704046EC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46489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Ch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28EB162-BB7C-E5FE-AA6D-A38CF3AF8971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987718-ED0A-200E-1D97-490A5B4D28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627854" y="1617605"/>
            <a:ext cx="10335070" cy="822518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80FFF11-A66E-3743-A5B6-B27679EAC2F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27854" y="2507743"/>
            <a:ext cx="10844767" cy="3325166"/>
          </a:xfrm>
          <a:noFill/>
        </p:spPr>
        <p:txBody>
          <a:bodyPr tIns="90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en-US" dirty="0"/>
              <a:t>Click to insert table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7AD990-6056-B5C0-68E2-ADAEF7D97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30487"/>
            <a:ext cx="10326658" cy="822518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B11CB8-2A52-EDE7-62FC-726293B1B7E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35070" cy="401731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700FA61-4AD2-BDA3-6C74-D704046ECC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92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26237" y="1738326"/>
            <a:ext cx="2182723" cy="55325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E7AD990-6056-B5C0-68E2-ADAEF7D97F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28600"/>
            <a:ext cx="5831065" cy="930532"/>
          </a:xfrm>
        </p:spPr>
        <p:txBody>
          <a:bodyPr anchor="b" anchorCtr="0"/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F954890-83F2-EF7E-00A0-31FF9739DBF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959068" y="550718"/>
            <a:ext cx="5232932" cy="5619076"/>
          </a:xfrm>
        </p:spPr>
        <p:txBody>
          <a:bodyPr anchor="t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B3F387-516A-7D67-9136-E665BEFA883A}"/>
              </a:ext>
            </a:extLst>
          </p:cNvPr>
          <p:cNvSpPr/>
          <p:nvPr userDrawn="1"/>
        </p:nvSpPr>
        <p:spPr>
          <a:xfrm>
            <a:off x="712269" y="1655545"/>
            <a:ext cx="2868329" cy="19443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2DEDBC-EAC7-003C-FA75-B9E76D5BC078}"/>
              </a:ext>
            </a:extLst>
          </p:cNvPr>
          <p:cNvSpPr/>
          <p:nvPr userDrawn="1"/>
        </p:nvSpPr>
        <p:spPr>
          <a:xfrm>
            <a:off x="3580598" y="3599848"/>
            <a:ext cx="2878321" cy="19872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BCEA40D-4FB1-F474-370D-0F9B658390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90987" y="1842609"/>
            <a:ext cx="2581773" cy="1711295"/>
          </a:xfrm>
        </p:spPr>
        <p:txBody>
          <a:bodyPr lIns="0" tIns="5400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lang="en-AU" sz="14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C7AE1F0-4A73-0CBA-142C-363EA2C12D5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794565" y="1842609"/>
            <a:ext cx="2549375" cy="1708149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AU" sz="14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4A053E8-16BA-4B89-CA00-6690F20F9D4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794565" y="3841091"/>
            <a:ext cx="2549375" cy="1708149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AU" sz="14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BF76D09-FEE9-392A-DC0F-A2F4E775456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90988" y="3841091"/>
            <a:ext cx="2553192" cy="1708149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AU" sz="14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147D988-F886-ECFC-A074-94C71BAD7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742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4E0BEA9-CE7B-19CA-AB62-75BC8B3CBA35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1031CC8-CF49-CA87-85CB-00468776F8E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926237" y="1738326"/>
            <a:ext cx="2182723" cy="553253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8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EF954890-83F2-EF7E-00A0-31FF9739DBF3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6959068" y="550718"/>
            <a:ext cx="5232932" cy="5619076"/>
          </a:xfrm>
          <a:solidFill>
            <a:schemeClr val="tx2">
              <a:lumMod val="10000"/>
              <a:lumOff val="90000"/>
            </a:schemeClr>
          </a:solidFill>
        </p:spPr>
        <p:txBody>
          <a:bodyPr anchor="t"/>
          <a:lstStyle>
            <a:lvl1pPr marL="0" indent="0" algn="ctr">
              <a:buNone/>
              <a:defRPr sz="1800">
                <a:solidFill>
                  <a:sysClr val="windowText" lastClr="000000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B3F387-516A-7D67-9136-E665BEFA883A}"/>
              </a:ext>
            </a:extLst>
          </p:cNvPr>
          <p:cNvSpPr/>
          <p:nvPr userDrawn="1"/>
        </p:nvSpPr>
        <p:spPr>
          <a:xfrm>
            <a:off x="712269" y="1655545"/>
            <a:ext cx="2868329" cy="194430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2DEDBC-EAC7-003C-FA75-B9E76D5BC078}"/>
              </a:ext>
            </a:extLst>
          </p:cNvPr>
          <p:cNvSpPr/>
          <p:nvPr userDrawn="1"/>
        </p:nvSpPr>
        <p:spPr>
          <a:xfrm>
            <a:off x="3580598" y="3599848"/>
            <a:ext cx="2878321" cy="198729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2BCEA40D-4FB1-F474-370D-0F9B6583907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90987" y="1842609"/>
            <a:ext cx="2581773" cy="1711295"/>
          </a:xfrm>
        </p:spPr>
        <p:txBody>
          <a:bodyPr lIns="0" tIns="5400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lang="en-AU" sz="1400" smtClean="0">
                <a:solidFill>
                  <a:schemeClr val="bg1"/>
                </a:solidFill>
                <a:effectLst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4C7AE1F0-4A73-0CBA-142C-363EA2C12D53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794565" y="1842609"/>
            <a:ext cx="2549375" cy="1708149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AU" sz="14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E4A053E8-16BA-4B89-CA00-6690F20F9D4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794565" y="3841091"/>
            <a:ext cx="2549375" cy="1708149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AU" sz="1400" b="0" i="0" smtClean="0">
                <a:solidFill>
                  <a:schemeClr val="bg1"/>
                </a:solidFill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FBF76D09-FEE9-392A-DC0F-A2F4E775456A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90988" y="3841091"/>
            <a:ext cx="2553192" cy="1708149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lang="en-AU" sz="14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4147D988-F886-ECFC-A074-94C71BAD7D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8B14C8-A06A-3369-683B-F8B85369F65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228600"/>
            <a:ext cx="5831065" cy="930532"/>
          </a:xfrm>
        </p:spPr>
        <p:txBody>
          <a:bodyPr anchor="b" anchorCtr="0"/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31602581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7B9AD-F5E0-2C5E-3748-CC1D15DA6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77888"/>
            <a:ext cx="10326658" cy="794848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DF7DA2E7-B080-A278-F3D4-CD2910723AC9}"/>
              </a:ext>
            </a:extLst>
          </p:cNvPr>
          <p:cNvSpPr>
            <a:spLocks noGrp="1"/>
          </p:cNvSpPr>
          <p:nvPr>
            <p:ph type="pic" idx="11" hasCustomPrompt="1"/>
          </p:nvPr>
        </p:nvSpPr>
        <p:spPr>
          <a:xfrm>
            <a:off x="7106094" y="3269461"/>
            <a:ext cx="2157907" cy="1440000"/>
          </a:xfrm>
        </p:spPr>
        <p:txBody>
          <a:bodyPr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AB7E494B-1CC0-96A2-DC63-81E6DAFB4A1C}"/>
              </a:ext>
            </a:extLst>
          </p:cNvPr>
          <p:cNvSpPr>
            <a:spLocks noGrp="1"/>
          </p:cNvSpPr>
          <p:nvPr>
            <p:ph type="pic" idx="12" hasCustomPrompt="1"/>
          </p:nvPr>
        </p:nvSpPr>
        <p:spPr>
          <a:xfrm>
            <a:off x="4940761" y="3269460"/>
            <a:ext cx="2169789" cy="2879999"/>
          </a:xfrm>
        </p:spPr>
        <p:txBody>
          <a:bodyPr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742314F-A63D-6323-7922-08B82C298F3A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4940761" y="1829459"/>
            <a:ext cx="2170658" cy="1440000"/>
          </a:xfrm>
        </p:spPr>
        <p:txBody>
          <a:bodyPr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BDC26EAE-EAA2-E9EC-6F8F-91FFAA2293C5}"/>
              </a:ext>
            </a:extLst>
          </p:cNvPr>
          <p:cNvSpPr>
            <a:spLocks noGrp="1"/>
          </p:cNvSpPr>
          <p:nvPr>
            <p:ph type="pic" idx="14" hasCustomPrompt="1"/>
          </p:nvPr>
        </p:nvSpPr>
        <p:spPr>
          <a:xfrm>
            <a:off x="2796227" y="4709245"/>
            <a:ext cx="2149937" cy="1440000"/>
          </a:xfrm>
        </p:spPr>
        <p:txBody>
          <a:bodyPr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B6E7F5D5-C610-454E-EB19-E58841E6EC8B}"/>
              </a:ext>
            </a:extLst>
          </p:cNvPr>
          <p:cNvSpPr>
            <a:spLocks noGrp="1"/>
          </p:cNvSpPr>
          <p:nvPr>
            <p:ph type="pic" idx="15" hasCustomPrompt="1"/>
          </p:nvPr>
        </p:nvSpPr>
        <p:spPr>
          <a:xfrm>
            <a:off x="9262736" y="1829459"/>
            <a:ext cx="1441628" cy="1440000"/>
          </a:xfrm>
        </p:spPr>
        <p:txBody>
          <a:bodyPr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2E426837-4A7E-7787-3B98-E04FE1247B7E}"/>
              </a:ext>
            </a:extLst>
          </p:cNvPr>
          <p:cNvSpPr>
            <a:spLocks noGrp="1"/>
          </p:cNvSpPr>
          <p:nvPr>
            <p:ph type="pic" idx="16" hasCustomPrompt="1"/>
          </p:nvPr>
        </p:nvSpPr>
        <p:spPr>
          <a:xfrm>
            <a:off x="9262736" y="4713537"/>
            <a:ext cx="1441628" cy="1432723"/>
          </a:xfrm>
        </p:spPr>
        <p:txBody>
          <a:bodyPr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ACF917F-7E5C-87FC-8F4C-723E95C7A5D0}"/>
              </a:ext>
            </a:extLst>
          </p:cNvPr>
          <p:cNvSpPr>
            <a:spLocks noGrp="1"/>
          </p:cNvSpPr>
          <p:nvPr>
            <p:ph type="pic" idx="17" hasCustomPrompt="1"/>
          </p:nvPr>
        </p:nvSpPr>
        <p:spPr>
          <a:xfrm>
            <a:off x="10712335" y="3269458"/>
            <a:ext cx="1479665" cy="1432507"/>
          </a:xfrm>
        </p:spPr>
        <p:txBody>
          <a:bodyPr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4470A79B-92AC-F252-36DE-D02A5487A574}"/>
              </a:ext>
            </a:extLst>
          </p:cNvPr>
          <p:cNvSpPr>
            <a:spLocks noGrp="1"/>
          </p:cNvSpPr>
          <p:nvPr>
            <p:ph type="pic" idx="10" hasCustomPrompt="1"/>
          </p:nvPr>
        </p:nvSpPr>
        <p:spPr>
          <a:xfrm>
            <a:off x="7106094" y="1109460"/>
            <a:ext cx="2157907" cy="2159998"/>
          </a:xfrm>
        </p:spPr>
        <p:txBody>
          <a:bodyPr anchor="t"/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insert image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D00AB4E0-7EEB-A2E6-1536-596DD6FEA08B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627855" y="1821966"/>
            <a:ext cx="3639346" cy="2695713"/>
          </a:xfrm>
          <a:noFill/>
        </p:spPr>
        <p:txBody>
          <a:bodyPr tIns="90000" bIns="46800"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Font typeface="Arial" panose="020B0604020202020204" pitchFamily="34" charset="0"/>
              <a:buNone/>
              <a:defRPr lang="en-AU" sz="1800" b="0" i="0" smtClean="0">
                <a:solidFill>
                  <a:schemeClr val="tx1"/>
                </a:solidFill>
                <a:effectLst/>
                <a:latin typeface="Arial" panose="020B0604020202020204" pitchFamily="34" charset="0"/>
              </a:defRPr>
            </a:lvl1pPr>
            <a:lvl2pPr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r>
              <a:rPr lang="en-US" dirty="0"/>
              <a:t>Click to insert table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9F67CE44-14FC-4704-4448-4B57F273B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Text Placeholder 2">
            <a:extLst>
              <a:ext uri="{FF2B5EF4-FFF2-40B4-BE49-F238E27FC236}">
                <a16:creationId xmlns:a16="http://schemas.microsoft.com/office/drawing/2014/main" id="{2092D624-4B1C-7980-ED37-C26D68B554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35070" cy="401731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</p:spTree>
    <p:extLst>
      <p:ext uri="{BB962C8B-B14F-4D97-AF65-F5344CB8AC3E}">
        <p14:creationId xmlns:p14="http://schemas.microsoft.com/office/powerpoint/2010/main" val="834846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75705F-056C-E84F-941D-51846364E08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008966" y="1846729"/>
            <a:ext cx="5463655" cy="3953434"/>
          </a:xfrm>
          <a:solidFill>
            <a:schemeClr val="tx2">
              <a:lumMod val="10000"/>
              <a:lumOff val="90000"/>
            </a:schemeClr>
          </a:solidFill>
        </p:spPr>
        <p:txBody>
          <a:bodyPr anchor="t"/>
          <a:lstStyle>
            <a:lvl1pPr marL="0" indent="0" algn="ctr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78598" y="2182197"/>
            <a:ext cx="4213990" cy="3359257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1D11B7-B5EA-6635-2923-D77BEAEE2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26571"/>
            <a:ext cx="10326658" cy="850241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83EC90F-EC91-D35D-1C3C-FA9A79452E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18246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F7B988E-ABC8-D5E8-D99C-E4039CE93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3109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and Imag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73E07CA-3FA4-36F9-E0EB-D0E6FBD7F61E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5716317-F58B-F836-A1AF-0034A8FFE9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475705F-056C-E84F-941D-51846364E08B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008966" y="1846729"/>
            <a:ext cx="5463655" cy="3953434"/>
          </a:xfrm>
          <a:solidFill>
            <a:schemeClr val="tx2">
              <a:lumMod val="10000"/>
              <a:lumOff val="90000"/>
            </a:schemeClr>
          </a:solidFill>
        </p:spPr>
        <p:txBody>
          <a:bodyPr anchor="t"/>
          <a:lstStyle>
            <a:lvl1pPr marL="0" indent="0" algn="ctr"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C88A8D42-146D-E24F-BAAC-E035BD58A1AC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1478598" y="2182197"/>
            <a:ext cx="4213990" cy="3359257"/>
          </a:xfrm>
        </p:spPr>
        <p:txBody>
          <a:bodyPr tIns="0"/>
          <a:lstStyle>
            <a:lvl1pPr marL="0" indent="0">
              <a:lnSpc>
                <a:spcPct val="100000"/>
              </a:lnSpc>
              <a:spcBef>
                <a:spcPts val="500"/>
              </a:spcBef>
              <a:spcAft>
                <a:spcPts val="1500"/>
              </a:spcAft>
              <a:buFont typeface="Arial" panose="020B0604020202020204" pitchFamily="34" charset="0"/>
              <a:buNone/>
              <a:defRPr lang="en-AU" sz="1500" b="0" i="0" smtClean="0">
                <a:effectLst/>
                <a:latin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text</a:t>
            </a:r>
            <a:endParaRPr lang="en-AU" dirty="0">
              <a:effectLst/>
              <a:latin typeface="Helvetica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51D11B7-B5EA-6635-2923-D77BEAEE20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04800"/>
            <a:ext cx="10326658" cy="872012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83EC90F-EC91-D35D-1C3C-FA9A79452EC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18246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F7B988E-ABC8-D5E8-D99C-E4039CE93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309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23BBFF07-D40D-E544-7E68-D0435B1FAB1A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86C6A5F-C40B-93B6-D854-CC0FED40CDA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D0E2FC9-DD45-2AC1-1985-B7A8037A1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48343"/>
            <a:ext cx="10326658" cy="828469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22ADF5A-764B-47D1-8704-2397E4629D7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18246" cy="498543"/>
          </a:xfrm>
        </p:spPr>
        <p:txBody>
          <a:bodyPr anchor="t"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727AD-8BA9-514F-D1B6-49A1499E12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349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D0E2FC9-DD45-2AC1-1985-B7A8037A1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85158"/>
            <a:ext cx="10326658" cy="673974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7C6DEDC-89C8-B818-D488-90D2BD520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3194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1DF78D4-C112-D72F-33FB-A4CAC5F4C8B9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A405A7C-2826-E7CF-B272-944F3E092D6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D0E2FC9-DD45-2AC1-1985-B7A8037A1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96493"/>
            <a:ext cx="10326658" cy="673974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67C6DEDC-89C8-B818-D488-90D2BD5201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5822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P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D0E2FC9-DD45-2AC1-1985-B7A8037A1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85158"/>
            <a:ext cx="10326658" cy="673974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F886B9E-4162-CA08-6362-28E3A6182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400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P Ima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4E7219-B40F-878D-E7FA-C01572CE6050}"/>
              </a:ext>
            </a:extLst>
          </p:cNvPr>
          <p:cNvSpPr/>
          <p:nvPr userDrawn="1"/>
        </p:nvSpPr>
        <p:spPr>
          <a:xfrm>
            <a:off x="0" y="0"/>
            <a:ext cx="12211366" cy="6857999"/>
          </a:xfrm>
          <a:prstGeom prst="rect">
            <a:avLst/>
          </a:prstGeom>
          <a:blipFill dpi="0" rotWithShape="1">
            <a:blip r:embed="rId2" cstate="screen">
              <a:alphaModFix amt="2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55AA2C-C588-726E-477A-1A9D0B7BEDCB}"/>
              </a:ext>
            </a:extLst>
          </p:cNvPr>
          <p:cNvSpPr/>
          <p:nvPr userDrawn="1"/>
        </p:nvSpPr>
        <p:spPr>
          <a:xfrm>
            <a:off x="0" y="6190488"/>
            <a:ext cx="12192000" cy="667512"/>
          </a:xfrm>
          <a:prstGeom prst="rect">
            <a:avLst/>
          </a:prstGeom>
          <a:solidFill>
            <a:srgbClr val="EBEBEB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D0E2FC9-DD45-2AC1-1985-B7A8037A1A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485158"/>
            <a:ext cx="10326658" cy="673974"/>
          </a:xfrm>
        </p:spPr>
        <p:txBody>
          <a:bodyPr anchor="b" anchorCtr="0"/>
          <a:lstStyle>
            <a:lvl1pPr>
              <a:defRPr sz="36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F886B9E-4162-CA08-6362-28E3A6182E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6F4D87E-0352-D4D8-9527-CAAF403429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43229" y="6270343"/>
            <a:ext cx="1042737" cy="449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46920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Pa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7B9AD-F5E0-2C5E-3748-CC1D15DA646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854" y="370114"/>
            <a:ext cx="10326658" cy="789018"/>
          </a:xfrm>
        </p:spPr>
        <p:txBody>
          <a:bodyPr anchor="b" anchorCtr="0"/>
          <a:lstStyle>
            <a:lvl1pPr>
              <a:defRPr sz="3600" b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1E2A5-76FB-87C1-DC27-5F3312D9A22F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6266" y="1176812"/>
            <a:ext cx="10318246" cy="498543"/>
          </a:xfrm>
        </p:spPr>
        <p:txBody>
          <a:bodyPr anchor="t"/>
          <a:lstStyle>
            <a:lvl1pPr marL="0" indent="0">
              <a:buNone/>
              <a:defRPr sz="20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 dirty="0"/>
              <a:t>Subheading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A2FCB0B-4441-9975-54D7-0F29FDB095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5418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82399" y="6356350"/>
            <a:ext cx="4087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51FA37-3D95-DD4F-A79E-5508DFB6D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7" r:id="rId2"/>
    <p:sldLayoutId id="2147483748" r:id="rId3"/>
    <p:sldLayoutId id="2147483720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07" r:id="rId12"/>
    <p:sldLayoutId id="2147483727" r:id="rId13"/>
    <p:sldLayoutId id="2147483756" r:id="rId14"/>
    <p:sldLayoutId id="2147483715" r:id="rId15"/>
    <p:sldLayoutId id="2147483718" r:id="rId16"/>
    <p:sldLayoutId id="2147483726" r:id="rId17"/>
    <p:sldLayoutId id="2147483728" r:id="rId18"/>
    <p:sldLayoutId id="2147483688" r:id="rId19"/>
    <p:sldLayoutId id="2147483757" r:id="rId20"/>
    <p:sldLayoutId id="2147483764" r:id="rId21"/>
    <p:sldLayoutId id="2147483703" r:id="rId22"/>
    <p:sldLayoutId id="2147483765" r:id="rId23"/>
    <p:sldLayoutId id="2147483724" r:id="rId24"/>
    <p:sldLayoutId id="2147483766" r:id="rId25"/>
    <p:sldLayoutId id="2147483744" r:id="rId26"/>
    <p:sldLayoutId id="2147483767" r:id="rId27"/>
    <p:sldLayoutId id="2147483746" r:id="rId28"/>
    <p:sldLayoutId id="2147483768" r:id="rId29"/>
    <p:sldLayoutId id="2147483721" r:id="rId30"/>
    <p:sldLayoutId id="2147483769" r:id="rId31"/>
    <p:sldLayoutId id="2147483763" r:id="rId32"/>
    <p:sldLayoutId id="2147483770" r:id="rId33"/>
    <p:sldLayoutId id="2147483723" r:id="rId34"/>
    <p:sldLayoutId id="2147483771" r:id="rId35"/>
    <p:sldLayoutId id="2147483758" r:id="rId36"/>
    <p:sldLayoutId id="2147483772" r:id="rId37"/>
    <p:sldLayoutId id="2147483725" r:id="rId38"/>
    <p:sldLayoutId id="2147483722" r:id="rId39"/>
    <p:sldLayoutId id="2147483773" r:id="rId40"/>
    <p:sldLayoutId id="2147483745" r:id="rId41"/>
    <p:sldLayoutId id="2147483761" r:id="rId42"/>
    <p:sldLayoutId id="2147483775" r:id="rId43"/>
    <p:sldLayoutId id="2147483760" r:id="rId44"/>
    <p:sldLayoutId id="2147483774" r:id="rId45"/>
    <p:sldLayoutId id="2147483762" r:id="rId4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CE528C2B-2E09-F455-9849-BA3750C19D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An Audiovisual Instrument Based on Wave Interference</a:t>
            </a:r>
            <a:endParaRPr lang="en-AU" sz="1600" dirty="0">
              <a:solidFill>
                <a:schemeClr val="bg1"/>
              </a:solidFill>
            </a:endParaRP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FF74408-CD62-65F8-2D70-D8CB85F7B1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Ripple Synth</a:t>
            </a:r>
          </a:p>
        </p:txBody>
      </p:sp>
    </p:spTree>
    <p:extLst>
      <p:ext uri="{BB962C8B-B14F-4D97-AF65-F5344CB8AC3E}">
        <p14:creationId xmlns:p14="http://schemas.microsoft.com/office/powerpoint/2010/main" val="2190331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CEE03-1285-CE48-AE9A-9CDB8F915B37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396983" y="2368336"/>
            <a:ext cx="4213990" cy="3515695"/>
          </a:xfrm>
        </p:spPr>
        <p:txBody>
          <a:bodyPr/>
          <a:lstStyle/>
          <a:p>
            <a:r>
              <a:rPr lang="en-US" b="1" dirty="0"/>
              <a:t>Sound as Waves:</a:t>
            </a:r>
            <a:r>
              <a:rPr lang="en-US" dirty="0"/>
              <a:t> Each note creates visual ripples that mirror sound wave behavior</a:t>
            </a:r>
            <a:endParaRPr lang="en-US" b="1" dirty="0"/>
          </a:p>
          <a:p>
            <a:r>
              <a:rPr lang="en-US" b="1" dirty="0"/>
              <a:t>Natural Coupling:</a:t>
            </a:r>
            <a:r>
              <a:rPr lang="en-US" dirty="0"/>
              <a:t> Audio and visual elements share the same underlying physics</a:t>
            </a:r>
            <a:endParaRPr lang="en-US" b="1" dirty="0"/>
          </a:p>
          <a:p>
            <a:r>
              <a:rPr lang="en-US" b="1" dirty="0"/>
              <a:t>Expressive Interaction:</a:t>
            </a:r>
            <a:r>
              <a:rPr lang="en-US" dirty="0"/>
              <a:t> Multiple input methods create complex, layered performances</a:t>
            </a:r>
            <a:endParaRPr lang="en-US" b="1" dirty="0"/>
          </a:p>
          <a:p>
            <a:r>
              <a:rPr lang="en-US" b="1" dirty="0"/>
              <a:t>Emergent Beauty:</a:t>
            </a:r>
            <a:r>
              <a:rPr lang="en-US" dirty="0"/>
              <a:t> Wave interference patterns create unpredictable visual compositions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4647C3-81F4-DA43-BB9C-EDFB58E49EC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r>
              <a:rPr lang="en-US" b="1" dirty="0"/>
              <a:t>Low Notes:</a:t>
            </a:r>
            <a:r>
              <a:rPr lang="en-US" dirty="0"/>
              <a:t> Earth-toned, slow-moving ripples</a:t>
            </a:r>
          </a:p>
          <a:p>
            <a:r>
              <a:rPr lang="en-US" b="1" dirty="0"/>
              <a:t>High Notes:</a:t>
            </a:r>
            <a:r>
              <a:rPr lang="en-US" dirty="0"/>
              <a:t> Bright, rapid oscillations</a:t>
            </a:r>
          </a:p>
          <a:p>
            <a:r>
              <a:rPr lang="en-US" b="1" dirty="0"/>
              <a:t>Chords:</a:t>
            </a:r>
            <a:r>
              <a:rPr lang="en-US" dirty="0"/>
              <a:t> Multiple wave sources creating interference</a:t>
            </a:r>
          </a:p>
          <a:p>
            <a:r>
              <a:rPr lang="en-US" b="1" dirty="0"/>
              <a:t>Rhythm:</a:t>
            </a:r>
            <a:r>
              <a:rPr lang="en-US" dirty="0"/>
              <a:t> Controls animation tempo globally</a:t>
            </a:r>
          </a:p>
          <a:p>
            <a:r>
              <a:rPr lang="en-US" b="1" dirty="0"/>
              <a:t>Playing Style:</a:t>
            </a:r>
            <a:r>
              <a:rPr lang="en-US" dirty="0"/>
              <a:t> Sustained vs. staccato affects wave persistence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DCE5E8-4C52-9C4A-8C72-9A072EB85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54" y="402770"/>
            <a:ext cx="10326658" cy="757337"/>
          </a:xfrm>
        </p:spPr>
        <p:txBody>
          <a:bodyPr/>
          <a:lstStyle/>
          <a:p>
            <a:r>
              <a:rPr lang="en-US" b="1" dirty="0"/>
              <a:t>Core Concept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564ABD-8969-C341-9430-0F8CBFC176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Visual-Audio Mappings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14F35-B6DF-525C-1645-39F88BB18A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2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EE828E0-128C-2D47-B61E-E46A72DF91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994618" y="1492027"/>
            <a:ext cx="25368" cy="3058625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0E901C8-80DE-FA48-9855-56E8EBC34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823714"/>
            <a:ext cx="6419751" cy="0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7727F0AD-C7D8-F54A-A69E-C4BB1005B7C5}"/>
              </a:ext>
            </a:extLst>
          </p:cNvPr>
          <p:cNvSpPr/>
          <p:nvPr/>
        </p:nvSpPr>
        <p:spPr>
          <a:xfrm>
            <a:off x="691335" y="2202440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F2A068D-3535-0549-8651-D9D3EADB50FD}"/>
              </a:ext>
            </a:extLst>
          </p:cNvPr>
          <p:cNvSpPr/>
          <p:nvPr/>
        </p:nvSpPr>
        <p:spPr>
          <a:xfrm>
            <a:off x="691335" y="2972840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18E322B-EA6E-CB40-85BB-B3C9958E145F}"/>
              </a:ext>
            </a:extLst>
          </p:cNvPr>
          <p:cNvSpPr/>
          <p:nvPr/>
        </p:nvSpPr>
        <p:spPr>
          <a:xfrm>
            <a:off x="674820" y="3782931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72BD0D2-FC95-5D49-8980-AEA5B5EA3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454483" y="1806030"/>
            <a:ext cx="0" cy="2707604"/>
          </a:xfrm>
          <a:prstGeom prst="line">
            <a:avLst/>
          </a:prstGeom>
          <a:ln w="5334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4D07340-18BA-6440-B938-61E7BADA76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868" y="2202440"/>
            <a:ext cx="622570" cy="62257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AC93EAA-F544-2247-A587-3D6A2E35F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868" y="3148328"/>
            <a:ext cx="622570" cy="62257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E45273D-39C7-774C-AF80-1921695F6B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868" y="4094216"/>
            <a:ext cx="622570" cy="62257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27A3401F-A52B-2249-9683-1619022C2A8B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12165" y="4252364"/>
            <a:ext cx="298288" cy="2982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DE21739-2512-E949-B0F1-D720C60089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312165" y="3297122"/>
            <a:ext cx="298288" cy="2982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90BCDD05-27CE-354D-9134-1F5434A9A7D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312165" y="2368336"/>
            <a:ext cx="298288" cy="298288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F539BD8-ECB1-2541-A910-2AAB7F0B0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419751" y="1823714"/>
            <a:ext cx="5088308" cy="0"/>
          </a:xfrm>
          <a:prstGeom prst="line">
            <a:avLst/>
          </a:prstGeom>
          <a:ln w="5334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A4A6E41F-0D95-F921-E398-393D5E961928}"/>
              </a:ext>
            </a:extLst>
          </p:cNvPr>
          <p:cNvSpPr/>
          <p:nvPr/>
        </p:nvSpPr>
        <p:spPr>
          <a:xfrm>
            <a:off x="708701" y="4550652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190181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4D9938-F43C-6687-74BE-5486653FE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5650A-0142-3A08-4E35-95F55EE24606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396983" y="2368336"/>
            <a:ext cx="4213990" cy="3515695"/>
          </a:xfrm>
        </p:spPr>
        <p:txBody>
          <a:bodyPr/>
          <a:lstStyle/>
          <a:p>
            <a:r>
              <a:rPr lang="en-US" b="1" dirty="0"/>
              <a:t>Ryoji Ikeda:</a:t>
            </a:r>
            <a:r>
              <a:rPr lang="en-US" dirty="0"/>
              <a:t> Data-driven audiovisual compositions</a:t>
            </a:r>
          </a:p>
          <a:p>
            <a:r>
              <a:rPr lang="en-US" b="1" dirty="0" err="1"/>
              <a:t>Jerobeam</a:t>
            </a:r>
            <a:r>
              <a:rPr lang="en-US" b="1" dirty="0"/>
              <a:t> Fenderson:</a:t>
            </a:r>
            <a:r>
              <a:rPr lang="en-US" dirty="0"/>
              <a:t> Oscilloscope music using Lissajous curves</a:t>
            </a:r>
          </a:p>
          <a:p>
            <a:r>
              <a:rPr lang="en-US" b="1" dirty="0"/>
              <a:t>Casey Reas:</a:t>
            </a:r>
            <a:r>
              <a:rPr lang="en-US" dirty="0"/>
              <a:t> Generative systems in Processing</a:t>
            </a:r>
          </a:p>
          <a:p>
            <a:r>
              <a:rPr lang="en-US" b="1" dirty="0"/>
              <a:t>Cymatics Research:</a:t>
            </a:r>
            <a:r>
              <a:rPr lang="en-US" dirty="0"/>
              <a:t> Physical visualization of sound frequencies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CCC0676-9683-B6B6-A375-51E30F74BC5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34735" y="2336368"/>
            <a:ext cx="4213990" cy="3515695"/>
          </a:xfrm>
        </p:spPr>
        <p:txBody>
          <a:bodyPr/>
          <a:lstStyle/>
          <a:p>
            <a:r>
              <a:rPr lang="en-US" b="1" dirty="0"/>
              <a:t>p5.js:</a:t>
            </a:r>
            <a:r>
              <a:rPr lang="en-US" dirty="0"/>
              <a:t> Main framework for graphics and interaction</a:t>
            </a:r>
          </a:p>
          <a:p>
            <a:r>
              <a:rPr lang="en-US" b="1" dirty="0" err="1"/>
              <a:t>Tone.js</a:t>
            </a:r>
            <a:r>
              <a:rPr lang="en-US" b="1" dirty="0"/>
              <a:t>:</a:t>
            </a:r>
            <a:r>
              <a:rPr lang="en-US" dirty="0"/>
              <a:t> Web Audio synthesis and effects</a:t>
            </a:r>
          </a:p>
          <a:p>
            <a:r>
              <a:rPr lang="en-US" b="1" dirty="0"/>
              <a:t>p5.sound:</a:t>
            </a:r>
            <a:r>
              <a:rPr lang="en-US" dirty="0"/>
              <a:t> Audio analysis and input handling</a:t>
            </a:r>
          </a:p>
          <a:p>
            <a:r>
              <a:rPr lang="en-US" b="1" dirty="0" err="1"/>
              <a:t>Matter.js</a:t>
            </a:r>
            <a:r>
              <a:rPr lang="en-US" b="1" dirty="0"/>
              <a:t>:</a:t>
            </a:r>
            <a:r>
              <a:rPr lang="en-US" dirty="0"/>
              <a:t> Physics simulation for realistic wave behavior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3CA336-BA19-6560-7408-F1FE05651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54" y="402770"/>
            <a:ext cx="10326658" cy="757337"/>
          </a:xfrm>
        </p:spPr>
        <p:txBody>
          <a:bodyPr/>
          <a:lstStyle/>
          <a:p>
            <a:r>
              <a:rPr lang="en-US" b="1" dirty="0"/>
              <a:t>Research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8C2FF9-BCA6-DF5F-49C7-F4D1921AA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Creative Precedents and Technical Libraries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9F2E76-F79D-EE14-F818-C457DA95C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3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A040E3-B408-C3D1-7E1E-11C814E9EE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994618" y="1492027"/>
            <a:ext cx="25368" cy="3058625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D0BF424-9891-B0F7-5154-3F1F5124D5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823714"/>
            <a:ext cx="6419751" cy="0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F04CAF65-FC41-0F67-0F91-780020B4012A}"/>
              </a:ext>
            </a:extLst>
          </p:cNvPr>
          <p:cNvSpPr/>
          <p:nvPr/>
        </p:nvSpPr>
        <p:spPr>
          <a:xfrm>
            <a:off x="691335" y="2202440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854AEB7-1666-D4A6-38E7-60643DEC0E09}"/>
              </a:ext>
            </a:extLst>
          </p:cNvPr>
          <p:cNvSpPr/>
          <p:nvPr/>
        </p:nvSpPr>
        <p:spPr>
          <a:xfrm>
            <a:off x="691335" y="2972840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225D79C-8394-4745-7AA3-263390757217}"/>
              </a:ext>
            </a:extLst>
          </p:cNvPr>
          <p:cNvSpPr/>
          <p:nvPr/>
        </p:nvSpPr>
        <p:spPr>
          <a:xfrm>
            <a:off x="674820" y="3782931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CCADE83-7EB6-DE20-793B-70B7AC838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454483" y="1806030"/>
            <a:ext cx="0" cy="2707604"/>
          </a:xfrm>
          <a:prstGeom prst="line">
            <a:avLst/>
          </a:prstGeom>
          <a:ln w="5334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8CDDB260-E5F4-2B05-9E77-1E52D44D8B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868" y="2202440"/>
            <a:ext cx="622570" cy="62257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2DE70D1-5195-629A-1229-09B4CD386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868" y="3148328"/>
            <a:ext cx="622570" cy="62257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9AEDB14-DCDF-3A08-5184-478F9DB00E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868" y="4094216"/>
            <a:ext cx="622570" cy="62257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785AD299-8A67-91DE-B860-177146A2285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12165" y="4252364"/>
            <a:ext cx="298288" cy="2982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0CF994B-803A-7A91-1DC8-B817C40ECB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312165" y="3297122"/>
            <a:ext cx="298288" cy="2982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B608E68-2D60-4325-4E9F-B666BD85570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312165" y="2368336"/>
            <a:ext cx="298288" cy="298288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CE89CDD-8533-2526-1BE1-BF0FC0A5C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419751" y="1823714"/>
            <a:ext cx="5088308" cy="0"/>
          </a:xfrm>
          <a:prstGeom prst="line">
            <a:avLst/>
          </a:prstGeom>
          <a:ln w="5334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C565E6FE-1CD4-35CC-99F9-FC138F315BF8}"/>
              </a:ext>
            </a:extLst>
          </p:cNvPr>
          <p:cNvSpPr/>
          <p:nvPr/>
        </p:nvSpPr>
        <p:spPr>
          <a:xfrm>
            <a:off x="708701" y="4550652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688290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9F30E-E5E2-7364-48F0-0501C114C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84516D-9CE6-7B5A-E874-4F41D9362FEE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396983" y="2368336"/>
            <a:ext cx="4213990" cy="3515695"/>
          </a:xfrm>
        </p:spPr>
        <p:txBody>
          <a:bodyPr/>
          <a:lstStyle/>
          <a:p>
            <a:r>
              <a:rPr lang="en-US" b="1" dirty="0"/>
              <a:t>Keyboard Note Triggers</a:t>
            </a:r>
          </a:p>
          <a:p>
            <a:r>
              <a:rPr lang="en-US" b="1" dirty="0"/>
              <a:t>Mouse Position Wave Direction</a:t>
            </a:r>
          </a:p>
          <a:p>
            <a:r>
              <a:rPr lang="en-US" b="1" dirty="0"/>
              <a:t>Click &amp; Drag Pitch Bending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Realistic propagation and interference using mathematical wave equations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Tone.js</a:t>
            </a:r>
            <a:r>
              <a:rPr lang="en-US" dirty="0"/>
              <a:t> oscillators with dynamic frequency and amplitude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Additional visual elements riding wave crests for enhanced feedback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78721FE-F9C6-CA0D-570F-32F09720543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934735" y="2336368"/>
            <a:ext cx="4213990" cy="3515695"/>
          </a:xfrm>
        </p:spPr>
        <p:txBody>
          <a:bodyPr/>
          <a:lstStyle/>
          <a:p>
            <a:r>
              <a:rPr lang="en-US" b="1" dirty="0"/>
              <a:t>Performance:</a:t>
            </a:r>
            <a:r>
              <a:rPr lang="en-US" dirty="0"/>
              <a:t> Many animated ripples may cause lag - implement object pooling</a:t>
            </a:r>
          </a:p>
          <a:p>
            <a:r>
              <a:rPr lang="en-US" b="1" dirty="0"/>
              <a:t>Audio Latency:</a:t>
            </a:r>
            <a:r>
              <a:rPr lang="en-US" dirty="0"/>
              <a:t> Web Audio can have delays - use </a:t>
            </a:r>
            <a:r>
              <a:rPr lang="en-US" dirty="0" err="1"/>
              <a:t>Tone.js</a:t>
            </a:r>
            <a:r>
              <a:rPr lang="en-US" dirty="0"/>
              <a:t> scheduling</a:t>
            </a:r>
          </a:p>
          <a:p>
            <a:r>
              <a:rPr lang="en-US" b="1" dirty="0"/>
              <a:t>Visual Complexity:</a:t>
            </a:r>
            <a:r>
              <a:rPr lang="en-US" dirty="0"/>
              <a:t> Too many waves may overwhelm - add transparency/fade effects</a:t>
            </a:r>
          </a:p>
          <a:p>
            <a:r>
              <a:rPr lang="en-US" b="1" dirty="0"/>
              <a:t>Browser Compatibility:</a:t>
            </a:r>
            <a:r>
              <a:rPr lang="en-US" dirty="0"/>
              <a:t> Test across different devices and browsers</a:t>
            </a:r>
          </a:p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982F4F-7529-C446-05AE-A196F1A79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7854" y="402770"/>
            <a:ext cx="10326658" cy="757337"/>
          </a:xfrm>
        </p:spPr>
        <p:txBody>
          <a:bodyPr/>
          <a:lstStyle/>
          <a:p>
            <a:r>
              <a:rPr lang="en-US" b="1" dirty="0"/>
              <a:t>Multi-Modal Interaction Design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488EB5-831E-E8E5-91A4-F6EE1F7960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Planning and Risk</a:t>
            </a:r>
          </a:p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D38CCE-637A-DB48-1FC6-BED5A2217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F51FA37-3D95-DD4F-A79E-5508DFB6D295}" type="slidenum">
              <a:rPr lang="en-US" smtClean="0"/>
              <a:t>4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E0705A8-6021-AD65-6DC6-B870114E2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endCxn id="12" idx="0"/>
          </p:cNvCxnSpPr>
          <p:nvPr/>
        </p:nvCxnSpPr>
        <p:spPr>
          <a:xfrm>
            <a:off x="994618" y="1492027"/>
            <a:ext cx="25368" cy="3058625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33136C6-9068-A06D-51EC-68981DD8AE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823714"/>
            <a:ext cx="6419751" cy="0"/>
          </a:xfrm>
          <a:prstGeom prst="line">
            <a:avLst/>
          </a:prstGeom>
          <a:ln w="5334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5530A89-0018-9201-C466-7A52069057A1}"/>
              </a:ext>
            </a:extLst>
          </p:cNvPr>
          <p:cNvSpPr/>
          <p:nvPr/>
        </p:nvSpPr>
        <p:spPr>
          <a:xfrm>
            <a:off x="691335" y="2202440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FB08BF6-A75D-F3FF-868B-2B818BC0E951}"/>
              </a:ext>
            </a:extLst>
          </p:cNvPr>
          <p:cNvSpPr/>
          <p:nvPr/>
        </p:nvSpPr>
        <p:spPr>
          <a:xfrm>
            <a:off x="691335" y="2972840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2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A8AF230-2E9E-4DDF-B560-E2A240BAC16F}"/>
              </a:ext>
            </a:extLst>
          </p:cNvPr>
          <p:cNvSpPr/>
          <p:nvPr/>
        </p:nvSpPr>
        <p:spPr>
          <a:xfrm>
            <a:off x="674820" y="3782931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3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7799E48-E9A9-8506-DC8A-B6AF9722C4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454483" y="1806030"/>
            <a:ext cx="0" cy="2707604"/>
          </a:xfrm>
          <a:prstGeom prst="line">
            <a:avLst/>
          </a:prstGeom>
          <a:ln w="5334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AACD0F82-A8CE-FFF9-89B4-B9460777C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868" y="2202440"/>
            <a:ext cx="622570" cy="62257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D7765DD-6975-D3A2-B5A6-08A1E4CAB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868" y="3148328"/>
            <a:ext cx="622570" cy="62257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F509482-8DA5-74BF-09D2-219CA35CA6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143868" y="4094216"/>
            <a:ext cx="622570" cy="622570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C4FC390-A070-F7BA-1162-1FA38233493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6312165" y="4252364"/>
            <a:ext cx="298288" cy="29828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951FBD0-51D5-22ED-ED73-1DEEF6EB24B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6312165" y="3297122"/>
            <a:ext cx="298288" cy="29828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D4BBFAE-F962-64E6-1BCF-7F1C9B3E1E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6312165" y="2368336"/>
            <a:ext cx="298288" cy="298288"/>
          </a:xfrm>
          <a:prstGeom prst="rect">
            <a:avLst/>
          </a:prstGeom>
        </p:spPr>
      </p:pic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DDDC0C8-4EB0-AF4D-62D2-D64FB81B9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419751" y="1823714"/>
            <a:ext cx="5088308" cy="0"/>
          </a:xfrm>
          <a:prstGeom prst="line">
            <a:avLst/>
          </a:prstGeom>
          <a:ln w="5334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Oval 11">
            <a:extLst>
              <a:ext uri="{FF2B5EF4-FFF2-40B4-BE49-F238E27FC236}">
                <a16:creationId xmlns:a16="http://schemas.microsoft.com/office/drawing/2014/main" id="{7B4F9A75-0B04-FD0E-C6F2-09569184C952}"/>
              </a:ext>
            </a:extLst>
          </p:cNvPr>
          <p:cNvSpPr/>
          <p:nvPr/>
        </p:nvSpPr>
        <p:spPr>
          <a:xfrm>
            <a:off x="708701" y="4550652"/>
            <a:ext cx="622570" cy="62257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250970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UTS">
      <a:dk1>
        <a:srgbClr val="000000"/>
      </a:dk1>
      <a:lt1>
        <a:srgbClr val="FFFFFF"/>
      </a:lt1>
      <a:dk2>
        <a:srgbClr val="323232"/>
      </a:dk2>
      <a:lt2>
        <a:srgbClr val="B2B2B2"/>
      </a:lt2>
      <a:accent1>
        <a:srgbClr val="0F4BEB"/>
      </a:accent1>
      <a:accent2>
        <a:srgbClr val="FF2305"/>
      </a:accent2>
      <a:accent3>
        <a:srgbClr val="000000"/>
      </a:accent3>
      <a:accent4>
        <a:srgbClr val="323232"/>
      </a:accent4>
      <a:accent5>
        <a:srgbClr val="B2B2B2"/>
      </a:accent5>
      <a:accent6>
        <a:srgbClr val="C8C8C8"/>
      </a:accent6>
      <a:hlink>
        <a:srgbClr val="00B7E0"/>
      </a:hlink>
      <a:folHlink>
        <a:srgbClr val="00B7E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oolkit 5-6" id="{71A477E0-F419-EE4B-9A18-31B774DD4410}" vid="{55E78126-BB81-3A47-B2D0-DD89E78F201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34CC11DFC0FC941AEBE22B36CA078AA" ma:contentTypeVersion="0" ma:contentTypeDescription="Create a new document." ma:contentTypeScope="" ma:versionID="e3b881d748d01ad003333091900a93ec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C4AE8-AB48-4C55-828A-07477DF4B2B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9C2B943-912A-4DF7-831C-FCBE838F0A05}">
  <ds:schemaRefs>
    <ds:schemaRef ds:uri="http://schemas.microsoft.com/office/2006/metadata/properties"/>
    <ds:schemaRef ds:uri="http://schemas.microsoft.com/office/infopath/2007/PartnerControls"/>
    <ds:schemaRef ds:uri="599cdadb-518c-4a4c-85ba-dbf7adc631b4"/>
    <ds:schemaRef ds:uri="420b5d22-3341-4f60-b4d6-57d88f13fbf6"/>
  </ds:schemaRefs>
</ds:datastoreItem>
</file>

<file path=customXml/itemProps3.xml><?xml version="1.0" encoding="utf-8"?>
<ds:datastoreItem xmlns:ds="http://schemas.openxmlformats.org/officeDocument/2006/customXml" ds:itemID="{D854C85B-A561-47C6-B85F-4167326FF1D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26</TotalTime>
  <Words>282</Words>
  <Application>Microsoft Macintosh PowerPoint</Application>
  <PresentationFormat>Widescreen</PresentationFormat>
  <Paragraphs>53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Arial</vt:lpstr>
      <vt:lpstr>Helvetica</vt:lpstr>
      <vt:lpstr>Office Theme</vt:lpstr>
      <vt:lpstr>Ripple Synth</vt:lpstr>
      <vt:lpstr>Core Concept</vt:lpstr>
      <vt:lpstr>Research</vt:lpstr>
      <vt:lpstr>Multi-Modal Interaction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Qian Zhao</dc:creator>
  <cp:lastModifiedBy>Qian Zhao</cp:lastModifiedBy>
  <cp:revision>4</cp:revision>
  <cp:lastPrinted>2024-08-21T06:18:17Z</cp:lastPrinted>
  <dcterms:created xsi:type="dcterms:W3CDTF">2025-09-27T09:51:57Z</dcterms:created>
  <dcterms:modified xsi:type="dcterms:W3CDTF">2025-09-27T10:18:05Z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a4f0713-8a76-46fc-9033-3e1b6c45971d_Enabled">
    <vt:lpwstr>true</vt:lpwstr>
  </property>
  <property fmtid="{D5CDD505-2E9C-101B-9397-08002B2CF9AE}" pid="3" name="MSIP_Label_ba4f0713-8a76-46fc-9033-3e1b6c45971d_SetDate">
    <vt:lpwstr>2021-06-10T03:39:58Z</vt:lpwstr>
  </property>
  <property fmtid="{D5CDD505-2E9C-101B-9397-08002B2CF9AE}" pid="4" name="MSIP_Label_ba4f0713-8a76-46fc-9033-3e1b6c45971d_Method">
    <vt:lpwstr>Privileged</vt:lpwstr>
  </property>
  <property fmtid="{D5CDD505-2E9C-101B-9397-08002B2CF9AE}" pid="5" name="MSIP_Label_ba4f0713-8a76-46fc-9033-3e1b6c45971d_Name">
    <vt:lpwstr>UTS-Public</vt:lpwstr>
  </property>
  <property fmtid="{D5CDD505-2E9C-101B-9397-08002B2CF9AE}" pid="6" name="MSIP_Label_ba4f0713-8a76-46fc-9033-3e1b6c45971d_SiteId">
    <vt:lpwstr>e8911c26-cf9f-4a9c-878e-527807be8791</vt:lpwstr>
  </property>
  <property fmtid="{D5CDD505-2E9C-101B-9397-08002B2CF9AE}" pid="7" name="MSIP_Label_ba4f0713-8a76-46fc-9033-3e1b6c45971d_ActionId">
    <vt:lpwstr>6ab3b3b8-caa6-4a18-863c-f302df8f3726</vt:lpwstr>
  </property>
  <property fmtid="{D5CDD505-2E9C-101B-9397-08002B2CF9AE}" pid="8" name="MSIP_Label_ba4f0713-8a76-46fc-9033-3e1b6c45971d_ContentBits">
    <vt:lpwstr>0</vt:lpwstr>
  </property>
  <property fmtid="{D5CDD505-2E9C-101B-9397-08002B2CF9AE}" pid="9" name="ContentTypeId">
    <vt:lpwstr>0x010100734CC11DFC0FC941AEBE22B36CA078AA</vt:lpwstr>
  </property>
</Properties>
</file>